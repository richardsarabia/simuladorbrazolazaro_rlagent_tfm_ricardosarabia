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827" r:id="rId2"/>
    <p:sldId id="828" r:id="rId3"/>
    <p:sldId id="829" r:id="rId4"/>
    <p:sldId id="830" r:id="rId5"/>
    <p:sldId id="831" r:id="rId6"/>
    <p:sldId id="832" r:id="rId7"/>
    <p:sldId id="833" r:id="rId8"/>
    <p:sldId id="834" r:id="rId9"/>
    <p:sldId id="835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71047C-7BDA-DD44-A98D-C66C19D1D576}" type="datetimeFigureOut">
              <a:rPr lang="es-ES_tradnl" smtClean="0"/>
              <a:t>14/4/26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BFF72-C401-824E-97FC-EE2F25CA792E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56353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57F4-973F-6101-87B7-E2D3E2E58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FF11BC4-64EF-CC06-6BA4-4A9EBD78D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53AFC88-8148-8BDA-0050-01D561E1D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BA246E-825E-617C-20BD-E45BC2612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867582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0BFDC-FCA1-08E6-6144-862673A67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8BF2165-FB00-BE47-75EF-37612B99D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C88CAFD-66E2-6DB8-34C2-47A1D728E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D3720F-71AF-E243-0E68-37CFCB880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2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193478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53F67-AF16-CF54-3525-8EFD6B8DE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FAD124E-60E6-320A-9581-B85F29936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51D69E5-E67E-98AD-980F-117450454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677AA0-26A5-7E14-D1AB-F5A307465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3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344260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3200C-70BD-0AA3-F480-25BF12EF8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94130B1-9437-1CA7-B479-C3FC2D740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8326DD0-8294-1018-18CF-215D77C6E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F0FFF4-A385-7061-AC1C-EED589D76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4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647165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8BE54-D3D4-95F5-6B63-AE0EAF3F8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2EDEF27-8404-13A5-D837-23CDBA5A9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579B3E7-CE60-B106-6D55-33F75DE55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D038732-4191-F99C-5C04-3EA88FDF5B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5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902769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F17C7-0C7C-E6E2-31B8-89702D79C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55A2547-D884-F2E4-4BB7-1A650147F1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7819980-9DDC-8AAD-2129-2F9326E1A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0DA2EC-83E0-76BE-B97B-B647D8E06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6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725569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BE093-465F-D14B-A832-7B7F519D4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917EE16-2986-9C60-3B0F-C58CB40DFE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FA18D06-BCDE-E089-8F5B-98DD05DBF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27EC5E-20DE-B9D4-AFCA-7094CC10F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7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962769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7EEA2-1591-1D6C-8DB1-260A03571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DC5226A-9B98-10A2-15F4-9855F582F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F65FB8E-BDB7-EE22-0D6B-72C18802B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5D339C-7AC4-13AB-2E77-D68C5D28F8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8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884306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25FE3-9D8D-252E-A1B2-8FDFE7A7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1DACA20-9CA3-31D9-FCE2-6FD8C97B9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19759CE-AFF7-4AA0-8D66-2DE6EAAF6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636185E-5F09-DFEB-0D5C-EC17E68E6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9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517075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760A47-1BC1-0787-5661-1CBB4848B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2003666-88EA-B39E-A512-B2B1A223C9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475B97-C763-0C34-1642-262B9C0E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C0971-3B1D-544E-8CBA-17C8BF0325FA}" type="datetimeFigureOut">
              <a:rPr lang="es-ES_tradnl" smtClean="0"/>
              <a:t>14/4/26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132C0A-8D73-7140-3A57-9718BCCBB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88EE20-0888-63D6-6658-68830E82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001AB-8B8C-6B4D-9361-EF1DA52AF8A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5263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994503-DBF7-8B98-0306-80B4D86C3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A3847D-028C-953B-E1E3-E8DFD4994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7ED5AD-8EAF-E33E-31C8-A484989A5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C0971-3B1D-544E-8CBA-17C8BF0325FA}" type="datetimeFigureOut">
              <a:rPr lang="es-ES_tradnl" smtClean="0"/>
              <a:t>14/4/26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62F0C4-8F3D-70EC-3E57-439923D6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BF3F03-D4E0-C562-88E6-EFA599B4B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001AB-8B8C-6B4D-9361-EF1DA52AF8A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5036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A0DA3B-730E-7E29-4A44-B7137ADC3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F17B72-CF4D-8CD6-0516-9866F0D2F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60785F-946E-A53C-AF85-754A2F5AF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C0971-3B1D-544E-8CBA-17C8BF0325FA}" type="datetimeFigureOut">
              <a:rPr lang="es-ES_tradnl" smtClean="0"/>
              <a:t>14/4/26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2B2E6A-C788-0CFA-9F54-718F4B344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F69536-4307-9B00-70C8-78D960548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001AB-8B8C-6B4D-9361-EF1DA52AF8A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86704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337AB3-036B-9496-B3CF-EC709366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CD1FE3-5BF4-213E-9239-203E7C37F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15E2996-9E20-0EAB-DC98-C55D9117B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E698BD-0615-C28B-0091-FC7DF2DF4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C0971-3B1D-544E-8CBA-17C8BF0325FA}" type="datetimeFigureOut">
              <a:rPr lang="es-ES_tradnl" smtClean="0"/>
              <a:t>14/4/26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38B7A65-728C-899C-15E5-4896B19F2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87814D3-CAD0-07FA-00F3-E4BFA8F39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001AB-8B8C-6B4D-9361-EF1DA52AF8A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5780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431CA4-7B38-2B9C-A1CE-BA86D9867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8FC21B-C6D7-1197-E830-59F3CC1B5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19C4F9-EDE7-125B-6F5B-10528A8B5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5692324-5131-D165-7C6F-347172207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BC98592-4726-72D2-1F64-080C8940B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59ED760-A498-DFC5-32D0-C2C0253BE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C0971-3B1D-544E-8CBA-17C8BF0325FA}" type="datetimeFigureOut">
              <a:rPr lang="es-ES_tradnl" smtClean="0"/>
              <a:t>14/4/26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88273FF-8C96-ABDB-22DE-5221AFA3A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BCE8136-69B6-E63C-25E1-19436BFE9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001AB-8B8C-6B4D-9361-EF1DA52AF8A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66126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03C3FE-6FA6-E693-BBC6-84A04FA83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A3B16E7-9B35-268A-DDAF-A92C4D2DA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C0971-3B1D-544E-8CBA-17C8BF0325FA}" type="datetimeFigureOut">
              <a:rPr lang="es-ES_tradnl" smtClean="0"/>
              <a:t>14/4/26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461FEC2-5C82-2AE2-6F0F-A984AB508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BB5FC7B-2B75-060E-1402-B9DAE788C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001AB-8B8C-6B4D-9361-EF1DA52AF8A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2838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000D010-B62D-510E-BDDC-0E28615E4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C0971-3B1D-544E-8CBA-17C8BF0325FA}" type="datetimeFigureOut">
              <a:rPr lang="es-ES_tradnl" smtClean="0"/>
              <a:t>14/4/26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5CD3C30-03EE-85E2-37BD-CE7B2BF2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867C4A-B0B5-5C9E-55D5-EE0F5BBBA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001AB-8B8C-6B4D-9361-EF1DA52AF8A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45270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6B8A4F-6110-C35F-049B-52E9A4827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4FA683-C369-7678-B6D2-313C4D298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D681591-5785-887F-DC1F-55D5AC97F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932C44B-0CDD-0349-B468-81DC61402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C0971-3B1D-544E-8CBA-17C8BF0325FA}" type="datetimeFigureOut">
              <a:rPr lang="es-ES_tradnl" smtClean="0"/>
              <a:t>14/4/26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E3C6C7-907D-1946-717B-1BDABB976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E922529-41ED-83F0-EBAE-CE4F07DE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001AB-8B8C-6B4D-9361-EF1DA52AF8A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60504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EE6543-C82A-2921-89D7-E4E441FA3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EC5B956-3549-8FE8-5934-A79B713746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1195D70-AE22-53FF-37E6-2722D9ACA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56584F3-4E97-8033-D64C-E972EECE5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C0971-3B1D-544E-8CBA-17C8BF0325FA}" type="datetimeFigureOut">
              <a:rPr lang="es-ES_tradnl" smtClean="0"/>
              <a:t>14/4/26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80CB9BA-3CF8-DEEE-0EA9-D4DDAF9E7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E2C278-844E-C5F2-76FB-B0751F96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001AB-8B8C-6B4D-9361-EF1DA52AF8A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99968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031C70-7C89-1A2F-E275-25C1161E8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629558F-4E9C-A661-7320-2AAE05B58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5414DA9-214D-BB04-E98B-B4FA1B72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C0971-3B1D-544E-8CBA-17C8BF0325FA}" type="datetimeFigureOut">
              <a:rPr lang="es-ES_tradnl" smtClean="0"/>
              <a:t>14/4/26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4F1218-AB6E-BCC8-33DB-8176660E2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95F9BE-ED80-88FC-C519-9A2880B67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001AB-8B8C-6B4D-9361-EF1DA52AF8A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07143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5875BF9-9F48-6BA3-070E-21CFE45130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B51D1FB-446F-4FB8-F900-8DEB368E3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6D45DF-65CE-DFB0-CCC3-5BC8272DC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C0971-3B1D-544E-8CBA-17C8BF0325FA}" type="datetimeFigureOut">
              <a:rPr lang="es-ES_tradnl" smtClean="0"/>
              <a:t>14/4/26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F2698C-29E2-5951-A1CB-ED58ADAC1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B48AF5-725B-0C40-F5C2-6EBF681E7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001AB-8B8C-6B4D-9361-EF1DA52AF8A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43111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15B6CAD-B71E-E946-7BC3-80A002320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102192-B4DF-49E6-D22B-3FE209823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64977E-3949-2761-4526-B78C2F228D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1C0971-3B1D-544E-8CBA-17C8BF0325FA}" type="datetimeFigureOut">
              <a:rPr lang="es-ES_tradnl" smtClean="0"/>
              <a:t>14/4/26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9DA803-BA04-39FA-EE11-59526BE72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191B6D-2D8E-3F8E-7A65-E97E52F09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1001AB-8B8C-6B4D-9361-EF1DA52AF8A6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62476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5A630-899B-2547-8155-3DA6422AF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FEB323D9-7392-1C2F-0827-5A1B399D3171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3288D5BC-291A-13E6-F3E6-BB6EB130C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8BEC57E-C25E-1E70-1130-12128F847D40}"/>
              </a:ext>
            </a:extLst>
          </p:cNvPr>
          <p:cNvSpPr txBox="1"/>
          <p:nvPr/>
        </p:nvSpPr>
        <p:spPr>
          <a:xfrm>
            <a:off x="201414" y="110727"/>
            <a:ext cx="932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Visualización función de Recompensa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96EFC7D-7E8B-CCE7-17DC-27B0ED7D4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018" y="1126896"/>
            <a:ext cx="8752172" cy="5229456"/>
          </a:xfrm>
          <a:prstGeom prst="rect">
            <a:avLst/>
          </a:prstGeom>
        </p:spPr>
      </p:pic>
      <p:sp>
        <p:nvSpPr>
          <p:cNvPr id="4" name="Fußzeilenplatzhalter 1">
            <a:extLst>
              <a:ext uri="{FF2B5EF4-FFF2-40B4-BE49-F238E27FC236}">
                <a16:creationId xmlns:a16="http://schemas.microsoft.com/office/drawing/2014/main" id="{2F62D586-308B-A863-5781-EF92FED65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63" y="6412204"/>
            <a:ext cx="9050023" cy="365125"/>
          </a:xfrm>
        </p:spPr>
        <p:txBody>
          <a:bodyPr/>
          <a:lstStyle/>
          <a:p>
            <a:r>
              <a:rPr lang="es-ES_tradnl" sz="9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630803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6C369-B3AC-2BBC-FAA7-856613268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91D7EE18-394E-707D-DA4A-0BDBC2E6444E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3DA95909-7064-22CF-06A6-50C732103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631E450-44F1-8F77-9847-4EE7E0341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63" y="6412204"/>
            <a:ext cx="9050023" cy="365125"/>
          </a:xfrm>
        </p:spPr>
        <p:txBody>
          <a:bodyPr/>
          <a:lstStyle/>
          <a:p>
            <a:r>
              <a:rPr lang="es-ES_tradnl" sz="9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77B49CF-5E92-CA80-BC84-0DB3CF8F1DDD}"/>
              </a:ext>
            </a:extLst>
          </p:cNvPr>
          <p:cNvSpPr txBox="1"/>
          <p:nvPr/>
        </p:nvSpPr>
        <p:spPr>
          <a:xfrm>
            <a:off x="201414" y="110727"/>
            <a:ext cx="932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Visualización función de Recompensa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FECFE1A-6862-24E7-1C17-FC8F1F588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819" y="1126896"/>
            <a:ext cx="8261555" cy="526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18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58BAF-A0F7-FB9E-FE84-9A04EDDDA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FE959E43-E090-4666-3DE1-168555EF97E1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6D90F708-4EAF-EBB2-BA77-31DD6F37C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B1EA5ACF-F616-C4AE-19EB-159483562128}"/>
              </a:ext>
            </a:extLst>
          </p:cNvPr>
          <p:cNvSpPr txBox="1"/>
          <p:nvPr/>
        </p:nvSpPr>
        <p:spPr>
          <a:xfrm>
            <a:off x="201414" y="110727"/>
            <a:ext cx="932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Visualización función de Recompensa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B41D08A-1D9D-A5AE-343D-B75611F9B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1652" y="1126896"/>
            <a:ext cx="8318639" cy="5357990"/>
          </a:xfrm>
          <a:prstGeom prst="rect">
            <a:avLst/>
          </a:prstGeom>
        </p:spPr>
      </p:pic>
      <p:sp>
        <p:nvSpPr>
          <p:cNvPr id="3" name="Fußzeilenplatzhalter 1">
            <a:extLst>
              <a:ext uri="{FF2B5EF4-FFF2-40B4-BE49-F238E27FC236}">
                <a16:creationId xmlns:a16="http://schemas.microsoft.com/office/drawing/2014/main" id="{9C5D341F-38B3-993C-DE28-7352CDC0A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63" y="6412204"/>
            <a:ext cx="9050023" cy="365125"/>
          </a:xfrm>
        </p:spPr>
        <p:txBody>
          <a:bodyPr/>
          <a:lstStyle/>
          <a:p>
            <a:r>
              <a:rPr lang="es-ES_tradnl" sz="9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912617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1FA18-5437-9648-1603-0DD032725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A130C9BD-FF1C-7F16-D1FD-F26E1AB8474D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998B0E68-DECE-B815-8D38-7D370E4D6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CDB0C9AC-B5BD-6CA7-46AC-BD9B2C1857FE}"/>
              </a:ext>
            </a:extLst>
          </p:cNvPr>
          <p:cNvSpPr txBox="1"/>
          <p:nvPr/>
        </p:nvSpPr>
        <p:spPr>
          <a:xfrm>
            <a:off x="201414" y="110727"/>
            <a:ext cx="932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Visualización función de Recompensa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9334696-FB5A-23CF-9588-D9A97585C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819" y="1126896"/>
            <a:ext cx="8328472" cy="5314110"/>
          </a:xfrm>
          <a:prstGeom prst="rect">
            <a:avLst/>
          </a:prstGeom>
        </p:spPr>
      </p:pic>
      <p:sp>
        <p:nvSpPr>
          <p:cNvPr id="4" name="Fußzeilenplatzhalter 1">
            <a:extLst>
              <a:ext uri="{FF2B5EF4-FFF2-40B4-BE49-F238E27FC236}">
                <a16:creationId xmlns:a16="http://schemas.microsoft.com/office/drawing/2014/main" id="{F005B7D7-E6E9-FEF0-9963-93339CC11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63" y="6412204"/>
            <a:ext cx="9050023" cy="365125"/>
          </a:xfrm>
        </p:spPr>
        <p:txBody>
          <a:bodyPr/>
          <a:lstStyle/>
          <a:p>
            <a:r>
              <a:rPr lang="es-ES_tradnl" sz="9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945328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2A1B7-8DD1-3545-764A-FE05E2A4E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992182E3-72F9-2CE8-C18F-50AC5444D2A2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A86D2A74-0AD5-5178-1456-9993EF837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99AF807-0689-1CDD-77ED-F1195CF7FD53}"/>
              </a:ext>
            </a:extLst>
          </p:cNvPr>
          <p:cNvSpPr txBox="1"/>
          <p:nvPr/>
        </p:nvSpPr>
        <p:spPr>
          <a:xfrm>
            <a:off x="201414" y="110727"/>
            <a:ext cx="932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Visualización función de Recompensa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472A9A9-B0DD-5C78-34B7-A471A835C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155" y="1126896"/>
            <a:ext cx="8482806" cy="5342473"/>
          </a:xfrm>
          <a:prstGeom prst="rect">
            <a:avLst/>
          </a:prstGeom>
        </p:spPr>
      </p:pic>
      <p:sp>
        <p:nvSpPr>
          <p:cNvPr id="4" name="Fußzeilenplatzhalter 1">
            <a:extLst>
              <a:ext uri="{FF2B5EF4-FFF2-40B4-BE49-F238E27FC236}">
                <a16:creationId xmlns:a16="http://schemas.microsoft.com/office/drawing/2014/main" id="{41FAFD5F-925E-CDA6-D781-90A506FFF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63" y="6412204"/>
            <a:ext cx="9050023" cy="365125"/>
          </a:xfrm>
        </p:spPr>
        <p:txBody>
          <a:bodyPr/>
          <a:lstStyle/>
          <a:p>
            <a:r>
              <a:rPr lang="es-ES_tradnl" sz="9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406224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64BB3-860B-F02A-43D6-C6A76D12E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4FFED948-D161-9277-7C12-D34E8A695480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30C078C8-591D-E655-3B14-79E430E9E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20A85015-8EB5-D42A-EB7D-3209F3BBD546}"/>
              </a:ext>
            </a:extLst>
          </p:cNvPr>
          <p:cNvSpPr txBox="1"/>
          <p:nvPr/>
        </p:nvSpPr>
        <p:spPr>
          <a:xfrm>
            <a:off x="201414" y="110727"/>
            <a:ext cx="932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Visualización función de Recompensa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CB3D0AA-DDF5-7F9F-6B5D-49B1D748B4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147"/>
          <a:stretch>
            <a:fillRect/>
          </a:stretch>
        </p:blipFill>
        <p:spPr>
          <a:xfrm>
            <a:off x="1425678" y="1126896"/>
            <a:ext cx="8561464" cy="5346316"/>
          </a:xfrm>
          <a:prstGeom prst="rect">
            <a:avLst/>
          </a:prstGeom>
        </p:spPr>
      </p:pic>
      <p:sp>
        <p:nvSpPr>
          <p:cNvPr id="4" name="Fußzeilenplatzhalter 1">
            <a:extLst>
              <a:ext uri="{FF2B5EF4-FFF2-40B4-BE49-F238E27FC236}">
                <a16:creationId xmlns:a16="http://schemas.microsoft.com/office/drawing/2014/main" id="{CD465071-4B27-08EE-BE5F-0DEC52CD6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63" y="6412204"/>
            <a:ext cx="9050023" cy="365125"/>
          </a:xfrm>
        </p:spPr>
        <p:txBody>
          <a:bodyPr/>
          <a:lstStyle/>
          <a:p>
            <a:r>
              <a:rPr lang="es-ES_tradnl" sz="9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848020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2EAB3-D7BD-1CA3-CA15-CC20D6923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C1D2BAF3-2804-3458-002C-36D261CADDED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13665CE0-F1F9-B083-CA62-160F919CC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AE6801B-0983-827B-D293-0A037CFE2BB2}"/>
              </a:ext>
            </a:extLst>
          </p:cNvPr>
          <p:cNvSpPr txBox="1"/>
          <p:nvPr/>
        </p:nvSpPr>
        <p:spPr>
          <a:xfrm>
            <a:off x="201414" y="110727"/>
            <a:ext cx="932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Visualización función de Recompensa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4BBC860-FDEB-E5BF-12E1-3971570F0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4747" y="1126896"/>
            <a:ext cx="8340214" cy="5318021"/>
          </a:xfrm>
          <a:prstGeom prst="rect">
            <a:avLst/>
          </a:prstGeom>
        </p:spPr>
      </p:pic>
      <p:sp>
        <p:nvSpPr>
          <p:cNvPr id="4" name="Fußzeilenplatzhalter 1">
            <a:extLst>
              <a:ext uri="{FF2B5EF4-FFF2-40B4-BE49-F238E27FC236}">
                <a16:creationId xmlns:a16="http://schemas.microsoft.com/office/drawing/2014/main" id="{25947BBD-1A2A-E212-2980-FEF8F4F14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63" y="6412204"/>
            <a:ext cx="9050023" cy="365125"/>
          </a:xfrm>
        </p:spPr>
        <p:txBody>
          <a:bodyPr/>
          <a:lstStyle/>
          <a:p>
            <a:r>
              <a:rPr lang="es-ES_tradnl" sz="9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512512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58002-283C-C865-959F-3975F86A6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33F20BAB-78FE-2073-FDAF-A4D1DBEE9FB8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4415667B-1475-BA8C-08FA-428A273E1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5CCFCCC-AC59-8EDA-477C-3F8FEB8386B9}"/>
              </a:ext>
            </a:extLst>
          </p:cNvPr>
          <p:cNvSpPr txBox="1"/>
          <p:nvPr/>
        </p:nvSpPr>
        <p:spPr>
          <a:xfrm>
            <a:off x="201414" y="110727"/>
            <a:ext cx="932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Visualización función de Recompensa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A49B2C9-2D45-5FE5-22DD-DED319B4A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665" y="1126896"/>
            <a:ext cx="8436626" cy="5342762"/>
          </a:xfrm>
          <a:prstGeom prst="rect">
            <a:avLst/>
          </a:prstGeom>
        </p:spPr>
      </p:pic>
      <p:sp>
        <p:nvSpPr>
          <p:cNvPr id="4" name="Fußzeilenplatzhalter 1">
            <a:extLst>
              <a:ext uri="{FF2B5EF4-FFF2-40B4-BE49-F238E27FC236}">
                <a16:creationId xmlns:a16="http://schemas.microsoft.com/office/drawing/2014/main" id="{0A500AF2-16C5-B48A-3C25-39CDBCC20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63" y="6412204"/>
            <a:ext cx="9050023" cy="365125"/>
          </a:xfrm>
        </p:spPr>
        <p:txBody>
          <a:bodyPr/>
          <a:lstStyle/>
          <a:p>
            <a:r>
              <a:rPr lang="es-ES_tradnl" sz="9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538879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15B5D-04F7-9EDE-7E35-0C0DCE474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EB4129E5-3FA5-DB0C-187C-CB2F91D68C03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AB127550-F3DF-732D-4FA5-EE296471D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4AF9C2B-572C-041A-9140-DE8FC6DE64EC}"/>
              </a:ext>
            </a:extLst>
          </p:cNvPr>
          <p:cNvSpPr txBox="1"/>
          <p:nvPr/>
        </p:nvSpPr>
        <p:spPr>
          <a:xfrm>
            <a:off x="201414" y="110727"/>
            <a:ext cx="9320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Visualización función de Recompensa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FF9246E-2784-7484-A2AD-65F814954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0813" y="1126896"/>
            <a:ext cx="8263310" cy="5252646"/>
          </a:xfrm>
          <a:prstGeom prst="rect">
            <a:avLst/>
          </a:prstGeom>
        </p:spPr>
      </p:pic>
      <p:sp>
        <p:nvSpPr>
          <p:cNvPr id="4" name="Fußzeilenplatzhalter 1">
            <a:extLst>
              <a:ext uri="{FF2B5EF4-FFF2-40B4-BE49-F238E27FC236}">
                <a16:creationId xmlns:a16="http://schemas.microsoft.com/office/drawing/2014/main" id="{E148F6EA-7882-4796-AB32-8A27B3BEC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63" y="6412204"/>
            <a:ext cx="9050023" cy="365125"/>
          </a:xfrm>
        </p:spPr>
        <p:txBody>
          <a:bodyPr/>
          <a:lstStyle/>
          <a:p>
            <a:r>
              <a:rPr lang="es-ES_tradnl" sz="900" noProof="1">
                <a:solidFill>
                  <a:schemeClr val="tx1"/>
                </a:solidFill>
              </a:rPr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753253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Microsoft Macintosh PowerPoint</Application>
  <PresentationFormat>Breitbild</PresentationFormat>
  <Paragraphs>27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1</cp:revision>
  <dcterms:created xsi:type="dcterms:W3CDTF">2026-04-14T17:55:36Z</dcterms:created>
  <dcterms:modified xsi:type="dcterms:W3CDTF">2026-04-14T17:57:53Z</dcterms:modified>
</cp:coreProperties>
</file>