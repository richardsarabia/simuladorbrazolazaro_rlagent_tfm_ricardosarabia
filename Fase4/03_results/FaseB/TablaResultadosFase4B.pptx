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752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01" d="100"/>
          <a:sy n="101" d="100"/>
        </p:scale>
        <p:origin x="11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B5C64-F930-5446-A4AF-8B2DE0E802EC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16B2A-A11D-9341-A3FC-6385EDBF70C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44865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D67B5-83B8-E925-62C9-473AA1FCB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A794028-B104-6CC3-8DC8-69A564C02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20CF5A1-8709-F4D7-427A-8FF2EB3CE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A3CFB5-243A-F952-CB52-F4FA56ADC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313142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9E0595-A715-CEDF-BB77-F4B6048A0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C5963E5-4407-8847-775F-A728471258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7416A8-F3C9-8972-9B04-7AF169DBB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54A806-5D95-3C95-7587-D9F38DCDF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02D5CB-A7A8-42BF-3B3A-D4AF7965A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0865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C69A38-9962-3914-DC32-7D948F5CA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76641E-27D8-32CC-7089-75A9ECBB3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E90440-6F2D-5214-8C5C-648EB3F56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55853D-2436-2BE1-B999-354B3C0AF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9A4616-0E9E-7266-A317-0A3570EE7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2285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B15F92-6713-813B-5FF3-FEDE24CEE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6EE2CA-1A61-4874-1F1F-F2F554DAF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F30D51-DF02-7C0C-EB15-418F387D6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4F9915-B84F-E31C-BD3C-3AA285757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0DDC79-71EF-386A-8434-646633AD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70169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715ED5-C517-F15E-DDC6-5F80DB921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1728D8-D290-9407-6DC9-E7C8D24D8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125A747-0C58-6670-7F56-98FF55C4B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B08B74-4A1A-D05D-725E-D24EAA5A1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C617EE-E38E-7545-80D7-37F0391A1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E1E962-007F-478F-CF48-9630B4591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23736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D983D0-119C-FEAE-F8BA-6DB7DF517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F0CE641-82A3-5E5A-7D00-1691FDAB7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6CEA8C-D61D-3D72-2FC4-4C3329322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C5B63D0-27DC-EF12-7CE5-14437274FA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19C96F8-93C9-934B-9E00-3B5E35498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C4064B7-E3EE-01D6-8027-189CE5A4D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5284F5-8367-FF3E-89CC-006549B3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40DE1A0-2F56-7CF5-C32E-BD1208466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66833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D44E1-8870-431A-D3C6-D47F77FE9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B587679-44DA-DDB5-8363-DC339125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A17439B-1DA5-8F43-3EFE-B10DFCCAF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4CFBA0-8B49-877C-2D13-07952823D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37055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5565FF7-506B-0F36-C0AF-CED0D4D88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3683002-1BBF-8061-3B52-45B0A0DB6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D1AC478-E063-E4B4-87D2-3FB30B417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69469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45A0FC-B6AA-C454-7400-E09ACEF88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9581B6-2894-0986-A9CB-D09436F36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AF501E9-5893-2D1A-D0B0-9389D15AD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9CE597-B84D-5F71-AE76-C705E9035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719A6F-76CB-6F1D-5A77-D95DC2768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E11361-BF43-0E85-80BF-3C2C941A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9952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A5E11A-0609-6D21-7315-70277B73B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09BDF7A-BAC8-6BD3-25B7-5E7824409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B0F2A28-3234-F85A-CA2F-F24223859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0E6CA29-35B6-59A4-D99B-81FC3E0C8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4FCEB-69B5-1E85-A81E-A5A2A6CD0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3DFD2D-C812-DB17-0AA0-6762C1AB6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94609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1FF8F9-15BB-A9E8-3B20-CAE77C3E2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9C46C21-CF70-1846-8D15-280BED6B0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417E10-52B9-95DB-98FA-92ECBFBF5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3D3300-60EF-1A94-A91F-1FE24434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2E7D52-EDCB-70F2-87A0-FBDA8967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52697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A468658-1EEB-A583-3F27-F42AF4C00B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178F997-3284-57F7-E8E9-BDD49EA44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3E56DB-DDE1-B6F4-FCF5-D2B091D39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8DCEF7-A19B-C9D2-ED14-BE4F29F98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D351A2-96E4-6A55-F6AC-35964A29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06450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1ACDB0D-B387-6F39-7A7E-30C26F734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B18194-F5A3-B0A5-870E-93696079F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015AF5-4100-AF36-0677-22FC64993F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66A129-9599-914B-8740-D1C1CCBCA724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E0BCC-9C6F-F9BF-8202-54F1C46F0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4AAE69-839E-8C00-CDF0-19BD43582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86718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23F11-AA4B-7840-59AE-3C0B664A4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ED8507BD-D0C6-F0F6-328D-97D50DDCBB73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D68EF66C-3D1D-F46A-B202-9006EDE37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4E03EEA-0336-086F-766B-E1E50AC78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400" y="6356350"/>
            <a:ext cx="11020706" cy="365125"/>
          </a:xfrm>
        </p:spPr>
        <p:txBody>
          <a:bodyPr/>
          <a:lstStyle/>
          <a:p>
            <a:r>
              <a:rPr lang="es-ES_tradnl" sz="9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894A396C-1E22-F721-D5CF-B5C2A35AC08F}"/>
              </a:ext>
            </a:extLst>
          </p:cNvPr>
          <p:cNvGraphicFramePr>
            <a:graphicFrameLocks noGrp="1"/>
          </p:cNvGraphicFramePr>
          <p:nvPr/>
        </p:nvGraphicFramePr>
        <p:xfrm>
          <a:off x="383894" y="1428173"/>
          <a:ext cx="1142421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572">
                  <a:extLst>
                    <a:ext uri="{9D8B030D-6E8A-4147-A177-3AD203B41FA5}">
                      <a16:colId xmlns:a16="http://schemas.microsoft.com/office/drawing/2014/main" val="3222668626"/>
                    </a:ext>
                  </a:extLst>
                </a:gridCol>
                <a:gridCol w="2162754">
                  <a:extLst>
                    <a:ext uri="{9D8B030D-6E8A-4147-A177-3AD203B41FA5}">
                      <a16:colId xmlns:a16="http://schemas.microsoft.com/office/drawing/2014/main" val="1590234807"/>
                    </a:ext>
                  </a:extLst>
                </a:gridCol>
                <a:gridCol w="2337684">
                  <a:extLst>
                    <a:ext uri="{9D8B030D-6E8A-4147-A177-3AD203B41FA5}">
                      <a16:colId xmlns:a16="http://schemas.microsoft.com/office/drawing/2014/main" val="718619757"/>
                    </a:ext>
                  </a:extLst>
                </a:gridCol>
                <a:gridCol w="2345635">
                  <a:extLst>
                    <a:ext uri="{9D8B030D-6E8A-4147-A177-3AD203B41FA5}">
                      <a16:colId xmlns:a16="http://schemas.microsoft.com/office/drawing/2014/main" val="1330888711"/>
                    </a:ext>
                  </a:extLst>
                </a:gridCol>
                <a:gridCol w="3091567">
                  <a:extLst>
                    <a:ext uri="{9D8B030D-6E8A-4147-A177-3AD203B41FA5}">
                      <a16:colId xmlns:a16="http://schemas.microsoft.com/office/drawing/2014/main" val="2235848883"/>
                    </a:ext>
                  </a:extLst>
                </a:gridCol>
              </a:tblGrid>
              <a:tr h="261733">
                <a:tc>
                  <a:txBody>
                    <a:bodyPr/>
                    <a:lstStyle/>
                    <a:p>
                      <a:pPr algn="ctr"/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Seguimiento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Esfuerzo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382554"/>
                  </a:ext>
                </a:extLst>
              </a:tr>
              <a:tr h="261733">
                <a:tc>
                  <a:txBody>
                    <a:bodyPr/>
                    <a:lstStyle/>
                    <a:p>
                      <a:pPr algn="ctr"/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plana [RMSE]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Inclinada [RMSE]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plana [U_energy]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Inclinada [U_energy]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2579"/>
                  </a:ext>
                </a:extLst>
              </a:tr>
              <a:tr h="132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Retardo=0ms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36.69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33.31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514076"/>
                  </a:ext>
                </a:extLst>
              </a:tr>
              <a:tr h="132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Retardo=0.01ms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36.71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33.49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453723"/>
                  </a:ext>
                </a:extLst>
              </a:tr>
              <a:tr h="219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Reatardo=0.02ms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36.92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33.70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968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o1ini=-90°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41.64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37.89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42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 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36.69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33.31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967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o1ini=90°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35.19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30.30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10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-0.5rad/s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34.35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34.83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79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0rad/s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36.69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33.31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814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0.5rad/s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35.72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200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956704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7D2B7799-53E0-FEFF-765C-5AC24EFE37DE}"/>
              </a:ext>
            </a:extLst>
          </p:cNvPr>
          <p:cNvSpPr txBox="1"/>
          <p:nvPr/>
        </p:nvSpPr>
        <p:spPr>
          <a:xfrm>
            <a:off x="201414" y="110727"/>
            <a:ext cx="932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Tabla de Resultados. Fase 4B – Controlador RL </a:t>
            </a:r>
          </a:p>
        </p:txBody>
      </p:sp>
    </p:spTree>
    <p:extLst>
      <p:ext uri="{BB962C8B-B14F-4D97-AF65-F5344CB8AC3E}">
        <p14:creationId xmlns:p14="http://schemas.microsoft.com/office/powerpoint/2010/main" val="3163722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Macintosh PowerPoint</Application>
  <PresentationFormat>Breitbild</PresentationFormat>
  <Paragraphs>36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1</cp:revision>
  <dcterms:created xsi:type="dcterms:W3CDTF">2026-04-07T19:56:51Z</dcterms:created>
  <dcterms:modified xsi:type="dcterms:W3CDTF">2026-04-07T19:57:19Z</dcterms:modified>
</cp:coreProperties>
</file>