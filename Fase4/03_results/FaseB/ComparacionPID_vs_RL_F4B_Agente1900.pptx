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50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/>
    <p:restoredTop sz="94635"/>
  </p:normalViewPr>
  <p:slideViewPr>
    <p:cSldViewPr snapToGrid="0">
      <p:cViewPr>
        <p:scale>
          <a:sx n="140" d="100"/>
          <a:sy n="140" d="100"/>
        </p:scale>
        <p:origin x="360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8796E-410B-73CF-5A4A-3161CC3E7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11D051-D3FD-D628-A967-F8F495934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9E19EE-C84F-4823-52CF-CBC26372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E4FF29-D7D2-2237-8989-C345E88B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83743F-74E9-E697-D457-AF0CB7F6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16891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DDC1D6-C4E1-AF00-E2A0-88F864A2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D2F958-5C42-05F0-7245-A094C8B27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0BF1FB-D5DE-0D75-3B80-FD3BB90BD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E22607-C0CA-9E12-E1E8-66F0B723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FF7AE0-0CE8-0AD0-CB69-C5D4F217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00390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DF820-CE28-471A-64DD-F54B78EC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D99989-9F1A-94DE-A530-D5BFF56C9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106064-B91B-C8D1-C9A2-8AE0DFC91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8F7395-C3C2-411A-6895-A0DD97FB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F8A3E6-AD47-935D-F341-22798BD6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1777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204A2A-88A3-1E7A-8455-8D5FB0910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013C9B-121C-FF3B-0664-D0FC8219E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D409D3-E93E-98FD-E809-766A00787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1C9571-942F-E25B-0E73-070757484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EC6274-BEB7-8417-9AD3-77E0A1AC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865C5C-A1AE-C638-C4F8-6664FF34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189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0112C-EB71-35DE-14E7-19D1DC4E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0FCACC-60E9-1A0D-7A56-F0A6830E1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DA6B95-6B4D-44F5-3BD1-800BD3F75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A15B27-2A11-B8D0-7646-758C7C3DC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5718DC7-FC13-3A30-3B1D-63B750DE7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85DF348-D765-A696-E699-4122AFD4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AA40899-E489-C720-5301-74A0716DB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A10EAEC-F0D6-47C2-8B9F-5BD068FA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0190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BD4B1-0D3A-7D52-14B5-59759C9D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04A8FE-CB07-4BD4-10DF-BC315CE5E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DE5F5E-6F08-D0B6-FEC1-201545F2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893BDEB-9A6C-06F2-490F-D1A72FB4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1983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100E9F-F54A-0779-4B96-D54E8C60B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6F0BD8-A600-EAEA-EE9C-0A653D55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55D918-176F-BFFD-BC89-7FAA3C93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68334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F4640-5597-2223-A61C-C5AA8D7FE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AD840F-A20A-7225-1A1B-B80CF6B69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232BA1-91E4-96A5-E88B-8D72FDCC5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AD2AE6-19DD-8F6A-9CFE-B65A3038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B6F1A8-CCA1-C01A-2B7A-8447F8805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677B87-4BBD-2EC1-B005-1164557BC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1389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54FB62-227C-1133-7A05-882C585F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8ABD416-FAFF-C925-BE37-B5BF0AE93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B00A59-68B6-6426-2876-0BFFCFCDF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BEB928-2C84-C314-D94C-19566B71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079572-B7F8-10F2-A54A-2375BFEA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4DAAA2-1211-A824-3842-765958CF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4610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C0435F-5E20-19C6-5724-8BDF92776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701E7C7-F0DA-76BB-86C6-054F910A8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D2D5D3-F7C2-7CBB-A6C5-9470D1F6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813198-9B18-BC25-4297-B613D337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2B53EB-E009-B347-A32C-BFF9E540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814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C2F11F6-6DAB-DD97-2D4A-741C9564D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1612EC-907B-D559-4A1D-08C0C26BC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098F92-9289-B759-67DD-E5A47DC6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2DBA28-CEFB-AB8A-2B6A-EC5E19C3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78D137-DAE4-5082-6E35-3D38F47E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73152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8258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BD25BF4-11DC-EE3D-12E6-3A379AEA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08C857-B143-3F19-745E-74F3B7241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58FE34-32A7-DD92-310D-21DCAF25F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9B27C-1159-964B-9583-9033F2404727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BC3D25-7703-87FB-13A2-D806EB999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EDEFFD-C28C-DA94-BAFF-AFD17FE3B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F1B60-4DD3-F441-B083-F744065F1A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2436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D9A80-CBF1-9939-224D-FB6891AE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F5882C-6008-6317-93EA-7DF2D2F79C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noProof="1"/>
              <a:t>Comparación en el domino Angular : PID vs Controlador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FAF6CA3-D713-1FB8-F3C8-0F2F7E938FF5}"/>
              </a:ext>
            </a:extLst>
          </p:cNvPr>
          <p:cNvSpPr txBox="1"/>
          <p:nvPr/>
        </p:nvSpPr>
        <p:spPr>
          <a:xfrm>
            <a:off x="955202" y="5190269"/>
            <a:ext cx="99993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plataforma plana, el PID presenta menor error (RMSE ≈31.35°) frente al RL (≈36.70°), mostrando mejor desempeño en condiciones nominales.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plataforma inclinada, el RL reduce el error respecto al PID (≈36.25° vs ≈40.55°, −10.6%), evidenciando mayor robustez ante perturbaciones.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RL sacrifica precisión en condiciones nominales a cambio de una mejor capacidad de adaptación y generalización.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30909B6-8889-EA13-22F1-0E9D3E33AF10}"/>
              </a:ext>
            </a:extLst>
          </p:cNvPr>
          <p:cNvSpPr txBox="1"/>
          <p:nvPr/>
        </p:nvSpPr>
        <p:spPr>
          <a:xfrm>
            <a:off x="9390719" y="4866321"/>
            <a:ext cx="1259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=-10°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0DA5A6F-B8B5-EB07-0F2F-67E047B210EC}"/>
              </a:ext>
            </a:extLst>
          </p:cNvPr>
          <p:cNvSpPr txBox="1"/>
          <p:nvPr/>
        </p:nvSpPr>
        <p:spPr>
          <a:xfrm>
            <a:off x="4172431" y="4835176"/>
            <a:ext cx="1259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2711D83C-685D-F1BA-7385-71F37D1D3A4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4B1CBF8-33C3-93A9-9A4F-901804A1A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58" y="1952509"/>
            <a:ext cx="4785190" cy="280752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9D7DD41-0785-0D39-12FE-2B6EFD835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978" y="1939318"/>
            <a:ext cx="4829493" cy="283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59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Macintosh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2026-04-12T08:58:42Z</dcterms:created>
  <dcterms:modified xsi:type="dcterms:W3CDTF">2026-04-13T10:34:13Z</dcterms:modified>
</cp:coreProperties>
</file>