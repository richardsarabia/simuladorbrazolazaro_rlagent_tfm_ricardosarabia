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607" r:id="rId2"/>
    <p:sldId id="608" r:id="rId3"/>
    <p:sldId id="609" r:id="rId4"/>
    <p:sldId id="610" r:id="rId5"/>
    <p:sldId id="611" r:id="rId6"/>
    <p:sldId id="612" r:id="rId7"/>
    <p:sldId id="496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AE8CC-D592-E841-93E7-D2418F379011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665307-7D17-D548-9D9B-4C6F0C96FF6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6835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36ED0-E451-4EF7-3C02-FC2F6FEBF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AD05508-B6A2-2763-477B-170FBC1FF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7159978-5216-62DB-E5CF-017768097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12C5C8-A626-4123-9E28-CB6147D80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19685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C3BDE-82BF-B218-2A0E-775CE4519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011E73B-F3BC-A232-4459-3DCCFED84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DA0024C-B838-72BD-8093-7CD86A3A9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FE6BF8-1F8D-1087-200F-8690A73F7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5082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5E792-B265-92A4-278D-399B62BF1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8A7B391-6D91-CE89-A823-A0355D95D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361B207-C581-9A24-75CC-F44528FEC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DB851D-6EE8-E15A-E2DD-6ABFD3B41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13543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80B33-475B-D14A-2084-8F561626C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9F76A77-A566-03F4-213C-CE7337F73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1C09F12-FE83-86A3-E078-DC55CBBE7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AE4770-52D7-874D-6387-2A30E67F0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42181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F87B3-3DC4-38F5-F4F3-F15C16373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DE1A248-C68C-E92A-AC7A-36FC38D33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1504BED-3B5F-E645-0DB9-3280C483E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D213FF-7C9C-34E3-DEA9-60A03461E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68326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2C07A-D138-333E-85DB-C749610DD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E434C03-7A5A-7874-EB7F-6EB0D98A2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259490E-C5FA-FF47-E991-0A4AAE26D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FE5F36-A12D-5889-DE2A-0EEB45161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7530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65832-5555-CC00-6337-47B82D922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EA945A5-68A8-42A1-F1C4-96F0F626B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C18E8EF-926E-FE41-A4F4-62E0FE905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05685BB-1005-E4E8-2097-14BE51CB5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74611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7C4A2F-C937-9DEF-A98D-D699DC83A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E2500A4-D478-0B34-092F-6B18C9D67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CFB402-341C-F703-BF04-F0D09B3F8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5C0C-FF3A-8346-8ADE-A7D40BF5918C}" type="datetime1">
              <a:rPr lang="de-DE" smtClean="0"/>
              <a:t>29.03.26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6923B9-C41C-ADB7-A668-474F0294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A06CF1-5CB2-0B2C-5735-EAAC1BFC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29637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0293DF-B19D-F066-4D23-518CE460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0CA706-B48B-8A01-F599-A4814CAC6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5DC79D-0FEA-064C-6B7D-55D906BE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E3F9E-A263-8342-8234-EF5840EFCBC6}" type="datetime1">
              <a:rPr lang="de-DE" smtClean="0"/>
              <a:t>29.03.26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B14267-04B4-FA70-7FB6-0F192F11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5826F8-CC13-23C9-F0BF-E2121B9A2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23756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132220-BB0E-DE49-18F8-685CE2571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F6D5442-F754-FAB2-6423-C400B870D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23D7DB-950E-C986-1285-AEA1687D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30750-74B4-E840-B9EB-A1AA8015A75C}" type="datetime1">
              <a:rPr lang="de-DE" smtClean="0"/>
              <a:t>29.03.26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FAD036-1C0B-D786-91A9-896FDD303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AA30A6-A520-57B6-7853-4321AAA1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62923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6032B5-664B-9431-93FE-6A66B925D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3B6BB8-2B76-2B6E-C28F-F507D2A65F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6FF1FB4-C2D5-E5DC-13A0-4D919003D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EAE52B-6B6A-C5F7-E481-A4DB3D92B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861E7-222E-9E47-BAE0-FF2C71BA189A}" type="datetime1">
              <a:rPr lang="de-DE" smtClean="0"/>
              <a:t>29.03.26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C479D63-613C-E177-F61C-D0802A3FE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1251AF-38E2-75DF-BFB5-D335DA42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36063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37D326-3787-54E8-0402-EC0C45561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A1BF72-B30D-1FF3-8169-9929A0EE5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6FFD3F4-4CE9-A25B-8BA8-27B3527B7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88CE6D-ADE9-915C-0C45-1AB0E6B663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B77727B-C8B5-3EAF-A347-A40E5889E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C58B957-E286-68E5-D8BB-722F6B0C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5FFE-EB54-FC4A-B7DB-E548D5D9AF4C}" type="datetime1">
              <a:rPr lang="de-DE" smtClean="0"/>
              <a:t>29.03.26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AD6E61F-3885-C334-F6FC-020D0D050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96CB706-1CB0-9C85-0F34-9D70B5BC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6536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D61900-5841-D9E2-9665-B58DB6536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848BC7A-A564-E072-E5D8-B9B783FCF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94E17-8B84-3444-9F8B-EE93678EBE46}" type="datetime1">
              <a:rPr lang="de-DE" smtClean="0"/>
              <a:t>29.03.26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8A22630-452B-EB3A-CF04-190FDF479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FD5309-2F14-3584-E37E-E768AD9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39959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0179FEC-61A5-4600-6156-265C7D185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0DB4-260D-A84B-8A34-6E4657A01D34}" type="datetime1">
              <a:rPr lang="de-DE" smtClean="0"/>
              <a:t>29.03.26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C68FCA4-7237-3AC1-96EE-BEA87805F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54337B9-D6AE-BBB0-29BF-F53E4E13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23585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67F7C2-2B3A-7DA5-D54E-97834693F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3D8E33-33E3-DE09-D2A4-8D38212A9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423CE2-EEE3-E690-108F-436F549F0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D4B0AE-A79C-C781-3E43-89699E07F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3DE4-B10B-7A49-B609-85882A8DD8A6}" type="datetime1">
              <a:rPr lang="de-DE" smtClean="0"/>
              <a:t>29.03.26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F20446A-78A1-5816-D817-1AE170564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A202D9-AA8D-DAC5-78D7-63271ADA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15CD83-755F-527A-7828-62CC1AD1A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7D8CB3D-8C64-DDA6-8F0B-AFE0FC28EB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F4D22E-CD26-777B-4F42-02245D8F5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F0B9676-6DAE-EF56-DFFB-8F50DBCB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81D8-82ED-A04A-A437-0BF0AD4F6A90}" type="datetime1">
              <a:rPr lang="de-DE" smtClean="0"/>
              <a:t>29.03.26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FC0CA7-F692-FAFE-626F-D53E61991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6C28C3-97BF-F5C0-4BE5-F229E239F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2605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4314F1-368F-1349-D5DB-9D3F03F4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8D2E773-841E-4B25-3B13-EBF900EB2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E4C805-6672-097C-D1B8-B44E15EB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E2EC-60CE-FA46-A84E-769404BD39FE}" type="datetime1">
              <a:rPr lang="de-DE" smtClean="0"/>
              <a:t>29.03.26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E03B56-C3F7-A1C8-7CA4-2880AE4AB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25FAAA-3095-7541-2433-1941297F6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42967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3CEB7A3-C70E-B03F-2F50-638C030FA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6E17EE0-6F83-FFCA-80E9-E637E16BA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F21B44-129D-94DA-3439-BAA025292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0036-57D2-8E42-9B66-93D2E9378B34}" type="datetime1">
              <a:rPr lang="de-DE" smtClean="0"/>
              <a:t>29.03.26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1FBAEB-A6BA-D4D1-E7F8-835B6C951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98B81A-E4E0-9C0D-E576-D38C6018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193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81F7049-C95D-77A9-E3CE-7FD65346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EA8AC9-81F4-DC8E-EA16-71E2CE9AC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977830-2E2E-E7AF-80A2-975C66A82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BE9EF-5936-214F-BBEC-32CA6A779737}" type="datetime1">
              <a:rPr lang="de-DE" smtClean="0"/>
              <a:t>29.03.26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287994-A5CC-2EDD-1723-A57A07DFA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ES_tradnl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235311-E72E-ABCD-C3B3-501114BC3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58A8E-541C-DE42-8BE7-63DA04DA14DE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70038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A950-600A-19DF-F83F-5787D1ED7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25282E0A-203C-1A92-B223-1CA8667D2D70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chemeClr val="accent4">
              <a:alpha val="239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77FB9E62-0580-AAE7-E012-4DF32939C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965FE998-2FCE-5FED-3577-05EFCE391183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C4053C8E-BB59-88C1-EB8F-3E6B4849362C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00A5A48D-24CA-F4ED-8FFD-06584848D1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945BF569-AA85-5073-04C7-A6AFED527041}"/>
              </a:ext>
            </a:extLst>
          </p:cNvPr>
          <p:cNvSpPr txBox="1"/>
          <p:nvPr/>
        </p:nvSpPr>
        <p:spPr>
          <a:xfrm>
            <a:off x="340469" y="1382633"/>
            <a:ext cx="1016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Seguimiento y Curriculum</a:t>
            </a:r>
            <a:endParaRPr lang="es-ES_tradnl" sz="2000" b="1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933F77E3-5F06-1EC4-730C-BFC00ADEF744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</a:t>
            </a:r>
          </a:p>
        </p:txBody>
      </p: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482B18AB-ED9C-CA3B-8985-E99980E4EA67}"/>
              </a:ext>
            </a:extLst>
          </p:cNvPr>
          <p:cNvGrpSpPr/>
          <p:nvPr/>
        </p:nvGrpSpPr>
        <p:grpSpPr>
          <a:xfrm>
            <a:off x="4510472" y="1810434"/>
            <a:ext cx="2956685" cy="1248093"/>
            <a:chOff x="5046099" y="1881926"/>
            <a:chExt cx="2956685" cy="1248093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6F3EE4-B640-1886-7B1C-279A8F4B8DA4}"/>
                </a:ext>
              </a:extLst>
            </p:cNvPr>
            <p:cNvGrpSpPr/>
            <p:nvPr/>
          </p:nvGrpSpPr>
          <p:grpSpPr>
            <a:xfrm>
              <a:off x="5046099" y="1881926"/>
              <a:ext cx="1124864" cy="1248093"/>
              <a:chOff x="2471323" y="3073037"/>
              <a:chExt cx="1124864" cy="1248093"/>
            </a:xfrm>
          </p:grpSpPr>
          <p:grpSp>
            <p:nvGrpSpPr>
              <p:cNvPr id="24" name="Gruppieren 23">
                <a:extLst>
                  <a:ext uri="{FF2B5EF4-FFF2-40B4-BE49-F238E27FC236}">
                    <a16:creationId xmlns:a16="http://schemas.microsoft.com/office/drawing/2014/main" id="{9CE77E3E-95C8-5874-A5C6-6171F489D915}"/>
                  </a:ext>
                </a:extLst>
              </p:cNvPr>
              <p:cNvGrpSpPr/>
              <p:nvPr/>
            </p:nvGrpSpPr>
            <p:grpSpPr>
              <a:xfrm>
                <a:off x="2471323" y="3278090"/>
                <a:ext cx="1039143" cy="1043040"/>
                <a:chOff x="7954338" y="203337"/>
                <a:chExt cx="1275466" cy="1149452"/>
              </a:xfrm>
            </p:grpSpPr>
            <p:pic>
              <p:nvPicPr>
                <p:cNvPr id="26" name="Grafik 25">
                  <a:extLst>
                    <a:ext uri="{FF2B5EF4-FFF2-40B4-BE49-F238E27FC236}">
                      <a16:creationId xmlns:a16="http://schemas.microsoft.com/office/drawing/2014/main" id="{B00B1A7D-B844-48EB-BA33-2E4D569B24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22679" t="14811" r="19766" b="18544"/>
                <a:stretch>
                  <a:fillRect/>
                </a:stretch>
              </p:blipFill>
              <p:spPr>
                <a:xfrm>
                  <a:off x="7954338" y="203337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29" name="Textfeld 28">
                  <a:extLst>
                    <a:ext uri="{FF2B5EF4-FFF2-40B4-BE49-F238E27FC236}">
                      <a16:creationId xmlns:a16="http://schemas.microsoft.com/office/drawing/2014/main" id="{0106D9DE-E364-716F-1362-48E880CB08A3}"/>
                    </a:ext>
                  </a:extLst>
                </p:cNvPr>
                <p:cNvSpPr txBox="1"/>
                <p:nvPr/>
              </p:nvSpPr>
              <p:spPr>
                <a:xfrm>
                  <a:off x="8496319" y="1024996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CC4F13DC-28E0-72F3-7492-55CE7E2EEA63}"/>
                  </a:ext>
                </a:extLst>
              </p:cNvPr>
              <p:cNvSpPr txBox="1"/>
              <p:nvPr/>
            </p:nvSpPr>
            <p:spPr>
              <a:xfrm>
                <a:off x="2686964" y="3073037"/>
                <a:ext cx="90922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Agente1900</a:t>
                </a:r>
              </a:p>
            </p:txBody>
          </p:sp>
        </p:grp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0CFEA6C2-D718-7071-A4EF-11292B402E9B}"/>
                </a:ext>
              </a:extLst>
            </p:cNvPr>
            <p:cNvSpPr txBox="1"/>
            <p:nvPr/>
          </p:nvSpPr>
          <p:spPr>
            <a:xfrm>
              <a:off x="6159291" y="2274315"/>
              <a:ext cx="184349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Reward_SystemA</a:t>
              </a:r>
            </a:p>
            <a:p>
              <a:r>
                <a:rPr lang="es-ES_tradnl" sz="1100" noProof="1"/>
                <a:t>Run_x860, 2000 eps</a:t>
              </a:r>
            </a:p>
            <a:p>
              <a:r>
                <a:rPr lang="es-ES_tradnl" sz="1100" noProof="1"/>
                <a:t>Checkpoint1900</a:t>
              </a:r>
            </a:p>
          </p:txBody>
        </p: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582497E4-C198-1264-E2D7-19E264F941F6}"/>
              </a:ext>
            </a:extLst>
          </p:cNvPr>
          <p:cNvGrpSpPr/>
          <p:nvPr/>
        </p:nvGrpSpPr>
        <p:grpSpPr>
          <a:xfrm>
            <a:off x="1288234" y="3675066"/>
            <a:ext cx="2870221" cy="1226891"/>
            <a:chOff x="1871007" y="4084191"/>
            <a:chExt cx="2870221" cy="1226891"/>
          </a:xfrm>
        </p:grpSpPr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1B4C8485-FE36-2D8B-2C35-7834773B47D9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37" name="Grafik 36">
                <a:extLst>
                  <a:ext uri="{FF2B5EF4-FFF2-40B4-BE49-F238E27FC236}">
                    <a16:creationId xmlns:a16="http://schemas.microsoft.com/office/drawing/2014/main" id="{87F5A5F6-B7AA-EFFC-E0AC-79B1B4C0BF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AAB2486A-B3B7-5DEA-EC22-25DDC36C738A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9EBD63CA-2723-E210-2010-9D75144E4F97}"/>
                </a:ext>
              </a:extLst>
            </p:cNvPr>
            <p:cNvSpPr txBox="1"/>
            <p:nvPr/>
          </p:nvSpPr>
          <p:spPr>
            <a:xfrm>
              <a:off x="1935966" y="4084191"/>
              <a:ext cx="8627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500</a:t>
              </a:r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CF4CC0D3-AA76-2D02-863F-E6ECE3E44D9E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Reward_SystemA</a:t>
              </a:r>
            </a:p>
            <a:p>
              <a:r>
                <a:rPr lang="es-ES_tradnl" sz="1100" noProof="1"/>
                <a:t>Run_x519, 1000eps</a:t>
              </a:r>
            </a:p>
            <a:p>
              <a:r>
                <a:rPr lang="es-ES_tradnl" sz="1100" noProof="1"/>
                <a:t>Checkpoint500</a:t>
              </a:r>
            </a:p>
          </p:txBody>
        </p:sp>
      </p:grpSp>
      <p:cxnSp>
        <p:nvCxnSpPr>
          <p:cNvPr id="51" name="Gewinkelte Verbindung 50">
            <a:extLst>
              <a:ext uri="{FF2B5EF4-FFF2-40B4-BE49-F238E27FC236}">
                <a16:creationId xmlns:a16="http://schemas.microsoft.com/office/drawing/2014/main" id="{F4A71D6F-5B7D-CF2B-0F48-2798EB8A5F52}"/>
              </a:ext>
            </a:extLst>
          </p:cNvPr>
          <p:cNvCxnSpPr>
            <a:cxnSpLocks/>
            <a:stCxn id="29" idx="2"/>
            <a:endCxn id="36" idx="0"/>
          </p:cNvCxnSpPr>
          <p:nvPr/>
        </p:nvCxnSpPr>
        <p:spPr>
          <a:xfrm rot="5400000">
            <a:off x="3168825" y="1638423"/>
            <a:ext cx="652376" cy="3420906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Gewinkelte Verbindung 57">
            <a:extLst>
              <a:ext uri="{FF2B5EF4-FFF2-40B4-BE49-F238E27FC236}">
                <a16:creationId xmlns:a16="http://schemas.microsoft.com/office/drawing/2014/main" id="{6ADFEB3B-9C93-1B0F-0BB7-25360852C359}"/>
              </a:ext>
            </a:extLst>
          </p:cNvPr>
          <p:cNvCxnSpPr>
            <a:cxnSpLocks/>
            <a:stCxn id="29" idx="2"/>
            <a:endCxn id="88" idx="0"/>
          </p:cNvCxnSpPr>
          <p:nvPr/>
        </p:nvCxnSpPr>
        <p:spPr>
          <a:xfrm rot="16200000" flipH="1">
            <a:off x="6559534" y="1668621"/>
            <a:ext cx="645798" cy="3353935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78E9573A-4296-71D8-FA17-D91C53243605}"/>
              </a:ext>
            </a:extLst>
          </p:cNvPr>
          <p:cNvGrpSpPr/>
          <p:nvPr/>
        </p:nvGrpSpPr>
        <p:grpSpPr>
          <a:xfrm>
            <a:off x="6545408" y="3668486"/>
            <a:ext cx="3181554" cy="2109434"/>
            <a:chOff x="6169323" y="3707990"/>
            <a:chExt cx="3181554" cy="2109434"/>
          </a:xfrm>
        </p:grpSpPr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A5BF588E-F563-25A2-6AFF-0756EB9D71C4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89" name="Gruppieren 88">
                <a:extLst>
                  <a:ext uri="{FF2B5EF4-FFF2-40B4-BE49-F238E27FC236}">
                    <a16:creationId xmlns:a16="http://schemas.microsoft.com/office/drawing/2014/main" id="{3524648C-E513-D2B6-AF73-0FCD3546BC15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91" name="Grafik 90">
                  <a:extLst>
                    <a:ext uri="{FF2B5EF4-FFF2-40B4-BE49-F238E27FC236}">
                      <a16:creationId xmlns:a16="http://schemas.microsoft.com/office/drawing/2014/main" id="{30E3E8B5-5CB5-DA6D-5E79-204B9B07C0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22F77D47-9BF4-06BF-FA9D-CB3EC9D6996B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249189A1-506D-5E45-774B-31F52DFBC3B7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93807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1000</a:t>
                </a:r>
              </a:p>
            </p:txBody>
          </p:sp>
        </p:grp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B6FAB61E-6820-865F-0F42-95AED2130570}"/>
                </a:ext>
              </a:extLst>
            </p:cNvPr>
            <p:cNvSpPr txBox="1"/>
            <p:nvPr/>
          </p:nvSpPr>
          <p:spPr>
            <a:xfrm>
              <a:off x="6169323" y="5103715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Checkpoint1000</a:t>
              </a:r>
              <a:endParaRPr lang="es-ES_tradnl" sz="1100" b="1" noProof="1"/>
            </a:p>
          </p:txBody>
        </p: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9F16580E-B400-6D2D-78C3-76A026A0429F}"/>
                </a:ext>
              </a:extLst>
            </p:cNvPr>
            <p:cNvSpPr txBox="1"/>
            <p:nvPr/>
          </p:nvSpPr>
          <p:spPr>
            <a:xfrm>
              <a:off x="7015754" y="3707990"/>
              <a:ext cx="2335123" cy="7694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Run_x732, 1000eps</a:t>
              </a:r>
            </a:p>
            <a:p>
              <a:r>
                <a:rPr lang="es-ES_tradnl" sz="1100" noProof="1"/>
                <a:t>StdDev:0.2 StdDevmin:0.1</a:t>
              </a: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01041E-202E-F7F7-E583-778B5094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526" y="6356350"/>
            <a:ext cx="10497424" cy="365125"/>
          </a:xfrm>
        </p:spPr>
        <p:txBody>
          <a:bodyPr/>
          <a:lstStyle/>
          <a:p>
            <a:r>
              <a:rPr lang="es-ES_tradnl" sz="900" dirty="0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53AE99-2AFE-70EA-8398-397C48634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72304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DE1E7-8503-2A9E-EDA4-4BC715738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79739A2A-6823-1FC6-361B-CA38553AFAE3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chemeClr val="accent4">
              <a:alpha val="239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5F7A785A-549D-0812-9AD6-8EB884EFE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0D5CEAF1-B799-8092-82D3-911B8DEBF8A5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262B74DB-54E5-471C-78FF-B1E261DD3411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EA37E740-4483-32C1-A8BC-C33CA09BC4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4ABD66BA-756A-3E65-EF45-169CCD9453AF}"/>
              </a:ext>
            </a:extLst>
          </p:cNvPr>
          <p:cNvSpPr txBox="1"/>
          <p:nvPr/>
        </p:nvSpPr>
        <p:spPr>
          <a:xfrm>
            <a:off x="340469" y="1382633"/>
            <a:ext cx="1016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Seguimiento y Curriculum</a:t>
            </a:r>
            <a:endParaRPr lang="es-ES_tradnl" sz="2000" b="1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2D8102F-AD5A-F1C9-DC50-35525D2FAF05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</a:t>
            </a:r>
          </a:p>
        </p:txBody>
      </p: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A83216D2-8460-478A-19E0-798548408E2C}"/>
              </a:ext>
            </a:extLst>
          </p:cNvPr>
          <p:cNvGrpSpPr/>
          <p:nvPr/>
        </p:nvGrpSpPr>
        <p:grpSpPr>
          <a:xfrm>
            <a:off x="2370619" y="1921967"/>
            <a:ext cx="2956685" cy="1248093"/>
            <a:chOff x="5046099" y="1881926"/>
            <a:chExt cx="2956685" cy="1248093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3FD11E9D-3632-1A21-9D06-A34A170D45D8}"/>
                </a:ext>
              </a:extLst>
            </p:cNvPr>
            <p:cNvGrpSpPr/>
            <p:nvPr/>
          </p:nvGrpSpPr>
          <p:grpSpPr>
            <a:xfrm>
              <a:off x="5046099" y="1881926"/>
              <a:ext cx="1124864" cy="1248093"/>
              <a:chOff x="2471323" y="3073037"/>
              <a:chExt cx="1124864" cy="1248093"/>
            </a:xfrm>
          </p:grpSpPr>
          <p:grpSp>
            <p:nvGrpSpPr>
              <p:cNvPr id="24" name="Gruppieren 23">
                <a:extLst>
                  <a:ext uri="{FF2B5EF4-FFF2-40B4-BE49-F238E27FC236}">
                    <a16:creationId xmlns:a16="http://schemas.microsoft.com/office/drawing/2014/main" id="{9D015F6F-206E-50B8-E977-494200748F4E}"/>
                  </a:ext>
                </a:extLst>
              </p:cNvPr>
              <p:cNvGrpSpPr/>
              <p:nvPr/>
            </p:nvGrpSpPr>
            <p:grpSpPr>
              <a:xfrm>
                <a:off x="2471323" y="3278090"/>
                <a:ext cx="1039143" cy="1043040"/>
                <a:chOff x="7954338" y="203337"/>
                <a:chExt cx="1275466" cy="1149452"/>
              </a:xfrm>
            </p:grpSpPr>
            <p:pic>
              <p:nvPicPr>
                <p:cNvPr id="26" name="Grafik 25">
                  <a:extLst>
                    <a:ext uri="{FF2B5EF4-FFF2-40B4-BE49-F238E27FC236}">
                      <a16:creationId xmlns:a16="http://schemas.microsoft.com/office/drawing/2014/main" id="{A3C2D90C-2B98-AB29-4B68-0C8BDCF1B3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22679" t="14811" r="19766" b="18544"/>
                <a:stretch>
                  <a:fillRect/>
                </a:stretch>
              </p:blipFill>
              <p:spPr>
                <a:xfrm>
                  <a:off x="7954338" y="203337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29" name="Textfeld 28">
                  <a:extLst>
                    <a:ext uri="{FF2B5EF4-FFF2-40B4-BE49-F238E27FC236}">
                      <a16:creationId xmlns:a16="http://schemas.microsoft.com/office/drawing/2014/main" id="{9093DD8E-C56C-7871-840B-00DAADD40EB9}"/>
                    </a:ext>
                  </a:extLst>
                </p:cNvPr>
                <p:cNvSpPr txBox="1"/>
                <p:nvPr/>
              </p:nvSpPr>
              <p:spPr>
                <a:xfrm>
                  <a:off x="8496319" y="1024996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4B6A53BE-A73B-772C-FD2D-F948DAABCA77}"/>
                  </a:ext>
                </a:extLst>
              </p:cNvPr>
              <p:cNvSpPr txBox="1"/>
              <p:nvPr/>
            </p:nvSpPr>
            <p:spPr>
              <a:xfrm>
                <a:off x="2686964" y="3073037"/>
                <a:ext cx="90922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Agente1900</a:t>
                </a:r>
              </a:p>
            </p:txBody>
          </p:sp>
        </p:grp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3CF44C3F-33EE-8A34-7E13-5D1B589DC1F3}"/>
                </a:ext>
              </a:extLst>
            </p:cNvPr>
            <p:cNvSpPr txBox="1"/>
            <p:nvPr/>
          </p:nvSpPr>
          <p:spPr>
            <a:xfrm>
              <a:off x="6159291" y="2274315"/>
              <a:ext cx="184349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Reward_SystemA</a:t>
              </a:r>
            </a:p>
            <a:p>
              <a:r>
                <a:rPr lang="es-ES_tradnl" sz="1100" noProof="1"/>
                <a:t>Run_x860, 2000 eps</a:t>
              </a:r>
            </a:p>
            <a:p>
              <a:r>
                <a:rPr lang="es-ES_tradnl" sz="1100" noProof="1"/>
                <a:t>Checkpoint1900</a:t>
              </a:r>
            </a:p>
          </p:txBody>
        </p: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AD0AE83B-E9A0-4238-6645-32976A1980F7}"/>
              </a:ext>
            </a:extLst>
          </p:cNvPr>
          <p:cNvGrpSpPr/>
          <p:nvPr/>
        </p:nvGrpSpPr>
        <p:grpSpPr>
          <a:xfrm>
            <a:off x="627924" y="3792864"/>
            <a:ext cx="2870221" cy="1226891"/>
            <a:chOff x="1871007" y="4084191"/>
            <a:chExt cx="2870221" cy="1226891"/>
          </a:xfrm>
        </p:grpSpPr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842E7D4D-254E-2EC2-D7DF-66B8EE61DB65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37" name="Grafik 36">
                <a:extLst>
                  <a:ext uri="{FF2B5EF4-FFF2-40B4-BE49-F238E27FC236}">
                    <a16:creationId xmlns:a16="http://schemas.microsoft.com/office/drawing/2014/main" id="{8375E759-EA61-A1C6-7311-ABE8A2F242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E1CA329E-5CC4-32CA-2EAB-0A76682E98D8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B36798C6-386A-5B88-0DFB-0C8CE79BC89A}"/>
                </a:ext>
              </a:extLst>
            </p:cNvPr>
            <p:cNvSpPr txBox="1"/>
            <p:nvPr/>
          </p:nvSpPr>
          <p:spPr>
            <a:xfrm>
              <a:off x="1935966" y="4084191"/>
              <a:ext cx="8627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500</a:t>
              </a:r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DFE81990-D802-3315-64C5-834BAB57CEFF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Reward_SystemA</a:t>
              </a:r>
            </a:p>
            <a:p>
              <a:r>
                <a:rPr lang="es-ES_tradnl" sz="1100" noProof="1"/>
                <a:t>Run_x519, 1000eps</a:t>
              </a:r>
            </a:p>
            <a:p>
              <a:r>
                <a:rPr lang="es-ES_tradnl" sz="1100" noProof="1"/>
                <a:t>Checkpoint500</a:t>
              </a:r>
            </a:p>
          </p:txBody>
        </p:sp>
      </p:grpSp>
      <p:cxnSp>
        <p:nvCxnSpPr>
          <p:cNvPr id="51" name="Gewinkelte Verbindung 50">
            <a:extLst>
              <a:ext uri="{FF2B5EF4-FFF2-40B4-BE49-F238E27FC236}">
                <a16:creationId xmlns:a16="http://schemas.microsoft.com/office/drawing/2014/main" id="{D6FDED97-4535-9D57-6807-D33FEE589E01}"/>
              </a:ext>
            </a:extLst>
          </p:cNvPr>
          <p:cNvCxnSpPr>
            <a:cxnSpLocks/>
            <a:stCxn id="29" idx="2"/>
            <a:endCxn id="36" idx="0"/>
          </p:cNvCxnSpPr>
          <p:nvPr/>
        </p:nvCxnSpPr>
        <p:spPr>
          <a:xfrm rot="5400000">
            <a:off x="1765614" y="2492864"/>
            <a:ext cx="658643" cy="1941361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Gewinkelte Verbindung 57">
            <a:extLst>
              <a:ext uri="{FF2B5EF4-FFF2-40B4-BE49-F238E27FC236}">
                <a16:creationId xmlns:a16="http://schemas.microsoft.com/office/drawing/2014/main" id="{C2DA47ED-4142-1394-2DD5-24E0D9DA6E4A}"/>
              </a:ext>
            </a:extLst>
          </p:cNvPr>
          <p:cNvCxnSpPr>
            <a:cxnSpLocks/>
            <a:stCxn id="29" idx="2"/>
            <a:endCxn id="96" idx="0"/>
          </p:cNvCxnSpPr>
          <p:nvPr/>
        </p:nvCxnSpPr>
        <p:spPr>
          <a:xfrm rot="16200000" flipH="1">
            <a:off x="3598189" y="2601645"/>
            <a:ext cx="657244" cy="1722396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C027665C-6920-F252-00AE-380FB3BD2A6D}"/>
              </a:ext>
            </a:extLst>
          </p:cNvPr>
          <p:cNvGrpSpPr/>
          <p:nvPr/>
        </p:nvGrpSpPr>
        <p:grpSpPr>
          <a:xfrm>
            <a:off x="7323177" y="3957131"/>
            <a:ext cx="3181554" cy="2271480"/>
            <a:chOff x="6169323" y="3545944"/>
            <a:chExt cx="3181554" cy="2271480"/>
          </a:xfrm>
        </p:grpSpPr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89D80E82-D1C1-861A-01A3-A190A1A0D661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89" name="Gruppieren 88">
                <a:extLst>
                  <a:ext uri="{FF2B5EF4-FFF2-40B4-BE49-F238E27FC236}">
                    <a16:creationId xmlns:a16="http://schemas.microsoft.com/office/drawing/2014/main" id="{7D9C10D8-568B-D1E6-E766-D6DE3B89360C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91" name="Grafik 90">
                  <a:extLst>
                    <a:ext uri="{FF2B5EF4-FFF2-40B4-BE49-F238E27FC236}">
                      <a16:creationId xmlns:a16="http://schemas.microsoft.com/office/drawing/2014/main" id="{C7A47D7D-2FAA-2A5F-3BED-D9E445C36D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013ABBE3-7472-EB4F-4FFE-70CAA43E3C74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3137B48A-0761-6123-8B36-015706096D75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86273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400</a:t>
                </a:r>
              </a:p>
            </p:txBody>
          </p:sp>
        </p:grp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B5F0FF83-1E4A-7384-EE2B-13D7498C48B1}"/>
                </a:ext>
              </a:extLst>
            </p:cNvPr>
            <p:cNvSpPr txBox="1"/>
            <p:nvPr/>
          </p:nvSpPr>
          <p:spPr>
            <a:xfrm>
              <a:off x="6169323" y="5103715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Checkpoint400</a:t>
              </a:r>
            </a:p>
          </p:txBody>
        </p: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B68C9DAA-1007-82B5-D598-9F8862A3A8D5}"/>
                </a:ext>
              </a:extLst>
            </p:cNvPr>
            <p:cNvSpPr txBox="1"/>
            <p:nvPr/>
          </p:nvSpPr>
          <p:spPr>
            <a:xfrm>
              <a:off x="7015754" y="3545944"/>
              <a:ext cx="2335123" cy="9387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Reward_SystemDE</a:t>
              </a:r>
            </a:p>
            <a:p>
              <a:r>
                <a:rPr lang="es-ES_tradnl" sz="1100" noProof="1"/>
                <a:t>Run_x853, 400eps</a:t>
              </a:r>
            </a:p>
            <a:p>
              <a:r>
                <a:rPr lang="es-ES_tradnl" sz="1100" noProof="1"/>
                <a:t>StdDev:0.2 StdDevmin:0.1</a:t>
              </a:r>
            </a:p>
            <a:p>
              <a:endParaRPr lang="es-ES_tradnl" sz="1100" noProof="1"/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A8E091FB-6CAC-21F4-786A-20B71D75CA9E}"/>
              </a:ext>
            </a:extLst>
          </p:cNvPr>
          <p:cNvGrpSpPr/>
          <p:nvPr/>
        </p:nvGrpSpPr>
        <p:grpSpPr>
          <a:xfrm>
            <a:off x="4254013" y="3791467"/>
            <a:ext cx="2870221" cy="1226891"/>
            <a:chOff x="1871007" y="4084191"/>
            <a:chExt cx="2870221" cy="1226891"/>
          </a:xfrm>
        </p:grpSpPr>
        <p:grpSp>
          <p:nvGrpSpPr>
            <p:cNvPr id="95" name="Gruppieren 94">
              <a:extLst>
                <a:ext uri="{FF2B5EF4-FFF2-40B4-BE49-F238E27FC236}">
                  <a16:creationId xmlns:a16="http://schemas.microsoft.com/office/drawing/2014/main" id="{1BBA2149-A987-9FD8-9F42-6753D2357D35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98" name="Grafik 97">
                <a:extLst>
                  <a:ext uri="{FF2B5EF4-FFF2-40B4-BE49-F238E27FC236}">
                    <a16:creationId xmlns:a16="http://schemas.microsoft.com/office/drawing/2014/main" id="{C44C110F-D68C-7B7D-6B20-4511C0DF44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AD0FFB6B-C393-6379-72B4-91F65F436532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C9E4F5D2-8B86-5DA3-368C-3DAD965191B9}"/>
                </a:ext>
              </a:extLst>
            </p:cNvPr>
            <p:cNvSpPr txBox="1"/>
            <p:nvPr/>
          </p:nvSpPr>
          <p:spPr>
            <a:xfrm>
              <a:off x="1935966" y="4084191"/>
              <a:ext cx="93807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1000</a:t>
              </a:r>
            </a:p>
          </p:txBody>
        </p:sp>
        <p:sp>
          <p:nvSpPr>
            <p:cNvPr id="97" name="Textfeld 96">
              <a:extLst>
                <a:ext uri="{FF2B5EF4-FFF2-40B4-BE49-F238E27FC236}">
                  <a16:creationId xmlns:a16="http://schemas.microsoft.com/office/drawing/2014/main" id="{B9D29743-B61D-2049-9B41-138C566A49D8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Run_x732, 1000eps</a:t>
              </a:r>
            </a:p>
            <a:p>
              <a:r>
                <a:rPr lang="es-ES_tradnl" sz="1100" noProof="1"/>
                <a:t>Checkpoint1000</a:t>
              </a:r>
            </a:p>
          </p:txBody>
        </p:sp>
      </p:grp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D293D6D6-876D-94EC-8AD2-8CDB310FCA6A}"/>
              </a:ext>
            </a:extLst>
          </p:cNvPr>
          <p:cNvCxnSpPr>
            <a:cxnSpLocks/>
            <a:stCxn id="97" idx="3"/>
            <a:endCxn id="88" idx="1"/>
          </p:cNvCxnSpPr>
          <p:nvPr/>
        </p:nvCxnSpPr>
        <p:spPr>
          <a:xfrm>
            <a:off x="7124232" y="4420827"/>
            <a:ext cx="1045376" cy="566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ED9E7FAB-2A5C-22E6-C775-8C91CDD61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526" y="6356350"/>
            <a:ext cx="10497424" cy="365125"/>
          </a:xfrm>
        </p:spPr>
        <p:txBody>
          <a:bodyPr/>
          <a:lstStyle/>
          <a:p>
            <a:r>
              <a:rPr lang="es-ES_tradnl" sz="900" dirty="0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1929BC-94B2-C9A6-8747-30BBD4DC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03563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BD5D2-A9E0-8DDC-2F50-3C00C2FA2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1A3B7BC7-8B76-08A1-EEA2-E2876FD31F62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chemeClr val="accent4">
              <a:alpha val="239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0AE94939-4FC3-1FF5-6846-543542EBF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08ADB3BB-78C9-11E9-6FF0-52D74AC6A384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224F800B-7A8B-CE41-EE1B-542606E1882F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415F3C21-0CE3-E699-91C0-6DAD0EFB84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5D558A4E-45A6-5754-08E3-F4FFC4E0CAAC}"/>
              </a:ext>
            </a:extLst>
          </p:cNvPr>
          <p:cNvSpPr txBox="1"/>
          <p:nvPr/>
        </p:nvSpPr>
        <p:spPr>
          <a:xfrm>
            <a:off x="340469" y="1382633"/>
            <a:ext cx="1016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Seguimiento y Curriculum</a:t>
            </a:r>
            <a:endParaRPr lang="es-ES_tradnl" sz="2000" b="1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7320C15D-5650-6320-9EEE-94F2A8032303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</a:t>
            </a:r>
          </a:p>
        </p:txBody>
      </p:sp>
      <p:cxnSp>
        <p:nvCxnSpPr>
          <p:cNvPr id="58" name="Gewinkelte Verbindung 57">
            <a:extLst>
              <a:ext uri="{FF2B5EF4-FFF2-40B4-BE49-F238E27FC236}">
                <a16:creationId xmlns:a16="http://schemas.microsoft.com/office/drawing/2014/main" id="{81D9603C-6412-AA0B-A538-C753E95BCBC4}"/>
              </a:ext>
            </a:extLst>
          </p:cNvPr>
          <p:cNvCxnSpPr>
            <a:cxnSpLocks/>
            <a:stCxn id="9" idx="2"/>
            <a:endCxn id="96" idx="0"/>
          </p:cNvCxnSpPr>
          <p:nvPr/>
        </p:nvCxnSpPr>
        <p:spPr>
          <a:xfrm rot="16200000" flipH="1">
            <a:off x="2710722" y="2733922"/>
            <a:ext cx="667834" cy="1675595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3B17E137-8A43-D96D-A14B-BC49F7F84B4B}"/>
              </a:ext>
            </a:extLst>
          </p:cNvPr>
          <p:cNvGrpSpPr/>
          <p:nvPr/>
        </p:nvGrpSpPr>
        <p:grpSpPr>
          <a:xfrm>
            <a:off x="7096167" y="4141845"/>
            <a:ext cx="3181554" cy="2169880"/>
            <a:chOff x="6169323" y="3647544"/>
            <a:chExt cx="3181554" cy="2169880"/>
          </a:xfrm>
        </p:grpSpPr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91984C00-9087-74B9-AC16-36444A38CE59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89" name="Gruppieren 88">
                <a:extLst>
                  <a:ext uri="{FF2B5EF4-FFF2-40B4-BE49-F238E27FC236}">
                    <a16:creationId xmlns:a16="http://schemas.microsoft.com/office/drawing/2014/main" id="{6FA7BB33-4B7D-4B37-3A52-D75F17C6E890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91" name="Grafik 90">
                  <a:extLst>
                    <a:ext uri="{FF2B5EF4-FFF2-40B4-BE49-F238E27FC236}">
                      <a16:creationId xmlns:a16="http://schemas.microsoft.com/office/drawing/2014/main" id="{EF769FD8-6E4E-F6B6-4B88-6D10ED3377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44A5DBDC-FB66-A007-991A-69F661815BCD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7B38C141-12B5-DC33-396F-212F0A8F2C85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86273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100</a:t>
                </a:r>
              </a:p>
            </p:txBody>
          </p:sp>
        </p:grp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A8A67DFE-C3F7-5835-6260-6C04F8B6ECE1}"/>
                </a:ext>
              </a:extLst>
            </p:cNvPr>
            <p:cNvSpPr txBox="1"/>
            <p:nvPr/>
          </p:nvSpPr>
          <p:spPr>
            <a:xfrm>
              <a:off x="6169323" y="5103715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Checkpoint100</a:t>
              </a:r>
            </a:p>
          </p:txBody>
        </p: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69EB9301-A683-CF2C-3099-AF6BF72DD84B}"/>
                </a:ext>
              </a:extLst>
            </p:cNvPr>
            <p:cNvSpPr txBox="1"/>
            <p:nvPr/>
          </p:nvSpPr>
          <p:spPr>
            <a:xfrm>
              <a:off x="7015754" y="3647544"/>
              <a:ext cx="2335123" cy="7694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Reward_SystemF</a:t>
              </a:r>
            </a:p>
            <a:p>
              <a:r>
                <a:rPr lang="es-ES_tradnl" sz="1100" noProof="1"/>
                <a:t>Run_x569, 500eps</a:t>
              </a:r>
            </a:p>
            <a:p>
              <a:endParaRPr lang="es-ES_tradnl" sz="1100" noProof="1"/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20447741-13A6-C526-2AFF-32854F0F6BF2}"/>
              </a:ext>
            </a:extLst>
          </p:cNvPr>
          <p:cNvGrpSpPr/>
          <p:nvPr/>
        </p:nvGrpSpPr>
        <p:grpSpPr>
          <a:xfrm>
            <a:off x="3386111" y="3905637"/>
            <a:ext cx="2870221" cy="1226891"/>
            <a:chOff x="1871007" y="4084191"/>
            <a:chExt cx="2870221" cy="1226891"/>
          </a:xfrm>
        </p:grpSpPr>
        <p:grpSp>
          <p:nvGrpSpPr>
            <p:cNvPr id="95" name="Gruppieren 94">
              <a:extLst>
                <a:ext uri="{FF2B5EF4-FFF2-40B4-BE49-F238E27FC236}">
                  <a16:creationId xmlns:a16="http://schemas.microsoft.com/office/drawing/2014/main" id="{BD5A3D98-99E6-C9D5-328E-0527F38AA64C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98" name="Grafik 97">
                <a:extLst>
                  <a:ext uri="{FF2B5EF4-FFF2-40B4-BE49-F238E27FC236}">
                    <a16:creationId xmlns:a16="http://schemas.microsoft.com/office/drawing/2014/main" id="{5BC7EF9E-44D7-FFAD-EEE2-EE7FF92B86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6294D8A5-7A76-6175-E301-CFAD85FDF9B6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3C08AE7A-D476-83D2-1A15-78733D9E08B4}"/>
                </a:ext>
              </a:extLst>
            </p:cNvPr>
            <p:cNvSpPr txBox="1"/>
            <p:nvPr/>
          </p:nvSpPr>
          <p:spPr>
            <a:xfrm>
              <a:off x="1935966" y="4084191"/>
              <a:ext cx="8627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400</a:t>
              </a:r>
            </a:p>
          </p:txBody>
        </p:sp>
        <p:sp>
          <p:nvSpPr>
            <p:cNvPr id="97" name="Textfeld 96">
              <a:extLst>
                <a:ext uri="{FF2B5EF4-FFF2-40B4-BE49-F238E27FC236}">
                  <a16:creationId xmlns:a16="http://schemas.microsoft.com/office/drawing/2014/main" id="{98CE10F4-FCC9-7B63-06D6-2A4078692EDB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Reward_SystemDE</a:t>
              </a:r>
            </a:p>
            <a:p>
              <a:r>
                <a:rPr lang="es-ES_tradnl" sz="1100" noProof="1"/>
                <a:t>Run_x853, 400eps</a:t>
              </a:r>
            </a:p>
            <a:p>
              <a:r>
                <a:rPr lang="es-ES_tradnl" sz="1100" noProof="1"/>
                <a:t>Checkpoint4000</a:t>
              </a:r>
            </a:p>
          </p:txBody>
        </p:sp>
      </p:grp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C93E8DE1-CF29-8CF6-2BDE-E22668AB2CF5}"/>
              </a:ext>
            </a:extLst>
          </p:cNvPr>
          <p:cNvCxnSpPr>
            <a:cxnSpLocks/>
            <a:stCxn id="97" idx="3"/>
            <a:endCxn id="88" idx="1"/>
          </p:cNvCxnSpPr>
          <p:nvPr/>
        </p:nvCxnSpPr>
        <p:spPr>
          <a:xfrm flipV="1">
            <a:off x="6256330" y="4526568"/>
            <a:ext cx="1686268" cy="843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1C664B1-DF89-6276-CA3C-8103A0F2EB8F}"/>
              </a:ext>
            </a:extLst>
          </p:cNvPr>
          <p:cNvGrpSpPr/>
          <p:nvPr/>
        </p:nvGrpSpPr>
        <p:grpSpPr>
          <a:xfrm>
            <a:off x="1687272" y="2010912"/>
            <a:ext cx="2870221" cy="1226891"/>
            <a:chOff x="1871007" y="4084191"/>
            <a:chExt cx="2870221" cy="1226891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70EAE9DC-B4EE-7BA7-5837-5C0A5D29842F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9" name="Grafik 8">
                <a:extLst>
                  <a:ext uri="{FF2B5EF4-FFF2-40B4-BE49-F238E27FC236}">
                    <a16:creationId xmlns:a16="http://schemas.microsoft.com/office/drawing/2014/main" id="{2AB7BEA9-8F94-3E5F-A80F-E9AECFF0E7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F845F70-557F-6FE0-E549-7110595349AF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901F28B6-23BB-4E9B-4BC9-FCA1EF823301}"/>
                </a:ext>
              </a:extLst>
            </p:cNvPr>
            <p:cNvSpPr txBox="1"/>
            <p:nvPr/>
          </p:nvSpPr>
          <p:spPr>
            <a:xfrm>
              <a:off x="1935966" y="4084191"/>
              <a:ext cx="93807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1000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4CB6E127-43FF-B70C-D81F-08C6BE4EA7AB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Run_x732, 1000eps</a:t>
              </a:r>
            </a:p>
            <a:p>
              <a:r>
                <a:rPr lang="es-ES_tradnl" sz="1100" noProof="1"/>
                <a:t>Checkpoint1000</a:t>
              </a:r>
            </a:p>
          </p:txBody>
        </p:sp>
      </p:grp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A14542BE-4414-A5EA-B226-6DC749DC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526" y="6356350"/>
            <a:ext cx="10497424" cy="365125"/>
          </a:xfrm>
        </p:spPr>
        <p:txBody>
          <a:bodyPr/>
          <a:lstStyle/>
          <a:p>
            <a:r>
              <a:rPr lang="es-ES_tradnl" sz="900" dirty="0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CA8B599-A753-0367-C347-8E569A15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8064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E3555-B434-CBEF-2A99-5B277E81D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1050A3D8-DA46-6D4C-5D88-7D1A589E64DD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chemeClr val="accent4">
              <a:alpha val="239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02F2DC29-931D-16A0-D4EE-A81B70323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E36D8640-2382-ADA8-F1F0-1C75C6F15F4F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2B0D288F-2A18-E8AA-438F-1FD5EF1BE5A1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10378A8E-3B45-21CD-AB08-0214553E51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CFF4B360-664A-6852-211E-A11621445B78}"/>
              </a:ext>
            </a:extLst>
          </p:cNvPr>
          <p:cNvSpPr txBox="1"/>
          <p:nvPr/>
        </p:nvSpPr>
        <p:spPr>
          <a:xfrm>
            <a:off x="340469" y="1382633"/>
            <a:ext cx="1016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Seguimiento y Curriculum</a:t>
            </a:r>
            <a:endParaRPr lang="es-ES_tradnl" sz="2000" b="1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65E53E1-97D8-FFF2-DE3F-2C0DCED755A8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</a:t>
            </a:r>
          </a:p>
        </p:txBody>
      </p:sp>
      <p:cxnSp>
        <p:nvCxnSpPr>
          <p:cNvPr id="58" name="Gewinkelte Verbindung 57">
            <a:extLst>
              <a:ext uri="{FF2B5EF4-FFF2-40B4-BE49-F238E27FC236}">
                <a16:creationId xmlns:a16="http://schemas.microsoft.com/office/drawing/2014/main" id="{9E593A9D-DC66-59FF-625A-814DBA9010F7}"/>
              </a:ext>
            </a:extLst>
          </p:cNvPr>
          <p:cNvCxnSpPr>
            <a:cxnSpLocks/>
            <a:stCxn id="13" idx="2"/>
            <a:endCxn id="96" idx="0"/>
          </p:cNvCxnSpPr>
          <p:nvPr/>
        </p:nvCxnSpPr>
        <p:spPr>
          <a:xfrm rot="16200000" flipH="1">
            <a:off x="2910149" y="2933344"/>
            <a:ext cx="687741" cy="1256840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6AABB716-8578-390B-E8AF-9BE26F18A313}"/>
              </a:ext>
            </a:extLst>
          </p:cNvPr>
          <p:cNvGrpSpPr/>
          <p:nvPr/>
        </p:nvGrpSpPr>
        <p:grpSpPr>
          <a:xfrm>
            <a:off x="7096167" y="4141845"/>
            <a:ext cx="3181554" cy="2169880"/>
            <a:chOff x="6169323" y="3647544"/>
            <a:chExt cx="3181554" cy="2169880"/>
          </a:xfrm>
        </p:grpSpPr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ED191734-418D-0260-7B3A-E6DCA2D44E2C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89" name="Gruppieren 88">
                <a:extLst>
                  <a:ext uri="{FF2B5EF4-FFF2-40B4-BE49-F238E27FC236}">
                    <a16:creationId xmlns:a16="http://schemas.microsoft.com/office/drawing/2014/main" id="{F1E85E2C-07DA-F256-746A-C28604F8688E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91" name="Grafik 90">
                  <a:extLst>
                    <a:ext uri="{FF2B5EF4-FFF2-40B4-BE49-F238E27FC236}">
                      <a16:creationId xmlns:a16="http://schemas.microsoft.com/office/drawing/2014/main" id="{4D3DC79D-A132-8B2D-8670-A60A8397FA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697818B0-3D9D-890F-974E-DD41A2DF8CAD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12FDAFA3-3C82-61A7-2C49-88C1ABDB1512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93807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1600</a:t>
                </a:r>
              </a:p>
            </p:txBody>
          </p:sp>
        </p:grp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1A48D137-986D-D54E-BF77-AF11B9DF6802}"/>
                </a:ext>
              </a:extLst>
            </p:cNvPr>
            <p:cNvSpPr txBox="1"/>
            <p:nvPr/>
          </p:nvSpPr>
          <p:spPr>
            <a:xfrm>
              <a:off x="6169323" y="5103715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Checkpoint1600</a:t>
              </a:r>
            </a:p>
          </p:txBody>
        </p: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98092B21-2C01-7D1D-E3DC-2C714CF59930}"/>
                </a:ext>
              </a:extLst>
            </p:cNvPr>
            <p:cNvSpPr txBox="1"/>
            <p:nvPr/>
          </p:nvSpPr>
          <p:spPr>
            <a:xfrm>
              <a:off x="7015754" y="3647544"/>
              <a:ext cx="2335123" cy="7694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Run_x303, 2000eps</a:t>
              </a:r>
            </a:p>
            <a:p>
              <a:endParaRPr lang="es-ES_tradnl" sz="1100" noProof="1"/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F8E3306A-91D9-956A-4E84-73C6F30462CA}"/>
              </a:ext>
            </a:extLst>
          </p:cNvPr>
          <p:cNvGrpSpPr/>
          <p:nvPr/>
        </p:nvGrpSpPr>
        <p:grpSpPr>
          <a:xfrm>
            <a:off x="3386111" y="3905637"/>
            <a:ext cx="2870221" cy="1226891"/>
            <a:chOff x="1871007" y="4084191"/>
            <a:chExt cx="2870221" cy="1226891"/>
          </a:xfrm>
        </p:grpSpPr>
        <p:grpSp>
          <p:nvGrpSpPr>
            <p:cNvPr id="95" name="Gruppieren 94">
              <a:extLst>
                <a:ext uri="{FF2B5EF4-FFF2-40B4-BE49-F238E27FC236}">
                  <a16:creationId xmlns:a16="http://schemas.microsoft.com/office/drawing/2014/main" id="{3BE125BA-249E-F73A-F534-D652FFDABCA8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98" name="Grafik 97">
                <a:extLst>
                  <a:ext uri="{FF2B5EF4-FFF2-40B4-BE49-F238E27FC236}">
                    <a16:creationId xmlns:a16="http://schemas.microsoft.com/office/drawing/2014/main" id="{7A9D7E1F-F766-00A8-6D76-8D5B6A3664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D7AEDCBB-7A91-4B60-272E-8C8877E2DE18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5805E268-2186-9577-5824-D48F64D6D460}"/>
                </a:ext>
              </a:extLst>
            </p:cNvPr>
            <p:cNvSpPr txBox="1"/>
            <p:nvPr/>
          </p:nvSpPr>
          <p:spPr>
            <a:xfrm>
              <a:off x="1935966" y="4084191"/>
              <a:ext cx="8627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100</a:t>
              </a:r>
            </a:p>
          </p:txBody>
        </p:sp>
        <p:sp>
          <p:nvSpPr>
            <p:cNvPr id="97" name="Textfeld 96">
              <a:extLst>
                <a:ext uri="{FF2B5EF4-FFF2-40B4-BE49-F238E27FC236}">
                  <a16:creationId xmlns:a16="http://schemas.microsoft.com/office/drawing/2014/main" id="{BAF81CD8-7A3D-8B23-181E-4E2D24730F01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Reward_SystemF</a:t>
              </a:r>
            </a:p>
            <a:p>
              <a:r>
                <a:rPr lang="es-ES_tradnl" sz="1100" noProof="1"/>
                <a:t>Run_x569, 500eps</a:t>
              </a:r>
            </a:p>
            <a:p>
              <a:r>
                <a:rPr lang="es-ES_tradnl" sz="1100" noProof="1"/>
                <a:t>Checkpoint100</a:t>
              </a:r>
            </a:p>
          </p:txBody>
        </p:sp>
      </p:grp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65AD0354-22CB-F274-466F-062E05402BBA}"/>
              </a:ext>
            </a:extLst>
          </p:cNvPr>
          <p:cNvCxnSpPr>
            <a:cxnSpLocks/>
            <a:stCxn id="97" idx="3"/>
            <a:endCxn id="88" idx="1"/>
          </p:cNvCxnSpPr>
          <p:nvPr/>
        </p:nvCxnSpPr>
        <p:spPr>
          <a:xfrm flipV="1">
            <a:off x="6256330" y="4526568"/>
            <a:ext cx="1686268" cy="843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42E78E4-D8E8-4F66-09ED-AD0F78BD8063}"/>
              </a:ext>
            </a:extLst>
          </p:cNvPr>
          <p:cNvGrpSpPr/>
          <p:nvPr/>
        </p:nvGrpSpPr>
        <p:grpSpPr>
          <a:xfrm>
            <a:off x="2106027" y="1991005"/>
            <a:ext cx="2870221" cy="1226891"/>
            <a:chOff x="1871007" y="4084191"/>
            <a:chExt cx="2870221" cy="1226891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CA75A945-0CAD-293B-213B-84BFA6324D05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13" name="Grafik 12">
                <a:extLst>
                  <a:ext uri="{FF2B5EF4-FFF2-40B4-BE49-F238E27FC236}">
                    <a16:creationId xmlns:a16="http://schemas.microsoft.com/office/drawing/2014/main" id="{DFBE455E-49DB-8EF9-9479-10B0B8CEA0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5B58A269-D9A3-8FE5-E124-6915CAE6A73E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76BB73F6-D6BA-1B41-DF5A-3740E0A07E5C}"/>
                </a:ext>
              </a:extLst>
            </p:cNvPr>
            <p:cNvSpPr txBox="1"/>
            <p:nvPr/>
          </p:nvSpPr>
          <p:spPr>
            <a:xfrm>
              <a:off x="1935966" y="4084191"/>
              <a:ext cx="8627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400</a:t>
              </a: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8C9AEB30-3CF2-D4EF-FB47-B1F513F93BB3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Reward_SystemDE</a:t>
              </a:r>
            </a:p>
            <a:p>
              <a:r>
                <a:rPr lang="es-ES_tradnl" sz="1100" noProof="1"/>
                <a:t>Run_x853, 400eps</a:t>
              </a:r>
            </a:p>
            <a:p>
              <a:r>
                <a:rPr lang="es-ES_tradnl" sz="1100" noProof="1"/>
                <a:t>Checkpoint4000</a:t>
              </a:r>
            </a:p>
          </p:txBody>
        </p:sp>
      </p:grp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F0DDAA9F-5FB0-4E9F-A9D4-2A375406A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526" y="6356350"/>
            <a:ext cx="10497424" cy="365125"/>
          </a:xfrm>
        </p:spPr>
        <p:txBody>
          <a:bodyPr/>
          <a:lstStyle/>
          <a:p>
            <a:r>
              <a:rPr lang="es-ES_tradnl" sz="900" dirty="0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850B2B-95A5-1A25-93C9-A3D51C4C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54035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EC12B-8FD1-94EC-CCD3-2CEEBE193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8FD5B937-C374-F4E3-D50A-8E285C194B5B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chemeClr val="accent4">
              <a:alpha val="239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FAC7AE3C-AF02-DA3B-474F-6E28D9F80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4904C4F4-2D8E-5A16-1797-B1F887E2F015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B5EEF1DF-DDEA-7AFB-0AB0-4785CA40EAB1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017AA82B-A1DC-2545-DC84-ED41478C75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369333D5-F72C-928B-503C-47AD6EE40B78}"/>
              </a:ext>
            </a:extLst>
          </p:cNvPr>
          <p:cNvSpPr txBox="1"/>
          <p:nvPr/>
        </p:nvSpPr>
        <p:spPr>
          <a:xfrm>
            <a:off x="340469" y="1382633"/>
            <a:ext cx="1016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Seguimiento y Curriculum</a:t>
            </a:r>
            <a:endParaRPr lang="es-ES_tradnl" sz="2000" b="1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348DCAA-B89B-6F50-C5CD-B326A2DF2471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</a:t>
            </a:r>
          </a:p>
        </p:txBody>
      </p:sp>
      <p:cxnSp>
        <p:nvCxnSpPr>
          <p:cNvPr id="58" name="Gewinkelte Verbindung 57">
            <a:extLst>
              <a:ext uri="{FF2B5EF4-FFF2-40B4-BE49-F238E27FC236}">
                <a16:creationId xmlns:a16="http://schemas.microsoft.com/office/drawing/2014/main" id="{46AFF5E9-F1CE-EC6D-CCF1-8E2D7A7F8A5F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2625597" y="3217893"/>
            <a:ext cx="1294510" cy="687742"/>
          </a:xfrm>
          <a:prstGeom prst="bentConnector2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8DC2DAE-CAE1-1D64-0CCB-BC4EAB952AFF}"/>
              </a:ext>
            </a:extLst>
          </p:cNvPr>
          <p:cNvGrpSpPr/>
          <p:nvPr/>
        </p:nvGrpSpPr>
        <p:grpSpPr>
          <a:xfrm>
            <a:off x="7096167" y="4141845"/>
            <a:ext cx="3181554" cy="2169880"/>
            <a:chOff x="6169323" y="3647544"/>
            <a:chExt cx="3181554" cy="2169880"/>
          </a:xfrm>
        </p:grpSpPr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011E7051-0C7B-DE3C-5068-093B05FB8FD7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89" name="Gruppieren 88">
                <a:extLst>
                  <a:ext uri="{FF2B5EF4-FFF2-40B4-BE49-F238E27FC236}">
                    <a16:creationId xmlns:a16="http://schemas.microsoft.com/office/drawing/2014/main" id="{1017AA6F-5264-A52B-81EE-2E83EDFC0C43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91" name="Grafik 90">
                  <a:extLst>
                    <a:ext uri="{FF2B5EF4-FFF2-40B4-BE49-F238E27FC236}">
                      <a16:creationId xmlns:a16="http://schemas.microsoft.com/office/drawing/2014/main" id="{7E7835B8-C577-85F6-DBFF-874645E8BF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25C50C5E-D2E5-7E4B-0B40-F9521BF4ACD6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3FAFC8D2-CED6-A53C-CF6F-0322B7B479CF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86273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600</a:t>
                </a:r>
              </a:p>
            </p:txBody>
          </p:sp>
        </p:grp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25E153EC-F87D-5652-DDCD-201D83E698C0}"/>
                </a:ext>
              </a:extLst>
            </p:cNvPr>
            <p:cNvSpPr txBox="1"/>
            <p:nvPr/>
          </p:nvSpPr>
          <p:spPr>
            <a:xfrm>
              <a:off x="6169323" y="5103715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Checkpoint600</a:t>
              </a:r>
            </a:p>
          </p:txBody>
        </p: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DF727FD6-6EC9-9A1F-6950-D8C4FFAFD52D}"/>
                </a:ext>
              </a:extLst>
            </p:cNvPr>
            <p:cNvSpPr txBox="1"/>
            <p:nvPr/>
          </p:nvSpPr>
          <p:spPr>
            <a:xfrm>
              <a:off x="7015754" y="3647544"/>
              <a:ext cx="2335123" cy="7694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Run_x681, 3000eps</a:t>
              </a:r>
            </a:p>
            <a:p>
              <a:endParaRPr lang="es-ES_tradnl" sz="1100" noProof="1"/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1A7DD4ED-3A9B-5A3F-54E9-D9E2D7A30932}"/>
              </a:ext>
            </a:extLst>
          </p:cNvPr>
          <p:cNvGrpSpPr/>
          <p:nvPr/>
        </p:nvGrpSpPr>
        <p:grpSpPr>
          <a:xfrm>
            <a:off x="3386111" y="3905637"/>
            <a:ext cx="2870221" cy="1226891"/>
            <a:chOff x="1871007" y="4084191"/>
            <a:chExt cx="2870221" cy="1226891"/>
          </a:xfrm>
        </p:grpSpPr>
        <p:grpSp>
          <p:nvGrpSpPr>
            <p:cNvPr id="95" name="Gruppieren 94">
              <a:extLst>
                <a:ext uri="{FF2B5EF4-FFF2-40B4-BE49-F238E27FC236}">
                  <a16:creationId xmlns:a16="http://schemas.microsoft.com/office/drawing/2014/main" id="{58C0BB05-5FC4-A98A-83D2-944F539BDABA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98" name="Grafik 97">
                <a:extLst>
                  <a:ext uri="{FF2B5EF4-FFF2-40B4-BE49-F238E27FC236}">
                    <a16:creationId xmlns:a16="http://schemas.microsoft.com/office/drawing/2014/main" id="{FFE4D958-6F54-1D90-D6E2-A0846157FF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796769CB-0BC7-5ADE-1996-994829014136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E1DF9EB7-0333-B51A-B95F-13C97AC18DC7}"/>
                </a:ext>
              </a:extLst>
            </p:cNvPr>
            <p:cNvSpPr txBox="1"/>
            <p:nvPr/>
          </p:nvSpPr>
          <p:spPr>
            <a:xfrm>
              <a:off x="1935966" y="4084191"/>
              <a:ext cx="93807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1600</a:t>
              </a:r>
            </a:p>
          </p:txBody>
        </p:sp>
        <p:sp>
          <p:nvSpPr>
            <p:cNvPr id="97" name="Textfeld 96">
              <a:extLst>
                <a:ext uri="{FF2B5EF4-FFF2-40B4-BE49-F238E27FC236}">
                  <a16:creationId xmlns:a16="http://schemas.microsoft.com/office/drawing/2014/main" id="{FBDEC7FC-414F-B370-601E-BFEE8611263A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Reward_SystemF</a:t>
              </a:r>
            </a:p>
            <a:p>
              <a:r>
                <a:rPr lang="es-ES_tradnl" sz="1100" noProof="1"/>
                <a:t>Run_x303, 2000eps</a:t>
              </a:r>
            </a:p>
            <a:p>
              <a:r>
                <a:rPr lang="es-ES_tradnl" sz="1100" noProof="1"/>
                <a:t>Checkpoint1600</a:t>
              </a:r>
            </a:p>
          </p:txBody>
        </p:sp>
      </p:grp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F2C7B4BC-7450-E5E9-9D24-1D59A1F52D41}"/>
              </a:ext>
            </a:extLst>
          </p:cNvPr>
          <p:cNvCxnSpPr>
            <a:cxnSpLocks/>
            <a:stCxn id="97" idx="3"/>
            <a:endCxn id="88" idx="1"/>
          </p:cNvCxnSpPr>
          <p:nvPr/>
        </p:nvCxnSpPr>
        <p:spPr>
          <a:xfrm flipV="1">
            <a:off x="6256330" y="4526568"/>
            <a:ext cx="1686268" cy="843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F2F500D0-0977-BBEE-B24E-95081110CCBB}"/>
              </a:ext>
            </a:extLst>
          </p:cNvPr>
          <p:cNvGrpSpPr/>
          <p:nvPr/>
        </p:nvGrpSpPr>
        <p:grpSpPr>
          <a:xfrm>
            <a:off x="1370406" y="2031839"/>
            <a:ext cx="2870221" cy="1226891"/>
            <a:chOff x="1871007" y="4084191"/>
            <a:chExt cx="2870221" cy="1226891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E1FE9F97-FD41-4209-BE9D-DC7A56C5F74A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9" name="Grafik 8">
                <a:extLst>
                  <a:ext uri="{FF2B5EF4-FFF2-40B4-BE49-F238E27FC236}">
                    <a16:creationId xmlns:a16="http://schemas.microsoft.com/office/drawing/2014/main" id="{290115AB-6471-84B6-A606-FBAD7B7874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F896D19-56EF-E673-5E42-A23A06552FD1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709249B0-42F7-F44E-7DF5-21B8DF2C2115}"/>
                </a:ext>
              </a:extLst>
            </p:cNvPr>
            <p:cNvSpPr txBox="1"/>
            <p:nvPr/>
          </p:nvSpPr>
          <p:spPr>
            <a:xfrm>
              <a:off x="1935966" y="4084191"/>
              <a:ext cx="8627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100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A0A7F8B7-1112-2A73-4E30-36C7A8BEFFD5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Reward_SystemF</a:t>
              </a:r>
            </a:p>
            <a:p>
              <a:r>
                <a:rPr lang="es-ES_tradnl" sz="1100" noProof="1"/>
                <a:t>Run_x569, 500eps</a:t>
              </a:r>
            </a:p>
            <a:p>
              <a:r>
                <a:rPr lang="es-ES_tradnl" sz="1100" noProof="1"/>
                <a:t>Checkpoint100</a:t>
              </a:r>
            </a:p>
          </p:txBody>
        </p:sp>
      </p:grp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DF0B1E86-080B-D90A-3F70-A2A6E5A33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526" y="6356350"/>
            <a:ext cx="10497424" cy="365125"/>
          </a:xfrm>
        </p:spPr>
        <p:txBody>
          <a:bodyPr/>
          <a:lstStyle/>
          <a:p>
            <a:r>
              <a:rPr lang="es-ES_tradnl" sz="900" dirty="0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A85C3B65-35FD-750A-53DE-1A618FD7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13961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4A202-3601-98D5-7DD0-D096BE1ED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97D3A7B8-7C96-B474-C014-23671E73818E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chemeClr val="accent4">
              <a:alpha val="239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CF6BB9EB-35E9-F182-FC92-8FCE08256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1026B3F4-E470-FBA5-63C2-473217CA9760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02EB608A-FB1F-551E-1E4C-063198DD3522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9D114CD0-508F-FF62-A72A-2D35C2B2A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16464125-DBE1-CCAD-D588-F239C00884C2}"/>
              </a:ext>
            </a:extLst>
          </p:cNvPr>
          <p:cNvSpPr txBox="1"/>
          <p:nvPr/>
        </p:nvSpPr>
        <p:spPr>
          <a:xfrm>
            <a:off x="340469" y="1382633"/>
            <a:ext cx="1016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Seguimiento y Curriculum</a:t>
            </a:r>
            <a:endParaRPr lang="es-ES_tradnl" sz="2000" b="1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0AC46AB-3A34-F659-AD24-5B60024C0A2D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</a:t>
            </a:r>
          </a:p>
        </p:txBody>
      </p:sp>
      <p:cxnSp>
        <p:nvCxnSpPr>
          <p:cNvPr id="58" name="Gewinkelte Verbindung 57">
            <a:extLst>
              <a:ext uri="{FF2B5EF4-FFF2-40B4-BE49-F238E27FC236}">
                <a16:creationId xmlns:a16="http://schemas.microsoft.com/office/drawing/2014/main" id="{587DDD07-0560-71A4-976A-C848D49F304C}"/>
              </a:ext>
            </a:extLst>
          </p:cNvPr>
          <p:cNvCxnSpPr>
            <a:cxnSpLocks/>
            <a:stCxn id="14" idx="2"/>
            <a:endCxn id="96" idx="0"/>
          </p:cNvCxnSpPr>
          <p:nvPr/>
        </p:nvCxnSpPr>
        <p:spPr>
          <a:xfrm rot="16200000" flipH="1">
            <a:off x="2361834" y="2615877"/>
            <a:ext cx="745895" cy="1939148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419A7472-52B8-E050-D6CC-8281700F8B2C}"/>
              </a:ext>
            </a:extLst>
          </p:cNvPr>
          <p:cNvGrpSpPr/>
          <p:nvPr/>
        </p:nvGrpSpPr>
        <p:grpSpPr>
          <a:xfrm>
            <a:off x="6798903" y="2946635"/>
            <a:ext cx="3843273" cy="3218115"/>
            <a:chOff x="6222361" y="2599309"/>
            <a:chExt cx="3843273" cy="3218115"/>
          </a:xfrm>
        </p:grpSpPr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47212C63-2E62-BB6F-F86D-65B1C731566C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89" name="Gruppieren 88">
                <a:extLst>
                  <a:ext uri="{FF2B5EF4-FFF2-40B4-BE49-F238E27FC236}">
                    <a16:creationId xmlns:a16="http://schemas.microsoft.com/office/drawing/2014/main" id="{2E09C316-BDEC-D860-D66F-8CDF89C6290A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91" name="Grafik 90">
                  <a:extLst>
                    <a:ext uri="{FF2B5EF4-FFF2-40B4-BE49-F238E27FC236}">
                      <a16:creationId xmlns:a16="http://schemas.microsoft.com/office/drawing/2014/main" id="{1575A30F-A18D-8C8F-5AE9-C66321A568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CD69A848-F175-B9BE-89CC-124AEC9EBEF0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A558F00F-917C-7189-7A44-E0CBF479107A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86273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100</a:t>
                </a:r>
              </a:p>
            </p:txBody>
          </p:sp>
        </p:grp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97459323-8BE1-EBBA-CDFD-9C7A6CBADA23}"/>
                </a:ext>
              </a:extLst>
            </p:cNvPr>
            <p:cNvSpPr txBox="1"/>
            <p:nvPr/>
          </p:nvSpPr>
          <p:spPr>
            <a:xfrm>
              <a:off x="6222361" y="4840164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Checkpoint100</a:t>
              </a:r>
            </a:p>
          </p:txBody>
        </p: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FDA710E9-DC7A-B90A-570B-83F238ADC5CC}"/>
                </a:ext>
              </a:extLst>
            </p:cNvPr>
            <p:cNvSpPr txBox="1"/>
            <p:nvPr/>
          </p:nvSpPr>
          <p:spPr>
            <a:xfrm>
              <a:off x="7730511" y="2599309"/>
              <a:ext cx="2335123" cy="178510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Run_x177, 1000eps</a:t>
              </a:r>
            </a:p>
            <a:p>
              <a:r>
                <a:rPr lang="es-ES_tradnl" sz="1100" dirty="0"/>
                <a:t>01ini:  (-180,180) [° ]</a:t>
              </a:r>
              <a:r>
                <a:rPr lang="es-ES_tradnl" sz="1100" dirty="0">
                  <a:sym typeface="Wingdings" pitchFamily="2" charset="2"/>
                </a:rPr>
                <a:t> </a:t>
              </a:r>
            </a:p>
            <a:p>
              <a:r>
                <a:rPr lang="es-ES_tradnl" sz="1100" dirty="0">
                  <a:sym typeface="Wingdings" pitchFamily="2" charset="2"/>
                </a:rPr>
                <a:t>O1sp:</a:t>
              </a:r>
              <a:r>
                <a:rPr lang="es-ES_tradnl" sz="1100" dirty="0"/>
                <a:t> (-180,180) [° ]</a:t>
              </a:r>
              <a:r>
                <a:rPr lang="es-ES_tradnl" sz="1100" dirty="0">
                  <a:sym typeface="Wingdings" pitchFamily="2" charset="2"/>
                </a:rPr>
                <a:t> </a:t>
              </a:r>
              <a:endParaRPr lang="es-ES_tradnl" sz="1100" noProof="1"/>
            </a:p>
            <a:p>
              <a:r>
                <a:rPr lang="es-ES_tradnl" sz="1100" noProof="1"/>
                <a:t>Exploration,Smoothing</a:t>
              </a:r>
            </a:p>
            <a:p>
              <a:r>
                <a:rPr lang="es-ES_tradnl" sz="1100" noProof="1">
                  <a:sym typeface="Wingdings" pitchFamily="2" charset="2"/>
                </a:rPr>
                <a:t>GlobalRandomInject:5%</a:t>
              </a:r>
            </a:p>
            <a:p>
              <a:r>
                <a:rPr lang="es-ES_tradnl" sz="1100" noProof="1">
                  <a:sym typeface="Wingdings" pitchFamily="2" charset="2"/>
                </a:rPr>
                <a:t>BalancedCP</a:t>
              </a:r>
            </a:p>
            <a:p>
              <a:r>
                <a:rPr lang="es-ES_tradnl" sz="1100" noProof="1">
                  <a:sym typeface="Wingdings" pitchFamily="2" charset="2"/>
                </a:rPr>
                <a:t>SubsectorSize15°</a:t>
              </a:r>
              <a:endParaRPr lang="es-ES_tradnl" sz="1100" noProof="1"/>
            </a:p>
            <a:p>
              <a:r>
                <a:rPr lang="es-ES_tradnl" sz="1100" noProof="1"/>
                <a:t>Checkpoint600</a:t>
              </a:r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ED8ED611-897B-46A6-A2C9-E4875F7B7693}"/>
              </a:ext>
            </a:extLst>
          </p:cNvPr>
          <p:cNvGrpSpPr/>
          <p:nvPr/>
        </p:nvGrpSpPr>
        <p:grpSpPr>
          <a:xfrm>
            <a:off x="3208027" y="3749952"/>
            <a:ext cx="2947595" cy="1785104"/>
            <a:chOff x="1871007" y="3875744"/>
            <a:chExt cx="2947595" cy="1785104"/>
          </a:xfrm>
        </p:grpSpPr>
        <p:grpSp>
          <p:nvGrpSpPr>
            <p:cNvPr id="95" name="Gruppieren 94">
              <a:extLst>
                <a:ext uri="{FF2B5EF4-FFF2-40B4-BE49-F238E27FC236}">
                  <a16:creationId xmlns:a16="http://schemas.microsoft.com/office/drawing/2014/main" id="{B57969E9-146A-839F-6347-0AA238A1DE1D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98" name="Grafik 97">
                <a:extLst>
                  <a:ext uri="{FF2B5EF4-FFF2-40B4-BE49-F238E27FC236}">
                    <a16:creationId xmlns:a16="http://schemas.microsoft.com/office/drawing/2014/main" id="{FEB95494-D2A8-8FAD-88EE-159D6C8AB6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3463297B-D83B-E8EF-1200-EAAC34595CF3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3E727907-1855-B6F8-DC40-EB59E043186D}"/>
                </a:ext>
              </a:extLst>
            </p:cNvPr>
            <p:cNvSpPr txBox="1"/>
            <p:nvPr/>
          </p:nvSpPr>
          <p:spPr>
            <a:xfrm>
              <a:off x="1935966" y="4084191"/>
              <a:ext cx="8627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600</a:t>
              </a:r>
            </a:p>
          </p:txBody>
        </p:sp>
        <p:sp>
          <p:nvSpPr>
            <p:cNvPr id="97" name="Textfeld 96">
              <a:extLst>
                <a:ext uri="{FF2B5EF4-FFF2-40B4-BE49-F238E27FC236}">
                  <a16:creationId xmlns:a16="http://schemas.microsoft.com/office/drawing/2014/main" id="{CFDBD25E-1EF3-BCDF-9D45-CFCA02A8C2ED}"/>
                </a:ext>
              </a:extLst>
            </p:cNvPr>
            <p:cNvSpPr txBox="1"/>
            <p:nvPr/>
          </p:nvSpPr>
          <p:spPr>
            <a:xfrm>
              <a:off x="2975109" y="3875744"/>
              <a:ext cx="1843493" cy="17851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Run_x681, 3000eps</a:t>
              </a:r>
            </a:p>
            <a:p>
              <a:r>
                <a:rPr lang="es-ES_tradnl" sz="1100" dirty="0"/>
                <a:t>01ini:  (-180,180) [° ]</a:t>
              </a:r>
              <a:r>
                <a:rPr lang="es-ES_tradnl" sz="1100" dirty="0">
                  <a:sym typeface="Wingdings" pitchFamily="2" charset="2"/>
                </a:rPr>
                <a:t> </a:t>
              </a:r>
            </a:p>
            <a:p>
              <a:r>
                <a:rPr lang="es-ES_tradnl" sz="1100" dirty="0">
                  <a:sym typeface="Wingdings" pitchFamily="2" charset="2"/>
                </a:rPr>
                <a:t>O1sp:</a:t>
              </a:r>
              <a:r>
                <a:rPr lang="es-ES_tradnl" sz="1100" dirty="0"/>
                <a:t> (-180,180) [° ]</a:t>
              </a:r>
              <a:r>
                <a:rPr lang="es-ES_tradnl" sz="1100" dirty="0">
                  <a:sym typeface="Wingdings" pitchFamily="2" charset="2"/>
                </a:rPr>
                <a:t> </a:t>
              </a:r>
            </a:p>
            <a:p>
              <a:r>
                <a:rPr lang="es-ES_tradnl" sz="1100" noProof="1">
                  <a:sym typeface="Wingdings" pitchFamily="2" charset="2"/>
                </a:rPr>
                <a:t>do1ini:(-0,25,0.25)[rad/s]</a:t>
              </a:r>
            </a:p>
            <a:p>
              <a:r>
                <a:rPr lang="es-ES_tradnl" sz="1100" noProof="1">
                  <a:sym typeface="Wingdings" pitchFamily="2" charset="2"/>
                </a:rPr>
                <a:t>GlobalRandomInject:5%</a:t>
              </a:r>
            </a:p>
            <a:p>
              <a:r>
                <a:rPr lang="es-ES_tradnl" sz="1100" noProof="1">
                  <a:sym typeface="Wingdings" pitchFamily="2" charset="2"/>
                </a:rPr>
                <a:t>BalancedCP</a:t>
              </a:r>
            </a:p>
            <a:p>
              <a:r>
                <a:rPr lang="es-ES_tradnl" sz="1100" noProof="1">
                  <a:sym typeface="Wingdings" pitchFamily="2" charset="2"/>
                </a:rPr>
                <a:t>SubsectorSize15°</a:t>
              </a:r>
              <a:endParaRPr lang="es-ES_tradnl" sz="1100" noProof="1"/>
            </a:p>
            <a:p>
              <a:r>
                <a:rPr lang="es-ES_tradnl" sz="1100" noProof="1"/>
                <a:t>Checkpoint600</a:t>
              </a:r>
            </a:p>
            <a:p>
              <a:endParaRPr lang="es-ES_tradnl" sz="1100" noProof="1"/>
            </a:p>
          </p:txBody>
        </p:sp>
      </p:grp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21D6C531-AF91-4289-4C0A-681820C27232}"/>
              </a:ext>
            </a:extLst>
          </p:cNvPr>
          <p:cNvCxnSpPr>
            <a:cxnSpLocks/>
          </p:cNvCxnSpPr>
          <p:nvPr/>
        </p:nvCxnSpPr>
        <p:spPr>
          <a:xfrm>
            <a:off x="6442364" y="4338870"/>
            <a:ext cx="1246909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A938B1F9-C988-B1A3-D705-8F7247BEA221}"/>
              </a:ext>
            </a:extLst>
          </p:cNvPr>
          <p:cNvGrpSpPr/>
          <p:nvPr/>
        </p:nvGrpSpPr>
        <p:grpSpPr>
          <a:xfrm>
            <a:off x="1070211" y="2021450"/>
            <a:ext cx="2870221" cy="1226891"/>
            <a:chOff x="1871007" y="4084191"/>
            <a:chExt cx="2870221" cy="1226891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5B5B08E2-7BAE-0B53-8A29-D880BD957A7B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13" name="Grafik 12">
                <a:extLst>
                  <a:ext uri="{FF2B5EF4-FFF2-40B4-BE49-F238E27FC236}">
                    <a16:creationId xmlns:a16="http://schemas.microsoft.com/office/drawing/2014/main" id="{634A57D6-74FA-F493-22F6-89CBBE1CE5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EFD9B37-1D2D-9329-24EC-9365B951E1F0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C17E1735-6ACD-F975-C8E2-9AF1A98D91C6}"/>
                </a:ext>
              </a:extLst>
            </p:cNvPr>
            <p:cNvSpPr txBox="1"/>
            <p:nvPr/>
          </p:nvSpPr>
          <p:spPr>
            <a:xfrm>
              <a:off x="1935966" y="4084191"/>
              <a:ext cx="93807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1600</a:t>
              </a: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7D057631-DCA5-233E-1D47-0E438B8D2C26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Reward_SystemF</a:t>
              </a:r>
            </a:p>
            <a:p>
              <a:r>
                <a:rPr lang="es-ES_tradnl" sz="1100" noProof="1"/>
                <a:t>Run_x303, 2000eps</a:t>
              </a:r>
            </a:p>
            <a:p>
              <a:r>
                <a:rPr lang="es-ES_tradnl" sz="1100" noProof="1"/>
                <a:t>Checkpoint1600</a:t>
              </a:r>
            </a:p>
          </p:txBody>
        </p:sp>
      </p:grpSp>
      <p:sp>
        <p:nvSpPr>
          <p:cNvPr id="18" name="Textfeld 17">
            <a:extLst>
              <a:ext uri="{FF2B5EF4-FFF2-40B4-BE49-F238E27FC236}">
                <a16:creationId xmlns:a16="http://schemas.microsoft.com/office/drawing/2014/main" id="{F18A7B08-14CB-0A8C-8E8F-7BEA92941CD7}"/>
              </a:ext>
            </a:extLst>
          </p:cNvPr>
          <p:cNvSpPr txBox="1"/>
          <p:nvPr/>
        </p:nvSpPr>
        <p:spPr>
          <a:xfrm>
            <a:off x="9407989" y="5371617"/>
            <a:ext cx="133790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</a:t>
            </a:r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C6D4D591-8F62-9379-2EE5-BA6C89F08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526" y="6356350"/>
            <a:ext cx="10497424" cy="365125"/>
          </a:xfrm>
        </p:spPr>
        <p:txBody>
          <a:bodyPr/>
          <a:lstStyle/>
          <a:p>
            <a:r>
              <a:rPr lang="es-ES_tradnl" sz="900" dirty="0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2C6580-8575-0153-594C-4A18B8DC8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61595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1C5FD-CA6A-A307-3203-BE5B422D5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A3788895-958E-38CC-8E35-5153AC4AF549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chemeClr val="accent4">
              <a:alpha val="239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C16FEEC5-C879-D5E0-58F7-B05FC078C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F7D9DB75-680D-27FA-9E8F-982919EBA874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29A47CA8-AB24-0FD9-34A2-CF3792419B1A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D699C3D7-754C-6979-D6D7-A3F2CC4527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5C507FAE-3FAC-0BDA-B72A-681836AA8058}"/>
              </a:ext>
            </a:extLst>
          </p:cNvPr>
          <p:cNvSpPr txBox="1"/>
          <p:nvPr/>
        </p:nvSpPr>
        <p:spPr>
          <a:xfrm>
            <a:off x="340469" y="1382633"/>
            <a:ext cx="1016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Seguimiento y Curriculum</a:t>
            </a:r>
            <a:endParaRPr lang="es-ES_tradnl" sz="2000" b="1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91BC7D28-BC48-D8B0-4BB7-6384452400D1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</a:t>
            </a:r>
          </a:p>
        </p:txBody>
      </p:sp>
      <p:cxnSp>
        <p:nvCxnSpPr>
          <p:cNvPr id="58" name="Gewinkelte Verbindung 57">
            <a:extLst>
              <a:ext uri="{FF2B5EF4-FFF2-40B4-BE49-F238E27FC236}">
                <a16:creationId xmlns:a16="http://schemas.microsoft.com/office/drawing/2014/main" id="{9B026D86-0455-869F-C7AF-6C38F3EA301C}"/>
              </a:ext>
            </a:extLst>
          </p:cNvPr>
          <p:cNvCxnSpPr>
            <a:cxnSpLocks/>
            <a:stCxn id="34" idx="2"/>
            <a:endCxn id="96" idx="0"/>
          </p:cNvCxnSpPr>
          <p:nvPr/>
        </p:nvCxnSpPr>
        <p:spPr>
          <a:xfrm rot="16200000" flipH="1">
            <a:off x="1951012" y="3087800"/>
            <a:ext cx="427098" cy="764990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77F8160-8FB3-5ADC-803F-D2F945EF2A47}"/>
              </a:ext>
            </a:extLst>
          </p:cNvPr>
          <p:cNvGrpSpPr/>
          <p:nvPr/>
        </p:nvGrpSpPr>
        <p:grpSpPr>
          <a:xfrm>
            <a:off x="8554115" y="4039867"/>
            <a:ext cx="3181554" cy="2245296"/>
            <a:chOff x="6169323" y="3572128"/>
            <a:chExt cx="3181554" cy="2245296"/>
          </a:xfrm>
        </p:grpSpPr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31569360-83AD-AB8E-5315-9D73889D96C6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89" name="Gruppieren 88">
                <a:extLst>
                  <a:ext uri="{FF2B5EF4-FFF2-40B4-BE49-F238E27FC236}">
                    <a16:creationId xmlns:a16="http://schemas.microsoft.com/office/drawing/2014/main" id="{B881D4EA-3557-4AD5-77CF-305DA6A65EA7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91" name="Grafik 90">
                  <a:extLst>
                    <a:ext uri="{FF2B5EF4-FFF2-40B4-BE49-F238E27FC236}">
                      <a16:creationId xmlns:a16="http://schemas.microsoft.com/office/drawing/2014/main" id="{613A1735-CEC0-43AF-C383-F720FD0812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0A31BF81-85F8-86F0-1DB8-43635175E427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DF6FFD50-2952-E852-6F2C-67DC90889C0D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93807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1000</a:t>
                </a:r>
              </a:p>
            </p:txBody>
          </p:sp>
        </p:grp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2F2A0B0F-024F-2569-9109-DD487D79ACBB}"/>
                </a:ext>
              </a:extLst>
            </p:cNvPr>
            <p:cNvSpPr txBox="1"/>
            <p:nvPr/>
          </p:nvSpPr>
          <p:spPr>
            <a:xfrm>
              <a:off x="6169323" y="5103715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Checkpoint200</a:t>
              </a:r>
            </a:p>
          </p:txBody>
        </p: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2BF30076-BDC7-7616-51BD-5CF2A51DC757}"/>
                </a:ext>
              </a:extLst>
            </p:cNvPr>
            <p:cNvSpPr txBox="1"/>
            <p:nvPr/>
          </p:nvSpPr>
          <p:spPr>
            <a:xfrm>
              <a:off x="7015754" y="3572128"/>
              <a:ext cx="2335123" cy="11079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Run_x427, 1000eps</a:t>
              </a:r>
            </a:p>
            <a:p>
              <a:r>
                <a:rPr lang="es-ES_tradnl" sz="1100" dirty="0"/>
                <a:t>01ini:  (-180,180) [° ]</a:t>
              </a:r>
              <a:r>
                <a:rPr lang="es-ES_tradnl" sz="1100" dirty="0">
                  <a:sym typeface="Wingdings" pitchFamily="2" charset="2"/>
                </a:rPr>
                <a:t> </a:t>
              </a:r>
              <a:endParaRPr lang="es-ES_tradnl" sz="1100" noProof="1"/>
            </a:p>
            <a:p>
              <a:r>
                <a:rPr lang="es-ES_tradnl" sz="1100" noProof="1"/>
                <a:t>Exploration,Smoothing</a:t>
              </a:r>
            </a:p>
            <a:p>
              <a:endParaRPr lang="es-ES_tradnl" sz="1100" noProof="1"/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98592CFD-E492-D20A-9F1B-980DEF3BDDED}"/>
              </a:ext>
            </a:extLst>
          </p:cNvPr>
          <p:cNvGrpSpPr/>
          <p:nvPr/>
        </p:nvGrpSpPr>
        <p:grpSpPr>
          <a:xfrm>
            <a:off x="2050730" y="3683846"/>
            <a:ext cx="2870221" cy="1226891"/>
            <a:chOff x="1871007" y="4084191"/>
            <a:chExt cx="2870221" cy="1226891"/>
          </a:xfrm>
        </p:grpSpPr>
        <p:grpSp>
          <p:nvGrpSpPr>
            <p:cNvPr id="95" name="Gruppieren 94">
              <a:extLst>
                <a:ext uri="{FF2B5EF4-FFF2-40B4-BE49-F238E27FC236}">
                  <a16:creationId xmlns:a16="http://schemas.microsoft.com/office/drawing/2014/main" id="{909E37EF-6C4D-D474-71B9-DC45464AA693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98" name="Grafik 97">
                <a:extLst>
                  <a:ext uri="{FF2B5EF4-FFF2-40B4-BE49-F238E27FC236}">
                    <a16:creationId xmlns:a16="http://schemas.microsoft.com/office/drawing/2014/main" id="{6F90C111-13D7-DD6F-6D7D-13657B221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989AEAD4-B61E-6A63-8352-AF3DFB140423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10022DF2-D3BD-3BB2-00C0-78ECB35E8EB1}"/>
                </a:ext>
              </a:extLst>
            </p:cNvPr>
            <p:cNvSpPr txBox="1"/>
            <p:nvPr/>
          </p:nvSpPr>
          <p:spPr>
            <a:xfrm>
              <a:off x="1935966" y="4084191"/>
              <a:ext cx="8627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300</a:t>
              </a:r>
            </a:p>
          </p:txBody>
        </p:sp>
        <p:sp>
          <p:nvSpPr>
            <p:cNvPr id="97" name="Textfeld 96">
              <a:extLst>
                <a:ext uri="{FF2B5EF4-FFF2-40B4-BE49-F238E27FC236}">
                  <a16:creationId xmlns:a16="http://schemas.microsoft.com/office/drawing/2014/main" id="{80657262-0566-3059-1471-7A10F44B29B0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Run_x863, 300eps</a:t>
              </a:r>
            </a:p>
            <a:p>
              <a:r>
                <a:rPr lang="es-ES_tradnl" sz="1100" noProof="1"/>
                <a:t>Checkpoint300</a:t>
              </a:r>
            </a:p>
          </p:txBody>
        </p:sp>
      </p:grp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3E39C415-EA1B-630D-99BF-5A09EB992A26}"/>
              </a:ext>
            </a:extLst>
          </p:cNvPr>
          <p:cNvCxnSpPr>
            <a:cxnSpLocks/>
          </p:cNvCxnSpPr>
          <p:nvPr/>
        </p:nvCxnSpPr>
        <p:spPr>
          <a:xfrm>
            <a:off x="8554115" y="4542779"/>
            <a:ext cx="680752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752C5628-6927-0C38-58C1-DD3F72F5CBE8}"/>
              </a:ext>
            </a:extLst>
          </p:cNvPr>
          <p:cNvSpPr txBox="1"/>
          <p:nvPr/>
        </p:nvSpPr>
        <p:spPr>
          <a:xfrm>
            <a:off x="594704" y="6392293"/>
            <a:ext cx="1337904" cy="276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8F20EC69-314E-60C6-22C9-8F811D66055C}"/>
              </a:ext>
            </a:extLst>
          </p:cNvPr>
          <p:cNvGrpSpPr/>
          <p:nvPr/>
        </p:nvGrpSpPr>
        <p:grpSpPr>
          <a:xfrm>
            <a:off x="615618" y="5034899"/>
            <a:ext cx="2870221" cy="1226891"/>
            <a:chOff x="1871007" y="4084191"/>
            <a:chExt cx="2870221" cy="1226891"/>
          </a:xfrm>
        </p:grpSpPr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6D3ABC68-A45D-8F83-F7EE-5B75D80DAC1A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23" name="Grafik 22">
                <a:extLst>
                  <a:ext uri="{FF2B5EF4-FFF2-40B4-BE49-F238E27FC236}">
                    <a16:creationId xmlns:a16="http://schemas.microsoft.com/office/drawing/2014/main" id="{7E461A59-16A5-89D6-A283-F5E4CCECC1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027CCB81-6849-538E-7A85-B85C5E2BEC16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F14D2D1D-E4A9-27A5-F120-1E666A178DBD}"/>
                </a:ext>
              </a:extLst>
            </p:cNvPr>
            <p:cNvSpPr txBox="1"/>
            <p:nvPr/>
          </p:nvSpPr>
          <p:spPr>
            <a:xfrm>
              <a:off x="1935966" y="4084191"/>
              <a:ext cx="8627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100</a:t>
              </a: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35EF725B-0D55-7AFF-9E5F-67F52CA4362E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Run_x177, 1000eps</a:t>
              </a:r>
            </a:p>
            <a:p>
              <a:r>
                <a:rPr lang="es-ES_tradnl" sz="1100" noProof="1"/>
                <a:t>Checkpoint100</a:t>
              </a:r>
            </a:p>
          </p:txBody>
        </p:sp>
      </p:grpSp>
      <p:cxnSp>
        <p:nvCxnSpPr>
          <p:cNvPr id="25" name="Gewinkelte Verbindung 24">
            <a:extLst>
              <a:ext uri="{FF2B5EF4-FFF2-40B4-BE49-F238E27FC236}">
                <a16:creationId xmlns:a16="http://schemas.microsoft.com/office/drawing/2014/main" id="{2B3A6A3B-15FC-CA6D-A743-9D3A01A91119}"/>
              </a:ext>
            </a:extLst>
          </p:cNvPr>
          <p:cNvCxnSpPr>
            <a:cxnSpLocks/>
            <a:stCxn id="34" idx="1"/>
            <a:endCxn id="20" idx="0"/>
          </p:cNvCxnSpPr>
          <p:nvPr/>
        </p:nvCxnSpPr>
        <p:spPr>
          <a:xfrm rot="10800000" flipV="1">
            <a:off x="1111946" y="2735225"/>
            <a:ext cx="150548" cy="2299673"/>
          </a:xfrm>
          <a:prstGeom prst="bentConnector2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9429B1CB-987D-D403-FF02-093D742E47B8}"/>
              </a:ext>
            </a:extLst>
          </p:cNvPr>
          <p:cNvGrpSpPr/>
          <p:nvPr/>
        </p:nvGrpSpPr>
        <p:grpSpPr>
          <a:xfrm>
            <a:off x="1262496" y="2029857"/>
            <a:ext cx="2870221" cy="1226891"/>
            <a:chOff x="1871007" y="4084191"/>
            <a:chExt cx="2870221" cy="1226891"/>
          </a:xfrm>
        </p:grpSpPr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CD66D520-F02B-27F5-E2DB-212179BE3A28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34" name="Grafik 33">
                <a:extLst>
                  <a:ext uri="{FF2B5EF4-FFF2-40B4-BE49-F238E27FC236}">
                    <a16:creationId xmlns:a16="http://schemas.microsoft.com/office/drawing/2014/main" id="{9D5385E8-9953-FEDC-478B-4240752B68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0C93C1E2-39A2-51A3-22D2-D5A80FC3C78B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B1881022-7849-ADB4-8553-007B0A697F87}"/>
                </a:ext>
              </a:extLst>
            </p:cNvPr>
            <p:cNvSpPr txBox="1"/>
            <p:nvPr/>
          </p:nvSpPr>
          <p:spPr>
            <a:xfrm>
              <a:off x="1935966" y="4084191"/>
              <a:ext cx="8627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600</a:t>
              </a: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020DB691-5771-024F-075E-BFD8D7D46A00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Run_x681, 3000eps</a:t>
              </a:r>
            </a:p>
            <a:p>
              <a:r>
                <a:rPr lang="es-ES_tradnl" sz="1100" noProof="1"/>
                <a:t>Checkpoint600</a:t>
              </a:r>
            </a:p>
          </p:txBody>
        </p: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DCE8803A-9DD8-FAF0-DB52-6A6401C39555}"/>
              </a:ext>
            </a:extLst>
          </p:cNvPr>
          <p:cNvGrpSpPr/>
          <p:nvPr/>
        </p:nvGrpSpPr>
        <p:grpSpPr>
          <a:xfrm>
            <a:off x="5847559" y="3795091"/>
            <a:ext cx="2870221" cy="1226891"/>
            <a:chOff x="1871007" y="4084191"/>
            <a:chExt cx="2870221" cy="1226891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2C264141-46BD-9BFD-DB6B-D7D2F0BBE5B6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42" name="Grafik 41">
                <a:extLst>
                  <a:ext uri="{FF2B5EF4-FFF2-40B4-BE49-F238E27FC236}">
                    <a16:creationId xmlns:a16="http://schemas.microsoft.com/office/drawing/2014/main" id="{9CB9FA05-941E-022B-7461-EC8E8F4124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15C2775C-3215-D3B9-DF48-26E980A9506D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9569B14B-8522-B811-3B99-DA2804E30C26}"/>
                </a:ext>
              </a:extLst>
            </p:cNvPr>
            <p:cNvSpPr txBox="1"/>
            <p:nvPr/>
          </p:nvSpPr>
          <p:spPr>
            <a:xfrm>
              <a:off x="1935966" y="4084191"/>
              <a:ext cx="93807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1000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52CF31E2-A8AB-F3E1-BFB9-86249598A5BE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Run_x841, 1000eps</a:t>
              </a:r>
            </a:p>
            <a:p>
              <a:r>
                <a:rPr lang="es-ES_tradnl" sz="1100" noProof="1"/>
                <a:t>Checkpoint1000</a:t>
              </a:r>
            </a:p>
          </p:txBody>
        </p:sp>
      </p:grp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974E9A7A-B796-3FF6-94D5-031326B396D0}"/>
              </a:ext>
            </a:extLst>
          </p:cNvPr>
          <p:cNvCxnSpPr>
            <a:cxnSpLocks/>
          </p:cNvCxnSpPr>
          <p:nvPr/>
        </p:nvCxnSpPr>
        <p:spPr>
          <a:xfrm>
            <a:off x="4920949" y="4457066"/>
            <a:ext cx="682768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16261E0A-4831-84F5-D5C5-F42D1BAA135C}"/>
              </a:ext>
            </a:extLst>
          </p:cNvPr>
          <p:cNvSpPr txBox="1"/>
          <p:nvPr/>
        </p:nvSpPr>
        <p:spPr>
          <a:xfrm>
            <a:off x="3263020" y="4701589"/>
            <a:ext cx="1337904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re-train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9860F897-04F1-883F-2FFE-F4EB2F9798E2}"/>
              </a:ext>
            </a:extLst>
          </p:cNvPr>
          <p:cNvSpPr txBox="1"/>
          <p:nvPr/>
        </p:nvSpPr>
        <p:spPr>
          <a:xfrm>
            <a:off x="6969467" y="4684927"/>
            <a:ext cx="1337904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re-train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AAFBDD8-88E4-45BF-6C85-A725BD072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526" y="6356350"/>
            <a:ext cx="10497424" cy="365125"/>
          </a:xfrm>
        </p:spPr>
        <p:txBody>
          <a:bodyPr/>
          <a:lstStyle/>
          <a:p>
            <a:r>
              <a:rPr lang="es-ES_tradnl" sz="900" dirty="0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30A430-6BC4-99F7-EBFE-135CDFDF6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8A8E-541C-DE42-8BE7-63DA04DA14DE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70768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</Words>
  <Application>Microsoft Macintosh PowerPoint</Application>
  <PresentationFormat>Breitbild</PresentationFormat>
  <Paragraphs>190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2026-03-29T07:59:54Z</dcterms:created>
  <dcterms:modified xsi:type="dcterms:W3CDTF">2026-03-29T08:06:14Z</dcterms:modified>
</cp:coreProperties>
</file>