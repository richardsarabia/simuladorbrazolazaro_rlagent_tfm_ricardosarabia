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609" r:id="rId2"/>
    <p:sldId id="610" r:id="rId3"/>
    <p:sldId id="632" r:id="rId4"/>
    <p:sldId id="634" r:id="rId5"/>
    <p:sldId id="633" r:id="rId6"/>
    <p:sldId id="611" r:id="rId7"/>
    <p:sldId id="612" r:id="rId8"/>
    <p:sldId id="613" r:id="rId9"/>
    <p:sldId id="614" r:id="rId10"/>
    <p:sldId id="615" r:id="rId1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64"/>
    <p:restoredTop sz="94635"/>
  </p:normalViewPr>
  <p:slideViewPr>
    <p:cSldViewPr snapToGrid="0">
      <p:cViewPr varScale="1">
        <p:scale>
          <a:sx n="99" d="100"/>
          <a:sy n="99" d="100"/>
        </p:scale>
        <p:origin x="184" y="5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microsoft.com/office/2007/relationships/hdphoto" Target="../media/hdphoto1.wdp"/></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AC6239-071A-4C43-A8DD-25476E647376}"/>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s-ES_tradnl"/>
          </a:p>
        </p:txBody>
      </p:sp>
      <p:sp>
        <p:nvSpPr>
          <p:cNvPr id="3" name="Untertitel 2">
            <a:extLst>
              <a:ext uri="{FF2B5EF4-FFF2-40B4-BE49-F238E27FC236}">
                <a16:creationId xmlns:a16="http://schemas.microsoft.com/office/drawing/2014/main" id="{1ACC86C6-5202-02F0-4565-38EAB0E10C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s-ES_tradnl"/>
          </a:p>
        </p:txBody>
      </p:sp>
      <p:sp>
        <p:nvSpPr>
          <p:cNvPr id="4" name="Datumsplatzhalter 3">
            <a:extLst>
              <a:ext uri="{FF2B5EF4-FFF2-40B4-BE49-F238E27FC236}">
                <a16:creationId xmlns:a16="http://schemas.microsoft.com/office/drawing/2014/main" id="{EEDA6513-A917-6A52-E91C-5A370A8FCF2D}"/>
              </a:ext>
            </a:extLst>
          </p:cNvPr>
          <p:cNvSpPr>
            <a:spLocks noGrp="1"/>
          </p:cNvSpPr>
          <p:nvPr>
            <p:ph type="dt" sz="half" idx="10"/>
          </p:nvPr>
        </p:nvSpPr>
        <p:spPr/>
        <p:txBody>
          <a:bodyPr/>
          <a:lstStyle/>
          <a:p>
            <a:fld id="{C24B53EC-1CB8-BE4A-90C9-8C3E19C02982}" type="datetimeFigureOut">
              <a:rPr lang="es-ES_tradnl" smtClean="0"/>
              <a:t>29/3/26</a:t>
            </a:fld>
            <a:endParaRPr lang="es-ES_tradnl"/>
          </a:p>
        </p:txBody>
      </p:sp>
      <p:sp>
        <p:nvSpPr>
          <p:cNvPr id="5" name="Fußzeilenplatzhalter 4">
            <a:extLst>
              <a:ext uri="{FF2B5EF4-FFF2-40B4-BE49-F238E27FC236}">
                <a16:creationId xmlns:a16="http://schemas.microsoft.com/office/drawing/2014/main" id="{1A885F11-1DE9-844E-1CA6-5F9C12F394D3}"/>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AA17EAED-C3CF-1B33-8E7B-1910C63855B4}"/>
              </a:ext>
            </a:extLst>
          </p:cNvPr>
          <p:cNvSpPr>
            <a:spLocks noGrp="1"/>
          </p:cNvSpPr>
          <p:nvPr>
            <p:ph type="sldNum" sz="quarter" idx="12"/>
          </p:nvPr>
        </p:nvSpPr>
        <p:spPr/>
        <p:txBody>
          <a:bodyPr/>
          <a:lstStyle/>
          <a:p>
            <a:fld id="{9827F1AC-F112-9F42-86F5-402CB0401BBA}" type="slidenum">
              <a:rPr lang="es-ES_tradnl" smtClean="0"/>
              <a:t>‹Nr.›</a:t>
            </a:fld>
            <a:endParaRPr lang="es-ES_tradnl"/>
          </a:p>
        </p:txBody>
      </p:sp>
    </p:spTree>
    <p:extLst>
      <p:ext uri="{BB962C8B-B14F-4D97-AF65-F5344CB8AC3E}">
        <p14:creationId xmlns:p14="http://schemas.microsoft.com/office/powerpoint/2010/main" val="2192270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E0E738-A1A7-28C0-3931-3A3B6839C117}"/>
              </a:ext>
            </a:extLst>
          </p:cNvPr>
          <p:cNvSpPr>
            <a:spLocks noGrp="1"/>
          </p:cNvSpPr>
          <p:nvPr>
            <p:ph type="title"/>
          </p:nvPr>
        </p:nvSpPr>
        <p:spPr/>
        <p:txBody>
          <a:bodyPr/>
          <a:lstStyle/>
          <a:p>
            <a:r>
              <a:rPr lang="de-DE"/>
              <a:t>Mastertitelformat bearbeiten</a:t>
            </a:r>
            <a:endParaRPr lang="es-ES_tradnl"/>
          </a:p>
        </p:txBody>
      </p:sp>
      <p:sp>
        <p:nvSpPr>
          <p:cNvPr id="3" name="Inhaltsplatzhalter 2">
            <a:extLst>
              <a:ext uri="{FF2B5EF4-FFF2-40B4-BE49-F238E27FC236}">
                <a16:creationId xmlns:a16="http://schemas.microsoft.com/office/drawing/2014/main" id="{BFC410DC-0D16-EB80-A218-630968502103}"/>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27B9C288-10F4-FB28-8EA8-5DC9A2F2C679}"/>
              </a:ext>
            </a:extLst>
          </p:cNvPr>
          <p:cNvSpPr>
            <a:spLocks noGrp="1"/>
          </p:cNvSpPr>
          <p:nvPr>
            <p:ph type="dt" sz="half" idx="10"/>
          </p:nvPr>
        </p:nvSpPr>
        <p:spPr/>
        <p:txBody>
          <a:bodyPr/>
          <a:lstStyle/>
          <a:p>
            <a:fld id="{C24B53EC-1CB8-BE4A-90C9-8C3E19C02982}" type="datetimeFigureOut">
              <a:rPr lang="es-ES_tradnl" smtClean="0"/>
              <a:t>29/3/26</a:t>
            </a:fld>
            <a:endParaRPr lang="es-ES_tradnl"/>
          </a:p>
        </p:txBody>
      </p:sp>
      <p:sp>
        <p:nvSpPr>
          <p:cNvPr id="5" name="Fußzeilenplatzhalter 4">
            <a:extLst>
              <a:ext uri="{FF2B5EF4-FFF2-40B4-BE49-F238E27FC236}">
                <a16:creationId xmlns:a16="http://schemas.microsoft.com/office/drawing/2014/main" id="{30F54E16-8815-20E3-8D29-1AF6FD1E8357}"/>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268B52D0-E69A-CFEE-9900-EC8F31D19F32}"/>
              </a:ext>
            </a:extLst>
          </p:cNvPr>
          <p:cNvSpPr>
            <a:spLocks noGrp="1"/>
          </p:cNvSpPr>
          <p:nvPr>
            <p:ph type="sldNum" sz="quarter" idx="12"/>
          </p:nvPr>
        </p:nvSpPr>
        <p:spPr/>
        <p:txBody>
          <a:bodyPr/>
          <a:lstStyle/>
          <a:p>
            <a:fld id="{9827F1AC-F112-9F42-86F5-402CB0401BBA}" type="slidenum">
              <a:rPr lang="es-ES_tradnl" smtClean="0"/>
              <a:t>‹Nr.›</a:t>
            </a:fld>
            <a:endParaRPr lang="es-ES_tradnl"/>
          </a:p>
        </p:txBody>
      </p:sp>
    </p:spTree>
    <p:extLst>
      <p:ext uri="{BB962C8B-B14F-4D97-AF65-F5344CB8AC3E}">
        <p14:creationId xmlns:p14="http://schemas.microsoft.com/office/powerpoint/2010/main" val="3550563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B3A380-34E6-83F8-6C97-7AD206C3CE04}"/>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s-ES_tradnl"/>
          </a:p>
        </p:txBody>
      </p:sp>
      <p:sp>
        <p:nvSpPr>
          <p:cNvPr id="3" name="Textplatzhalter 2">
            <a:extLst>
              <a:ext uri="{FF2B5EF4-FFF2-40B4-BE49-F238E27FC236}">
                <a16:creationId xmlns:a16="http://schemas.microsoft.com/office/drawing/2014/main" id="{71DBAB86-CE28-A9BD-5C00-4C328A8D3D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141E1922-8E4F-AB04-1282-70F4F7669B40}"/>
              </a:ext>
            </a:extLst>
          </p:cNvPr>
          <p:cNvSpPr>
            <a:spLocks noGrp="1"/>
          </p:cNvSpPr>
          <p:nvPr>
            <p:ph type="dt" sz="half" idx="10"/>
          </p:nvPr>
        </p:nvSpPr>
        <p:spPr/>
        <p:txBody>
          <a:bodyPr/>
          <a:lstStyle/>
          <a:p>
            <a:fld id="{C24B53EC-1CB8-BE4A-90C9-8C3E19C02982}" type="datetimeFigureOut">
              <a:rPr lang="es-ES_tradnl" smtClean="0"/>
              <a:t>29/3/26</a:t>
            </a:fld>
            <a:endParaRPr lang="es-ES_tradnl"/>
          </a:p>
        </p:txBody>
      </p:sp>
      <p:sp>
        <p:nvSpPr>
          <p:cNvPr id="5" name="Fußzeilenplatzhalter 4">
            <a:extLst>
              <a:ext uri="{FF2B5EF4-FFF2-40B4-BE49-F238E27FC236}">
                <a16:creationId xmlns:a16="http://schemas.microsoft.com/office/drawing/2014/main" id="{7B8223CD-8366-2CB6-0A82-7981681CBAAD}"/>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649A30B8-8DE0-72AC-60FB-3A1EE982AD2E}"/>
              </a:ext>
            </a:extLst>
          </p:cNvPr>
          <p:cNvSpPr>
            <a:spLocks noGrp="1"/>
          </p:cNvSpPr>
          <p:nvPr>
            <p:ph type="sldNum" sz="quarter" idx="12"/>
          </p:nvPr>
        </p:nvSpPr>
        <p:spPr/>
        <p:txBody>
          <a:bodyPr/>
          <a:lstStyle/>
          <a:p>
            <a:fld id="{9827F1AC-F112-9F42-86F5-402CB0401BBA}" type="slidenum">
              <a:rPr lang="es-ES_tradnl" smtClean="0"/>
              <a:t>‹Nr.›</a:t>
            </a:fld>
            <a:endParaRPr lang="es-ES_tradnl"/>
          </a:p>
        </p:txBody>
      </p:sp>
    </p:spTree>
    <p:extLst>
      <p:ext uri="{BB962C8B-B14F-4D97-AF65-F5344CB8AC3E}">
        <p14:creationId xmlns:p14="http://schemas.microsoft.com/office/powerpoint/2010/main" val="3782371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079EF7C-A6FF-D4A7-5BC3-14861499282D}"/>
              </a:ext>
            </a:extLst>
          </p:cNvPr>
          <p:cNvSpPr>
            <a:spLocks noGrp="1"/>
          </p:cNvSpPr>
          <p:nvPr>
            <p:ph type="title"/>
          </p:nvPr>
        </p:nvSpPr>
        <p:spPr/>
        <p:txBody>
          <a:bodyPr/>
          <a:lstStyle/>
          <a:p>
            <a:r>
              <a:rPr lang="de-DE"/>
              <a:t>Mastertitelformat bearbeiten</a:t>
            </a:r>
            <a:endParaRPr lang="es-ES_tradnl"/>
          </a:p>
        </p:txBody>
      </p:sp>
      <p:sp>
        <p:nvSpPr>
          <p:cNvPr id="3" name="Inhaltsplatzhalter 2">
            <a:extLst>
              <a:ext uri="{FF2B5EF4-FFF2-40B4-BE49-F238E27FC236}">
                <a16:creationId xmlns:a16="http://schemas.microsoft.com/office/drawing/2014/main" id="{8857C9DC-0EB6-9106-753A-F7B275E0BCD6}"/>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Inhaltsplatzhalter 3">
            <a:extLst>
              <a:ext uri="{FF2B5EF4-FFF2-40B4-BE49-F238E27FC236}">
                <a16:creationId xmlns:a16="http://schemas.microsoft.com/office/drawing/2014/main" id="{5EE5A4DF-907F-58DE-46BF-8633B1641EC2}"/>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5" name="Datumsplatzhalter 4">
            <a:extLst>
              <a:ext uri="{FF2B5EF4-FFF2-40B4-BE49-F238E27FC236}">
                <a16:creationId xmlns:a16="http://schemas.microsoft.com/office/drawing/2014/main" id="{F8234451-7BF8-838E-0BB4-01F9BE224BB5}"/>
              </a:ext>
            </a:extLst>
          </p:cNvPr>
          <p:cNvSpPr>
            <a:spLocks noGrp="1"/>
          </p:cNvSpPr>
          <p:nvPr>
            <p:ph type="dt" sz="half" idx="10"/>
          </p:nvPr>
        </p:nvSpPr>
        <p:spPr/>
        <p:txBody>
          <a:bodyPr/>
          <a:lstStyle/>
          <a:p>
            <a:fld id="{C24B53EC-1CB8-BE4A-90C9-8C3E19C02982}" type="datetimeFigureOut">
              <a:rPr lang="es-ES_tradnl" smtClean="0"/>
              <a:t>29/3/26</a:t>
            </a:fld>
            <a:endParaRPr lang="es-ES_tradnl"/>
          </a:p>
        </p:txBody>
      </p:sp>
      <p:sp>
        <p:nvSpPr>
          <p:cNvPr id="6" name="Fußzeilenplatzhalter 5">
            <a:extLst>
              <a:ext uri="{FF2B5EF4-FFF2-40B4-BE49-F238E27FC236}">
                <a16:creationId xmlns:a16="http://schemas.microsoft.com/office/drawing/2014/main" id="{88912F5F-BE4A-C8EC-8FD7-8EDA2E657FC8}"/>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CFF66CD7-229B-D944-9E4F-5359CF65F561}"/>
              </a:ext>
            </a:extLst>
          </p:cNvPr>
          <p:cNvSpPr>
            <a:spLocks noGrp="1"/>
          </p:cNvSpPr>
          <p:nvPr>
            <p:ph type="sldNum" sz="quarter" idx="12"/>
          </p:nvPr>
        </p:nvSpPr>
        <p:spPr/>
        <p:txBody>
          <a:bodyPr/>
          <a:lstStyle/>
          <a:p>
            <a:fld id="{9827F1AC-F112-9F42-86F5-402CB0401BBA}" type="slidenum">
              <a:rPr lang="es-ES_tradnl" smtClean="0"/>
              <a:t>‹Nr.›</a:t>
            </a:fld>
            <a:endParaRPr lang="es-ES_tradnl"/>
          </a:p>
        </p:txBody>
      </p:sp>
    </p:spTree>
    <p:extLst>
      <p:ext uri="{BB962C8B-B14F-4D97-AF65-F5344CB8AC3E}">
        <p14:creationId xmlns:p14="http://schemas.microsoft.com/office/powerpoint/2010/main" val="2123994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30B4E3-BEFF-A781-6D37-51D7136802B2}"/>
              </a:ext>
            </a:extLst>
          </p:cNvPr>
          <p:cNvSpPr>
            <a:spLocks noGrp="1"/>
          </p:cNvSpPr>
          <p:nvPr>
            <p:ph type="title"/>
          </p:nvPr>
        </p:nvSpPr>
        <p:spPr>
          <a:xfrm>
            <a:off x="839788" y="365125"/>
            <a:ext cx="10515600" cy="1325563"/>
          </a:xfrm>
        </p:spPr>
        <p:txBody>
          <a:bodyPr/>
          <a:lstStyle/>
          <a:p>
            <a:r>
              <a:rPr lang="de-DE"/>
              <a:t>Mastertitelformat bearbeiten</a:t>
            </a:r>
            <a:endParaRPr lang="es-ES_tradnl"/>
          </a:p>
        </p:txBody>
      </p:sp>
      <p:sp>
        <p:nvSpPr>
          <p:cNvPr id="3" name="Textplatzhalter 2">
            <a:extLst>
              <a:ext uri="{FF2B5EF4-FFF2-40B4-BE49-F238E27FC236}">
                <a16:creationId xmlns:a16="http://schemas.microsoft.com/office/drawing/2014/main" id="{702DFE5E-6424-609A-6291-656AD3EF88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CEAE301-799E-412A-F21A-0D5FAEFC4C19}"/>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5" name="Textplatzhalter 4">
            <a:extLst>
              <a:ext uri="{FF2B5EF4-FFF2-40B4-BE49-F238E27FC236}">
                <a16:creationId xmlns:a16="http://schemas.microsoft.com/office/drawing/2014/main" id="{74E4F669-43A1-0192-7FD8-8457D1D1FA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2FAD1FAD-3861-A9A9-A751-63A22F8FAAAB}"/>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7" name="Datumsplatzhalter 6">
            <a:extLst>
              <a:ext uri="{FF2B5EF4-FFF2-40B4-BE49-F238E27FC236}">
                <a16:creationId xmlns:a16="http://schemas.microsoft.com/office/drawing/2014/main" id="{212F30CF-9593-9FFC-F415-E997C1910B5C}"/>
              </a:ext>
            </a:extLst>
          </p:cNvPr>
          <p:cNvSpPr>
            <a:spLocks noGrp="1"/>
          </p:cNvSpPr>
          <p:nvPr>
            <p:ph type="dt" sz="half" idx="10"/>
          </p:nvPr>
        </p:nvSpPr>
        <p:spPr/>
        <p:txBody>
          <a:bodyPr/>
          <a:lstStyle/>
          <a:p>
            <a:fld id="{C24B53EC-1CB8-BE4A-90C9-8C3E19C02982}" type="datetimeFigureOut">
              <a:rPr lang="es-ES_tradnl" smtClean="0"/>
              <a:t>29/3/26</a:t>
            </a:fld>
            <a:endParaRPr lang="es-ES_tradnl"/>
          </a:p>
        </p:txBody>
      </p:sp>
      <p:sp>
        <p:nvSpPr>
          <p:cNvPr id="8" name="Fußzeilenplatzhalter 7">
            <a:extLst>
              <a:ext uri="{FF2B5EF4-FFF2-40B4-BE49-F238E27FC236}">
                <a16:creationId xmlns:a16="http://schemas.microsoft.com/office/drawing/2014/main" id="{5E847C60-4F38-2C7A-1C3C-7BC312FE1150}"/>
              </a:ext>
            </a:extLst>
          </p:cNvPr>
          <p:cNvSpPr>
            <a:spLocks noGrp="1"/>
          </p:cNvSpPr>
          <p:nvPr>
            <p:ph type="ftr" sz="quarter" idx="11"/>
          </p:nvPr>
        </p:nvSpPr>
        <p:spPr/>
        <p:txBody>
          <a:bodyPr/>
          <a:lstStyle/>
          <a:p>
            <a:endParaRPr lang="es-ES_tradnl"/>
          </a:p>
        </p:txBody>
      </p:sp>
      <p:sp>
        <p:nvSpPr>
          <p:cNvPr id="9" name="Foliennummernplatzhalter 8">
            <a:extLst>
              <a:ext uri="{FF2B5EF4-FFF2-40B4-BE49-F238E27FC236}">
                <a16:creationId xmlns:a16="http://schemas.microsoft.com/office/drawing/2014/main" id="{25ECC8F1-7EA0-EB8C-3A18-107C74D10EFA}"/>
              </a:ext>
            </a:extLst>
          </p:cNvPr>
          <p:cNvSpPr>
            <a:spLocks noGrp="1"/>
          </p:cNvSpPr>
          <p:nvPr>
            <p:ph type="sldNum" sz="quarter" idx="12"/>
          </p:nvPr>
        </p:nvSpPr>
        <p:spPr/>
        <p:txBody>
          <a:bodyPr/>
          <a:lstStyle/>
          <a:p>
            <a:fld id="{9827F1AC-F112-9F42-86F5-402CB0401BBA}" type="slidenum">
              <a:rPr lang="es-ES_tradnl" smtClean="0"/>
              <a:t>‹Nr.›</a:t>
            </a:fld>
            <a:endParaRPr lang="es-ES_tradnl"/>
          </a:p>
        </p:txBody>
      </p:sp>
    </p:spTree>
    <p:extLst>
      <p:ext uri="{BB962C8B-B14F-4D97-AF65-F5344CB8AC3E}">
        <p14:creationId xmlns:p14="http://schemas.microsoft.com/office/powerpoint/2010/main" val="4045283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7206F0-8CBE-06DB-0D75-8DC005E6F59B}"/>
              </a:ext>
            </a:extLst>
          </p:cNvPr>
          <p:cNvSpPr>
            <a:spLocks noGrp="1"/>
          </p:cNvSpPr>
          <p:nvPr>
            <p:ph type="title"/>
          </p:nvPr>
        </p:nvSpPr>
        <p:spPr/>
        <p:txBody>
          <a:bodyPr/>
          <a:lstStyle/>
          <a:p>
            <a:r>
              <a:rPr lang="de-DE"/>
              <a:t>Mastertitelformat bearbeiten</a:t>
            </a:r>
            <a:endParaRPr lang="es-ES_tradnl"/>
          </a:p>
        </p:txBody>
      </p:sp>
      <p:sp>
        <p:nvSpPr>
          <p:cNvPr id="3" name="Datumsplatzhalter 2">
            <a:extLst>
              <a:ext uri="{FF2B5EF4-FFF2-40B4-BE49-F238E27FC236}">
                <a16:creationId xmlns:a16="http://schemas.microsoft.com/office/drawing/2014/main" id="{1D0E1180-3F55-E8EF-0856-79B5A58682D5}"/>
              </a:ext>
            </a:extLst>
          </p:cNvPr>
          <p:cNvSpPr>
            <a:spLocks noGrp="1"/>
          </p:cNvSpPr>
          <p:nvPr>
            <p:ph type="dt" sz="half" idx="10"/>
          </p:nvPr>
        </p:nvSpPr>
        <p:spPr/>
        <p:txBody>
          <a:bodyPr/>
          <a:lstStyle/>
          <a:p>
            <a:fld id="{C24B53EC-1CB8-BE4A-90C9-8C3E19C02982}" type="datetimeFigureOut">
              <a:rPr lang="es-ES_tradnl" smtClean="0"/>
              <a:t>29/3/26</a:t>
            </a:fld>
            <a:endParaRPr lang="es-ES_tradnl"/>
          </a:p>
        </p:txBody>
      </p:sp>
      <p:sp>
        <p:nvSpPr>
          <p:cNvPr id="4" name="Fußzeilenplatzhalter 3">
            <a:extLst>
              <a:ext uri="{FF2B5EF4-FFF2-40B4-BE49-F238E27FC236}">
                <a16:creationId xmlns:a16="http://schemas.microsoft.com/office/drawing/2014/main" id="{95489C09-6256-69F3-900A-0B031B52A141}"/>
              </a:ext>
            </a:extLst>
          </p:cNvPr>
          <p:cNvSpPr>
            <a:spLocks noGrp="1"/>
          </p:cNvSpPr>
          <p:nvPr>
            <p:ph type="ftr" sz="quarter" idx="11"/>
          </p:nvPr>
        </p:nvSpPr>
        <p:spPr/>
        <p:txBody>
          <a:bodyPr/>
          <a:lstStyle/>
          <a:p>
            <a:endParaRPr lang="es-ES_tradnl"/>
          </a:p>
        </p:txBody>
      </p:sp>
      <p:sp>
        <p:nvSpPr>
          <p:cNvPr id="5" name="Foliennummernplatzhalter 4">
            <a:extLst>
              <a:ext uri="{FF2B5EF4-FFF2-40B4-BE49-F238E27FC236}">
                <a16:creationId xmlns:a16="http://schemas.microsoft.com/office/drawing/2014/main" id="{9D08265C-735F-F209-E37F-33DAE87256D0}"/>
              </a:ext>
            </a:extLst>
          </p:cNvPr>
          <p:cNvSpPr>
            <a:spLocks noGrp="1"/>
          </p:cNvSpPr>
          <p:nvPr>
            <p:ph type="sldNum" sz="quarter" idx="12"/>
          </p:nvPr>
        </p:nvSpPr>
        <p:spPr/>
        <p:txBody>
          <a:bodyPr/>
          <a:lstStyle/>
          <a:p>
            <a:fld id="{9827F1AC-F112-9F42-86F5-402CB0401BBA}" type="slidenum">
              <a:rPr lang="es-ES_tradnl" smtClean="0"/>
              <a:t>‹Nr.›</a:t>
            </a:fld>
            <a:endParaRPr lang="es-ES_tradnl"/>
          </a:p>
        </p:txBody>
      </p:sp>
    </p:spTree>
    <p:extLst>
      <p:ext uri="{BB962C8B-B14F-4D97-AF65-F5344CB8AC3E}">
        <p14:creationId xmlns:p14="http://schemas.microsoft.com/office/powerpoint/2010/main" val="3297847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42EC919-34FF-4D98-C8AE-A0726EBC905B}"/>
              </a:ext>
            </a:extLst>
          </p:cNvPr>
          <p:cNvSpPr>
            <a:spLocks noGrp="1"/>
          </p:cNvSpPr>
          <p:nvPr>
            <p:ph type="dt" sz="half" idx="10"/>
          </p:nvPr>
        </p:nvSpPr>
        <p:spPr/>
        <p:txBody>
          <a:bodyPr/>
          <a:lstStyle/>
          <a:p>
            <a:fld id="{C24B53EC-1CB8-BE4A-90C9-8C3E19C02982}" type="datetimeFigureOut">
              <a:rPr lang="es-ES_tradnl" smtClean="0"/>
              <a:t>29/3/26</a:t>
            </a:fld>
            <a:endParaRPr lang="es-ES_tradnl"/>
          </a:p>
        </p:txBody>
      </p:sp>
      <p:sp>
        <p:nvSpPr>
          <p:cNvPr id="3" name="Fußzeilenplatzhalter 2">
            <a:extLst>
              <a:ext uri="{FF2B5EF4-FFF2-40B4-BE49-F238E27FC236}">
                <a16:creationId xmlns:a16="http://schemas.microsoft.com/office/drawing/2014/main" id="{7F5C29F9-846B-37EF-67BC-A05CF0C6F5AC}"/>
              </a:ext>
            </a:extLst>
          </p:cNvPr>
          <p:cNvSpPr>
            <a:spLocks noGrp="1"/>
          </p:cNvSpPr>
          <p:nvPr>
            <p:ph type="ftr" sz="quarter" idx="11"/>
          </p:nvPr>
        </p:nvSpPr>
        <p:spPr/>
        <p:txBody>
          <a:bodyPr/>
          <a:lstStyle/>
          <a:p>
            <a:endParaRPr lang="es-ES_tradnl"/>
          </a:p>
        </p:txBody>
      </p:sp>
      <p:sp>
        <p:nvSpPr>
          <p:cNvPr id="4" name="Foliennummernplatzhalter 3">
            <a:extLst>
              <a:ext uri="{FF2B5EF4-FFF2-40B4-BE49-F238E27FC236}">
                <a16:creationId xmlns:a16="http://schemas.microsoft.com/office/drawing/2014/main" id="{33E8DA5A-1ED3-FB01-7C24-51C116E145B2}"/>
              </a:ext>
            </a:extLst>
          </p:cNvPr>
          <p:cNvSpPr>
            <a:spLocks noGrp="1"/>
          </p:cNvSpPr>
          <p:nvPr>
            <p:ph type="sldNum" sz="quarter" idx="12"/>
          </p:nvPr>
        </p:nvSpPr>
        <p:spPr/>
        <p:txBody>
          <a:bodyPr/>
          <a:lstStyle/>
          <a:p>
            <a:fld id="{9827F1AC-F112-9F42-86F5-402CB0401BBA}" type="slidenum">
              <a:rPr lang="es-ES_tradnl" smtClean="0"/>
              <a:t>‹Nr.›</a:t>
            </a:fld>
            <a:endParaRPr lang="es-ES_tradnl"/>
          </a:p>
        </p:txBody>
      </p:sp>
    </p:spTree>
    <p:extLst>
      <p:ext uri="{BB962C8B-B14F-4D97-AF65-F5344CB8AC3E}">
        <p14:creationId xmlns:p14="http://schemas.microsoft.com/office/powerpoint/2010/main" val="4053858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CC84B3-24E8-4C40-71F9-C780638A1332}"/>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s-ES_tradnl"/>
          </a:p>
        </p:txBody>
      </p:sp>
      <p:sp>
        <p:nvSpPr>
          <p:cNvPr id="3" name="Inhaltsplatzhalter 2">
            <a:extLst>
              <a:ext uri="{FF2B5EF4-FFF2-40B4-BE49-F238E27FC236}">
                <a16:creationId xmlns:a16="http://schemas.microsoft.com/office/drawing/2014/main" id="{8C7437CC-0BBC-8624-9D19-68670CA7B7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Textplatzhalter 3">
            <a:extLst>
              <a:ext uri="{FF2B5EF4-FFF2-40B4-BE49-F238E27FC236}">
                <a16:creationId xmlns:a16="http://schemas.microsoft.com/office/drawing/2014/main" id="{78A8B292-A9A2-61D0-5402-806E66BCA4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89B66826-1DB9-3BC8-DB95-5AA2AE60A518}"/>
              </a:ext>
            </a:extLst>
          </p:cNvPr>
          <p:cNvSpPr>
            <a:spLocks noGrp="1"/>
          </p:cNvSpPr>
          <p:nvPr>
            <p:ph type="dt" sz="half" idx="10"/>
          </p:nvPr>
        </p:nvSpPr>
        <p:spPr/>
        <p:txBody>
          <a:bodyPr/>
          <a:lstStyle/>
          <a:p>
            <a:fld id="{C24B53EC-1CB8-BE4A-90C9-8C3E19C02982}" type="datetimeFigureOut">
              <a:rPr lang="es-ES_tradnl" smtClean="0"/>
              <a:t>29/3/26</a:t>
            </a:fld>
            <a:endParaRPr lang="es-ES_tradnl"/>
          </a:p>
        </p:txBody>
      </p:sp>
      <p:sp>
        <p:nvSpPr>
          <p:cNvPr id="6" name="Fußzeilenplatzhalter 5">
            <a:extLst>
              <a:ext uri="{FF2B5EF4-FFF2-40B4-BE49-F238E27FC236}">
                <a16:creationId xmlns:a16="http://schemas.microsoft.com/office/drawing/2014/main" id="{A87AA647-FE1C-3812-0AB3-8ED7C474E85E}"/>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4B05E9E7-4092-DF56-C983-4CA4F62C7CA3}"/>
              </a:ext>
            </a:extLst>
          </p:cNvPr>
          <p:cNvSpPr>
            <a:spLocks noGrp="1"/>
          </p:cNvSpPr>
          <p:nvPr>
            <p:ph type="sldNum" sz="quarter" idx="12"/>
          </p:nvPr>
        </p:nvSpPr>
        <p:spPr/>
        <p:txBody>
          <a:bodyPr/>
          <a:lstStyle/>
          <a:p>
            <a:fld id="{9827F1AC-F112-9F42-86F5-402CB0401BBA}" type="slidenum">
              <a:rPr lang="es-ES_tradnl" smtClean="0"/>
              <a:t>‹Nr.›</a:t>
            </a:fld>
            <a:endParaRPr lang="es-ES_tradnl"/>
          </a:p>
        </p:txBody>
      </p:sp>
    </p:spTree>
    <p:extLst>
      <p:ext uri="{BB962C8B-B14F-4D97-AF65-F5344CB8AC3E}">
        <p14:creationId xmlns:p14="http://schemas.microsoft.com/office/powerpoint/2010/main" val="3810588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3D2FB7A-0AFB-7FF1-949B-3238BC2140D2}"/>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s-ES_tradnl"/>
          </a:p>
        </p:txBody>
      </p:sp>
      <p:sp>
        <p:nvSpPr>
          <p:cNvPr id="3" name="Bildplatzhalter 2">
            <a:extLst>
              <a:ext uri="{FF2B5EF4-FFF2-40B4-BE49-F238E27FC236}">
                <a16:creationId xmlns:a16="http://schemas.microsoft.com/office/drawing/2014/main" id="{0457179E-FCBB-A2DA-FFE3-1D48C615AA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Textplatzhalter 3">
            <a:extLst>
              <a:ext uri="{FF2B5EF4-FFF2-40B4-BE49-F238E27FC236}">
                <a16:creationId xmlns:a16="http://schemas.microsoft.com/office/drawing/2014/main" id="{AA78827A-DF20-A824-F3CD-1D33921084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63576B0-E54D-3D77-3CF5-80CA07009681}"/>
              </a:ext>
            </a:extLst>
          </p:cNvPr>
          <p:cNvSpPr>
            <a:spLocks noGrp="1"/>
          </p:cNvSpPr>
          <p:nvPr>
            <p:ph type="dt" sz="half" idx="10"/>
          </p:nvPr>
        </p:nvSpPr>
        <p:spPr/>
        <p:txBody>
          <a:bodyPr/>
          <a:lstStyle/>
          <a:p>
            <a:fld id="{C24B53EC-1CB8-BE4A-90C9-8C3E19C02982}" type="datetimeFigureOut">
              <a:rPr lang="es-ES_tradnl" smtClean="0"/>
              <a:t>29/3/26</a:t>
            </a:fld>
            <a:endParaRPr lang="es-ES_tradnl"/>
          </a:p>
        </p:txBody>
      </p:sp>
      <p:sp>
        <p:nvSpPr>
          <p:cNvPr id="6" name="Fußzeilenplatzhalter 5">
            <a:extLst>
              <a:ext uri="{FF2B5EF4-FFF2-40B4-BE49-F238E27FC236}">
                <a16:creationId xmlns:a16="http://schemas.microsoft.com/office/drawing/2014/main" id="{6B5A8549-4ED8-8741-634E-729CA8DC31FF}"/>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48B5C2CD-D758-A10D-758F-CBDA48F38A3B}"/>
              </a:ext>
            </a:extLst>
          </p:cNvPr>
          <p:cNvSpPr>
            <a:spLocks noGrp="1"/>
          </p:cNvSpPr>
          <p:nvPr>
            <p:ph type="sldNum" sz="quarter" idx="12"/>
          </p:nvPr>
        </p:nvSpPr>
        <p:spPr/>
        <p:txBody>
          <a:bodyPr/>
          <a:lstStyle/>
          <a:p>
            <a:fld id="{9827F1AC-F112-9F42-86F5-402CB0401BBA}" type="slidenum">
              <a:rPr lang="es-ES_tradnl" smtClean="0"/>
              <a:t>‹Nr.›</a:t>
            </a:fld>
            <a:endParaRPr lang="es-ES_tradnl"/>
          </a:p>
        </p:txBody>
      </p:sp>
    </p:spTree>
    <p:extLst>
      <p:ext uri="{BB962C8B-B14F-4D97-AF65-F5344CB8AC3E}">
        <p14:creationId xmlns:p14="http://schemas.microsoft.com/office/powerpoint/2010/main" val="4222274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57B105-ACE1-DA10-E44C-28FAD8C9E56E}"/>
              </a:ext>
            </a:extLst>
          </p:cNvPr>
          <p:cNvSpPr>
            <a:spLocks noGrp="1"/>
          </p:cNvSpPr>
          <p:nvPr>
            <p:ph type="title"/>
          </p:nvPr>
        </p:nvSpPr>
        <p:spPr/>
        <p:txBody>
          <a:bodyPr/>
          <a:lstStyle/>
          <a:p>
            <a:r>
              <a:rPr lang="de-DE"/>
              <a:t>Mastertitelformat bearbeiten</a:t>
            </a:r>
            <a:endParaRPr lang="es-ES_tradnl"/>
          </a:p>
        </p:txBody>
      </p:sp>
      <p:sp>
        <p:nvSpPr>
          <p:cNvPr id="3" name="Vertikaler Textplatzhalter 2">
            <a:extLst>
              <a:ext uri="{FF2B5EF4-FFF2-40B4-BE49-F238E27FC236}">
                <a16:creationId xmlns:a16="http://schemas.microsoft.com/office/drawing/2014/main" id="{7C3A8573-075B-750E-3ED5-391C1C0CA483}"/>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912C97C7-3375-601A-9F8E-19850B6F3C75}"/>
              </a:ext>
            </a:extLst>
          </p:cNvPr>
          <p:cNvSpPr>
            <a:spLocks noGrp="1"/>
          </p:cNvSpPr>
          <p:nvPr>
            <p:ph type="dt" sz="half" idx="10"/>
          </p:nvPr>
        </p:nvSpPr>
        <p:spPr/>
        <p:txBody>
          <a:bodyPr/>
          <a:lstStyle/>
          <a:p>
            <a:fld id="{C24B53EC-1CB8-BE4A-90C9-8C3E19C02982}" type="datetimeFigureOut">
              <a:rPr lang="es-ES_tradnl" smtClean="0"/>
              <a:t>29/3/26</a:t>
            </a:fld>
            <a:endParaRPr lang="es-ES_tradnl"/>
          </a:p>
        </p:txBody>
      </p:sp>
      <p:sp>
        <p:nvSpPr>
          <p:cNvPr id="5" name="Fußzeilenplatzhalter 4">
            <a:extLst>
              <a:ext uri="{FF2B5EF4-FFF2-40B4-BE49-F238E27FC236}">
                <a16:creationId xmlns:a16="http://schemas.microsoft.com/office/drawing/2014/main" id="{E44A1895-E860-AE8B-8C1D-AA9107CC7B50}"/>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C2C2E561-25E4-AA70-63DD-0206EF780678}"/>
              </a:ext>
            </a:extLst>
          </p:cNvPr>
          <p:cNvSpPr>
            <a:spLocks noGrp="1"/>
          </p:cNvSpPr>
          <p:nvPr>
            <p:ph type="sldNum" sz="quarter" idx="12"/>
          </p:nvPr>
        </p:nvSpPr>
        <p:spPr/>
        <p:txBody>
          <a:bodyPr/>
          <a:lstStyle/>
          <a:p>
            <a:fld id="{9827F1AC-F112-9F42-86F5-402CB0401BBA}" type="slidenum">
              <a:rPr lang="es-ES_tradnl" smtClean="0"/>
              <a:t>‹Nr.›</a:t>
            </a:fld>
            <a:endParaRPr lang="es-ES_tradnl"/>
          </a:p>
        </p:txBody>
      </p:sp>
    </p:spTree>
    <p:extLst>
      <p:ext uri="{BB962C8B-B14F-4D97-AF65-F5344CB8AC3E}">
        <p14:creationId xmlns:p14="http://schemas.microsoft.com/office/powerpoint/2010/main" val="1197116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A687ACC4-CC8E-0975-AECA-286A92E1BD01}"/>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s-ES_tradnl"/>
          </a:p>
        </p:txBody>
      </p:sp>
      <p:sp>
        <p:nvSpPr>
          <p:cNvPr id="3" name="Vertikaler Textplatzhalter 2">
            <a:extLst>
              <a:ext uri="{FF2B5EF4-FFF2-40B4-BE49-F238E27FC236}">
                <a16:creationId xmlns:a16="http://schemas.microsoft.com/office/drawing/2014/main" id="{91E728E6-62D5-10AE-B95B-805BEAC4C5A3}"/>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FFAF497D-27F0-8183-EBAB-13AFF25500A9}"/>
              </a:ext>
            </a:extLst>
          </p:cNvPr>
          <p:cNvSpPr>
            <a:spLocks noGrp="1"/>
          </p:cNvSpPr>
          <p:nvPr>
            <p:ph type="dt" sz="half" idx="10"/>
          </p:nvPr>
        </p:nvSpPr>
        <p:spPr/>
        <p:txBody>
          <a:bodyPr/>
          <a:lstStyle/>
          <a:p>
            <a:fld id="{C24B53EC-1CB8-BE4A-90C9-8C3E19C02982}" type="datetimeFigureOut">
              <a:rPr lang="es-ES_tradnl" smtClean="0"/>
              <a:t>29/3/26</a:t>
            </a:fld>
            <a:endParaRPr lang="es-ES_tradnl"/>
          </a:p>
        </p:txBody>
      </p:sp>
      <p:sp>
        <p:nvSpPr>
          <p:cNvPr id="5" name="Fußzeilenplatzhalter 4">
            <a:extLst>
              <a:ext uri="{FF2B5EF4-FFF2-40B4-BE49-F238E27FC236}">
                <a16:creationId xmlns:a16="http://schemas.microsoft.com/office/drawing/2014/main" id="{6E8A1B50-FC6E-E333-62E7-77B9BA8BCD13}"/>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CD05868C-6862-4359-F2E6-74B382D6603E}"/>
              </a:ext>
            </a:extLst>
          </p:cNvPr>
          <p:cNvSpPr>
            <a:spLocks noGrp="1"/>
          </p:cNvSpPr>
          <p:nvPr>
            <p:ph type="sldNum" sz="quarter" idx="12"/>
          </p:nvPr>
        </p:nvSpPr>
        <p:spPr/>
        <p:txBody>
          <a:bodyPr/>
          <a:lstStyle/>
          <a:p>
            <a:fld id="{9827F1AC-F112-9F42-86F5-402CB0401BBA}" type="slidenum">
              <a:rPr lang="es-ES_tradnl" smtClean="0"/>
              <a:t>‹Nr.›</a:t>
            </a:fld>
            <a:endParaRPr lang="es-ES_tradnl"/>
          </a:p>
        </p:txBody>
      </p:sp>
    </p:spTree>
    <p:extLst>
      <p:ext uri="{BB962C8B-B14F-4D97-AF65-F5344CB8AC3E}">
        <p14:creationId xmlns:p14="http://schemas.microsoft.com/office/powerpoint/2010/main" val="3799935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valuacion_RL">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pic>
        <p:nvPicPr>
          <p:cNvPr id="7" name="Grafik 6">
            <a:extLst>
              <a:ext uri="{FF2B5EF4-FFF2-40B4-BE49-F238E27FC236}">
                <a16:creationId xmlns:a16="http://schemas.microsoft.com/office/drawing/2014/main" id="{FB04077B-F64E-73B0-DB6F-6D6069A17424}"/>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15429" t="14728" r="25176" b="10832"/>
          <a:stretch>
            <a:fillRect/>
          </a:stretch>
        </p:blipFill>
        <p:spPr>
          <a:xfrm>
            <a:off x="10640054" y="1307035"/>
            <a:ext cx="1465024" cy="1057511"/>
          </a:xfrm>
          <a:prstGeom prst="rect">
            <a:avLst/>
          </a:prstGeom>
        </p:spPr>
      </p:pic>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13" name="Textfeld 12">
            <a:extLst>
              <a:ext uri="{FF2B5EF4-FFF2-40B4-BE49-F238E27FC236}">
                <a16:creationId xmlns:a16="http://schemas.microsoft.com/office/drawing/2014/main" id="{A41B35AC-5FD2-0498-0C0B-3C9BC3F79BD3}"/>
              </a:ext>
            </a:extLst>
          </p:cNvPr>
          <p:cNvSpPr txBox="1"/>
          <p:nvPr userDrawn="1"/>
        </p:nvSpPr>
        <p:spPr>
          <a:xfrm>
            <a:off x="374790" y="256347"/>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RL en la Simulación</a:t>
            </a: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6390198" y="5092979"/>
            <a:ext cx="4534893" cy="636457"/>
          </a:xfrm>
        </p:spPr>
        <p:txBody>
          <a:bodyPr/>
          <a:lstStyle>
            <a:lvl1pPr marL="0" indent="0" algn="ctr">
              <a:spcBef>
                <a:spcPts val="0"/>
              </a:spcBef>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cxnSp>
        <p:nvCxnSpPr>
          <p:cNvPr id="2" name="Gerade Verbindung 1">
            <a:extLst>
              <a:ext uri="{FF2B5EF4-FFF2-40B4-BE49-F238E27FC236}">
                <a16:creationId xmlns:a16="http://schemas.microsoft.com/office/drawing/2014/main" id="{E823874B-BE42-6B9C-CBCF-8EFCB6AD8788}"/>
              </a:ext>
            </a:extLst>
          </p:cNvPr>
          <p:cNvCxnSpPr>
            <a:cxnSpLocks/>
          </p:cNvCxnSpPr>
          <p:nvPr userDrawn="1"/>
        </p:nvCxnSpPr>
        <p:spPr>
          <a:xfrm>
            <a:off x="520862" y="1850693"/>
            <a:ext cx="9945312"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3" name="Textplatzhalter 23">
            <a:extLst>
              <a:ext uri="{FF2B5EF4-FFF2-40B4-BE49-F238E27FC236}">
                <a16:creationId xmlns:a16="http://schemas.microsoft.com/office/drawing/2014/main" id="{90D1329D-A0BF-1FBB-6936-392FA8034A0D}"/>
              </a:ext>
            </a:extLst>
          </p:cNvPr>
          <p:cNvSpPr>
            <a:spLocks noGrp="1"/>
          </p:cNvSpPr>
          <p:nvPr>
            <p:ph type="body" sz="quarter" idx="12"/>
          </p:nvPr>
        </p:nvSpPr>
        <p:spPr>
          <a:xfrm>
            <a:off x="520862" y="1446792"/>
            <a:ext cx="6994505" cy="449263"/>
          </a:xfrm>
        </p:spPr>
        <p:txBody>
          <a:bodyPr/>
          <a:lstStyle>
            <a:lvl1pPr>
              <a:buNone/>
              <a:defRPr sz="2000">
                <a:latin typeface="Times New Roman" panose="02020603050405020304" pitchFamily="18" charset="0"/>
                <a:cs typeface="Times New Roman" panose="02020603050405020304" pitchFamily="18" charset="0"/>
              </a:defRPr>
            </a:lvl1pPr>
          </a:lstStyle>
          <a:p>
            <a:endPar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4" name="Onlinebild-Platzhalter 13">
            <a:extLst>
              <a:ext uri="{FF2B5EF4-FFF2-40B4-BE49-F238E27FC236}">
                <a16:creationId xmlns:a16="http://schemas.microsoft.com/office/drawing/2014/main" id="{FD9EF390-3AFD-9D64-1273-017BE22D9A62}"/>
              </a:ext>
            </a:extLst>
          </p:cNvPr>
          <p:cNvSpPr>
            <a:spLocks noGrp="1"/>
          </p:cNvSpPr>
          <p:nvPr>
            <p:ph type="clipArt" sz="quarter" idx="15"/>
          </p:nvPr>
        </p:nvSpPr>
        <p:spPr>
          <a:xfrm>
            <a:off x="520862" y="2150672"/>
            <a:ext cx="5365750" cy="4008437"/>
          </a:xfrm>
        </p:spPr>
        <p:txBody>
          <a:bodyPr/>
          <a:lstStyle/>
          <a:p>
            <a:endParaRPr lang="es-ES_tradnl"/>
          </a:p>
        </p:txBody>
      </p:sp>
      <p:pic>
        <p:nvPicPr>
          <p:cNvPr id="21" name="Grafik 20">
            <a:extLst>
              <a:ext uri="{FF2B5EF4-FFF2-40B4-BE49-F238E27FC236}">
                <a16:creationId xmlns:a16="http://schemas.microsoft.com/office/drawing/2014/main" id="{95360E26-BFAE-B334-4899-0F825BFBC344}"/>
              </a:ext>
            </a:extLst>
          </p:cNvPr>
          <p:cNvPicPr>
            <a:picLocks noChangeAspect="1"/>
          </p:cNvPicPr>
          <p:nvPr userDrawn="1"/>
        </p:nvPicPr>
        <p:blipFill>
          <a:blip r:embed="rId5"/>
          <a:stretch>
            <a:fillRect/>
          </a:stretch>
        </p:blipFill>
        <p:spPr>
          <a:xfrm>
            <a:off x="6353093" y="2077326"/>
            <a:ext cx="2721697" cy="2147028"/>
          </a:xfrm>
          <a:prstGeom prst="rect">
            <a:avLst/>
          </a:prstGeom>
        </p:spPr>
      </p:pic>
      <p:sp>
        <p:nvSpPr>
          <p:cNvPr id="22" name="Inhaltsplatzhalter 28">
            <a:extLst>
              <a:ext uri="{FF2B5EF4-FFF2-40B4-BE49-F238E27FC236}">
                <a16:creationId xmlns:a16="http://schemas.microsoft.com/office/drawing/2014/main" id="{BE6DE186-B408-4201-17FA-17FDB7A4014C}"/>
              </a:ext>
            </a:extLst>
          </p:cNvPr>
          <p:cNvSpPr>
            <a:spLocks noGrp="1"/>
          </p:cNvSpPr>
          <p:nvPr>
            <p:ph sz="quarter" idx="16"/>
          </p:nvPr>
        </p:nvSpPr>
        <p:spPr>
          <a:xfrm>
            <a:off x="6353093" y="4424206"/>
            <a:ext cx="4571997" cy="465600"/>
          </a:xfrm>
        </p:spPr>
        <p:txBody>
          <a:bodyPr/>
          <a:lstStyle>
            <a:lvl1pPr marL="0" indent="0" algn="ctr">
              <a:spcBef>
                <a:spcPts val="0"/>
              </a:spcBef>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spTree>
    <p:extLst>
      <p:ext uri="{BB962C8B-B14F-4D97-AF65-F5344CB8AC3E}">
        <p14:creationId xmlns:p14="http://schemas.microsoft.com/office/powerpoint/2010/main" val="17225148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Evaluacion_RL_Signal">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pic>
        <p:nvPicPr>
          <p:cNvPr id="7" name="Grafik 6">
            <a:extLst>
              <a:ext uri="{FF2B5EF4-FFF2-40B4-BE49-F238E27FC236}">
                <a16:creationId xmlns:a16="http://schemas.microsoft.com/office/drawing/2014/main" id="{FB04077B-F64E-73B0-DB6F-6D6069A17424}"/>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15429" t="14728" r="25176" b="10832"/>
          <a:stretch>
            <a:fillRect/>
          </a:stretch>
        </p:blipFill>
        <p:spPr>
          <a:xfrm>
            <a:off x="10640054" y="1307035"/>
            <a:ext cx="1465024" cy="1057511"/>
          </a:xfrm>
          <a:prstGeom prst="rect">
            <a:avLst/>
          </a:prstGeom>
        </p:spPr>
      </p:pic>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13" name="Textfeld 12">
            <a:extLst>
              <a:ext uri="{FF2B5EF4-FFF2-40B4-BE49-F238E27FC236}">
                <a16:creationId xmlns:a16="http://schemas.microsoft.com/office/drawing/2014/main" id="{A41B35AC-5FD2-0498-0C0B-3C9BC3F79BD3}"/>
              </a:ext>
            </a:extLst>
          </p:cNvPr>
          <p:cNvSpPr txBox="1"/>
          <p:nvPr userDrawn="1"/>
        </p:nvSpPr>
        <p:spPr>
          <a:xfrm>
            <a:off x="374790" y="256347"/>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RL en la Simulación</a:t>
            </a: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605928" y="4961947"/>
            <a:ext cx="11065209" cy="1007846"/>
          </a:xfrm>
        </p:spPr>
        <p:txBody>
          <a:bodyPr/>
          <a:lstStyle>
            <a:lvl1pPr marL="0" indent="0" algn="ctr">
              <a:spcBef>
                <a:spcPts val="0"/>
              </a:spcBef>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cxnSp>
        <p:nvCxnSpPr>
          <p:cNvPr id="2" name="Gerade Verbindung 1">
            <a:extLst>
              <a:ext uri="{FF2B5EF4-FFF2-40B4-BE49-F238E27FC236}">
                <a16:creationId xmlns:a16="http://schemas.microsoft.com/office/drawing/2014/main" id="{E823874B-BE42-6B9C-CBCF-8EFCB6AD8788}"/>
              </a:ext>
            </a:extLst>
          </p:cNvPr>
          <p:cNvCxnSpPr>
            <a:cxnSpLocks/>
          </p:cNvCxnSpPr>
          <p:nvPr userDrawn="1"/>
        </p:nvCxnSpPr>
        <p:spPr>
          <a:xfrm>
            <a:off x="520862" y="1850693"/>
            <a:ext cx="9945312"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3" name="Textplatzhalter 23">
            <a:extLst>
              <a:ext uri="{FF2B5EF4-FFF2-40B4-BE49-F238E27FC236}">
                <a16:creationId xmlns:a16="http://schemas.microsoft.com/office/drawing/2014/main" id="{90D1329D-A0BF-1FBB-6936-392FA8034A0D}"/>
              </a:ext>
            </a:extLst>
          </p:cNvPr>
          <p:cNvSpPr>
            <a:spLocks noGrp="1"/>
          </p:cNvSpPr>
          <p:nvPr>
            <p:ph type="body" sz="quarter" idx="12"/>
          </p:nvPr>
        </p:nvSpPr>
        <p:spPr>
          <a:xfrm>
            <a:off x="520862" y="1446792"/>
            <a:ext cx="6994505" cy="449263"/>
          </a:xfrm>
        </p:spPr>
        <p:txBody>
          <a:bodyPr/>
          <a:lstStyle>
            <a:lvl1pPr>
              <a:buNone/>
              <a:defRPr sz="2000">
                <a:latin typeface="Times New Roman" panose="02020603050405020304" pitchFamily="18" charset="0"/>
                <a:cs typeface="Times New Roman" panose="02020603050405020304" pitchFamily="18" charset="0"/>
              </a:defRPr>
            </a:lvl1pPr>
          </a:lstStyle>
          <a:p>
            <a:endPar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0" name="Onlinebild-Platzhalter 13">
            <a:extLst>
              <a:ext uri="{FF2B5EF4-FFF2-40B4-BE49-F238E27FC236}">
                <a16:creationId xmlns:a16="http://schemas.microsoft.com/office/drawing/2014/main" id="{3A0C70E0-48D5-A72C-4A82-0E880E0730C9}"/>
              </a:ext>
            </a:extLst>
          </p:cNvPr>
          <p:cNvSpPr>
            <a:spLocks noGrp="1"/>
          </p:cNvSpPr>
          <p:nvPr>
            <p:ph type="clipArt" sz="quarter" idx="15"/>
          </p:nvPr>
        </p:nvSpPr>
        <p:spPr>
          <a:xfrm>
            <a:off x="3583277" y="2077327"/>
            <a:ext cx="5271637" cy="2506018"/>
          </a:xfrm>
        </p:spPr>
        <p:txBody>
          <a:bodyPr/>
          <a:lstStyle/>
          <a:p>
            <a:endParaRPr lang="es-ES_tradnl"/>
          </a:p>
        </p:txBody>
      </p:sp>
      <p:sp>
        <p:nvSpPr>
          <p:cNvPr id="11" name="Inhaltsplatzhalter 28">
            <a:extLst>
              <a:ext uri="{FF2B5EF4-FFF2-40B4-BE49-F238E27FC236}">
                <a16:creationId xmlns:a16="http://schemas.microsoft.com/office/drawing/2014/main" id="{E03F487B-0478-3EA0-504F-340815C8A137}"/>
              </a:ext>
            </a:extLst>
          </p:cNvPr>
          <p:cNvSpPr>
            <a:spLocks noGrp="1"/>
          </p:cNvSpPr>
          <p:nvPr>
            <p:ph sz="quarter" idx="16"/>
          </p:nvPr>
        </p:nvSpPr>
        <p:spPr>
          <a:xfrm>
            <a:off x="561487" y="2465822"/>
            <a:ext cx="2688490" cy="2027633"/>
          </a:xfrm>
        </p:spPr>
        <p:txBody>
          <a:bodyPr/>
          <a:lstStyle>
            <a:lvl1pPr marL="0" indent="0" algn="ctr">
              <a:spcBef>
                <a:spcPts val="0"/>
              </a:spcBef>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spTree>
    <p:extLst>
      <p:ext uri="{BB962C8B-B14F-4D97-AF65-F5344CB8AC3E}">
        <p14:creationId xmlns:p14="http://schemas.microsoft.com/office/powerpoint/2010/main" val="678260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73D9173-2444-5139-E709-68674CD8CA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s-ES_tradnl"/>
          </a:p>
        </p:txBody>
      </p:sp>
      <p:sp>
        <p:nvSpPr>
          <p:cNvPr id="3" name="Textplatzhalter 2">
            <a:extLst>
              <a:ext uri="{FF2B5EF4-FFF2-40B4-BE49-F238E27FC236}">
                <a16:creationId xmlns:a16="http://schemas.microsoft.com/office/drawing/2014/main" id="{BADC81C7-A456-9CF2-99FE-3A35CD905F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80660EA2-B560-49B6-AE4C-6D2DEBE435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4B53EC-1CB8-BE4A-90C9-8C3E19C02982}" type="datetimeFigureOut">
              <a:rPr lang="es-ES_tradnl" smtClean="0"/>
              <a:t>29/3/26</a:t>
            </a:fld>
            <a:endParaRPr lang="es-ES_tradnl"/>
          </a:p>
        </p:txBody>
      </p:sp>
      <p:sp>
        <p:nvSpPr>
          <p:cNvPr id="5" name="Fußzeilenplatzhalter 4">
            <a:extLst>
              <a:ext uri="{FF2B5EF4-FFF2-40B4-BE49-F238E27FC236}">
                <a16:creationId xmlns:a16="http://schemas.microsoft.com/office/drawing/2014/main" id="{2BDBC2A1-1F4E-E48E-3EFB-4A7DCE75FC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_tradnl"/>
          </a:p>
        </p:txBody>
      </p:sp>
      <p:sp>
        <p:nvSpPr>
          <p:cNvPr id="6" name="Foliennummernplatzhalter 5">
            <a:extLst>
              <a:ext uri="{FF2B5EF4-FFF2-40B4-BE49-F238E27FC236}">
                <a16:creationId xmlns:a16="http://schemas.microsoft.com/office/drawing/2014/main" id="{B39C5C30-8A96-CD56-BE06-57FF8003E4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27F1AC-F112-9F42-86F5-402CB0401BBA}" type="slidenum">
              <a:rPr lang="es-ES_tradnl" smtClean="0"/>
              <a:t>‹Nr.›</a:t>
            </a:fld>
            <a:endParaRPr lang="es-ES_tradnl"/>
          </a:p>
        </p:txBody>
      </p:sp>
    </p:spTree>
    <p:extLst>
      <p:ext uri="{BB962C8B-B14F-4D97-AF65-F5344CB8AC3E}">
        <p14:creationId xmlns:p14="http://schemas.microsoft.com/office/powerpoint/2010/main" val="3679386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4.emf"/><Relationship Id="rId1" Type="http://schemas.openxmlformats.org/officeDocument/2006/relationships/slideLayout" Target="../slideLayouts/slideLayout13.xml"/><Relationship Id="rId4" Type="http://schemas.openxmlformats.org/officeDocument/2006/relationships/image" Target="../media/image1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C5EF0-11E9-7B83-FCDA-11648EAE90B7}"/>
            </a:ext>
          </a:extLst>
        </p:cNvPr>
        <p:cNvGrpSpPr/>
        <p:nvPr/>
      </p:nvGrpSpPr>
      <p:grpSpPr>
        <a:xfrm>
          <a:off x="0" y="0"/>
          <a:ext cx="0" cy="0"/>
          <a:chOff x="0" y="0"/>
          <a:chExt cx="0" cy="0"/>
        </a:xfrm>
      </p:grpSpPr>
      <p:sp>
        <p:nvSpPr>
          <p:cNvPr id="2" name="Inhaltsplatzhalter 1">
            <a:extLst>
              <a:ext uri="{FF2B5EF4-FFF2-40B4-BE49-F238E27FC236}">
                <a16:creationId xmlns:a16="http://schemas.microsoft.com/office/drawing/2014/main" id="{3423FD89-BCDD-CAC6-F4B9-0EA8E0970E4C}"/>
              </a:ext>
            </a:extLst>
          </p:cNvPr>
          <p:cNvSpPr>
            <a:spLocks noGrp="1"/>
          </p:cNvSpPr>
          <p:nvPr>
            <p:ph sz="quarter" idx="14"/>
          </p:nvPr>
        </p:nvSpPr>
        <p:spPr/>
        <p:txBody>
          <a:bodyPr>
            <a:normAutofit fontScale="85000" lnSpcReduction="10000"/>
          </a:bodyPr>
          <a:lstStyle/>
          <a:p>
            <a:pPr algn="l"/>
            <a:r>
              <a:rPr lang="es-ES_tradnl" dirty="0"/>
              <a:t>La posición inicial introduce variaciones significativas en el RMSE, generando distorsiones en la curva y evidenciando una alta dependencia del agente respecto al estado inicial.</a:t>
            </a:r>
          </a:p>
          <a:p>
            <a:pPr algn="l"/>
            <a:endParaRPr lang="es-ES_tradnl" dirty="0"/>
          </a:p>
        </p:txBody>
      </p:sp>
      <p:sp>
        <p:nvSpPr>
          <p:cNvPr id="3" name="Textplatzhalter 2">
            <a:extLst>
              <a:ext uri="{FF2B5EF4-FFF2-40B4-BE49-F238E27FC236}">
                <a16:creationId xmlns:a16="http://schemas.microsoft.com/office/drawing/2014/main" id="{13FB0269-D87F-8EA5-E5CE-26A4239723CE}"/>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o1ini,  Angulo de operación inicial</a:t>
            </a:r>
          </a:p>
          <a:p>
            <a:endParaRPr lang="es-ES_tradnl" dirty="0"/>
          </a:p>
        </p:txBody>
      </p:sp>
      <p:sp>
        <p:nvSpPr>
          <p:cNvPr id="7" name="Inhaltsplatzhalter 7">
            <a:extLst>
              <a:ext uri="{FF2B5EF4-FFF2-40B4-BE49-F238E27FC236}">
                <a16:creationId xmlns:a16="http://schemas.microsoft.com/office/drawing/2014/main" id="{ABDCA877-52DF-37E9-A5D2-72E6A5D9C696}"/>
              </a:ext>
            </a:extLst>
          </p:cNvPr>
          <p:cNvSpPr txBox="1">
            <a:spLocks noGrp="1"/>
          </p:cNvSpPr>
          <p:nvPr>
            <p:ph sz="quarter" idx="16"/>
          </p:nvPr>
        </p:nvSpPr>
        <p:spPr>
          <a:prstGeom prst="rect">
            <a:avLst/>
          </a:prstGeom>
          <a:noFill/>
        </p:spPr>
        <p:txBody>
          <a:bodyPr wrap="square">
            <a:spAutoFit/>
          </a:bodyPr>
          <a:lstStyle/>
          <a:p>
            <a:pPr algn="l"/>
            <a:r>
              <a:rPr lang="es-ES_tradnl" sz="1400" b="1" noProof="1">
                <a:solidFill>
                  <a:schemeClr val="tx1">
                    <a:lumMod val="75000"/>
                    <a:lumOff val="25000"/>
                  </a:schemeClr>
                </a:solidFill>
                <a:latin typeface="Times New Roman" panose="02020603050405020304" pitchFamily="18" charset="0"/>
                <a:cs typeface="Times New Roman" panose="02020603050405020304" pitchFamily="18" charset="0"/>
              </a:rPr>
              <a:t>o1ini: (-90°, 0°, 90°)</a:t>
            </a:r>
          </a:p>
          <a:p>
            <a:pPr algn="l"/>
            <a:r>
              <a:rPr lang="es-ES_tradnl" sz="1400" noProof="1">
                <a:solidFill>
                  <a:schemeClr val="tx1">
                    <a:lumMod val="75000"/>
                    <a:lumOff val="25000"/>
                  </a:schemeClr>
                </a:solidFill>
              </a:rPr>
              <a:t>Pitch, Roll =0°, do1ini= 0°, Retardo=0ms </a:t>
            </a:r>
            <a:endParaRPr lang="es-ES_tradnl" sz="1400" dirty="0"/>
          </a:p>
          <a:p>
            <a:pPr algn="l"/>
            <a:endParaRPr lang="es-ES_tradnl" sz="1400" b="1" dirty="0"/>
          </a:p>
        </p:txBody>
      </p:sp>
      <p:pic>
        <p:nvPicPr>
          <p:cNvPr id="6" name="Onlinebild-Platzhalter 5">
            <a:extLst>
              <a:ext uri="{FF2B5EF4-FFF2-40B4-BE49-F238E27FC236}">
                <a16:creationId xmlns:a16="http://schemas.microsoft.com/office/drawing/2014/main" id="{9866029C-AA12-CF54-36FD-B10571789ECF}"/>
              </a:ext>
            </a:extLst>
          </p:cNvPr>
          <p:cNvPicPr>
            <a:picLocks noGrp="1" noChangeAspect="1"/>
          </p:cNvPicPr>
          <p:nvPr>
            <p:ph type="clipArt" sz="quarter" idx="15"/>
          </p:nvPr>
        </p:nvPicPr>
        <p:blipFill>
          <a:blip r:embed="rId2"/>
          <a:stretch>
            <a:fillRect/>
          </a:stretch>
        </p:blipFill>
        <p:spPr>
          <a:xfrm>
            <a:off x="583920" y="2151063"/>
            <a:ext cx="5239310" cy="4008437"/>
          </a:xfrm>
          <a:prstGeom prst="rect">
            <a:avLst/>
          </a:prstGeom>
        </p:spPr>
      </p:pic>
      <p:grpSp>
        <p:nvGrpSpPr>
          <p:cNvPr id="9" name="Gruppieren 8">
            <a:extLst>
              <a:ext uri="{FF2B5EF4-FFF2-40B4-BE49-F238E27FC236}">
                <a16:creationId xmlns:a16="http://schemas.microsoft.com/office/drawing/2014/main" id="{4079C901-7621-19BD-41A9-3438608AF773}"/>
              </a:ext>
            </a:extLst>
          </p:cNvPr>
          <p:cNvGrpSpPr/>
          <p:nvPr/>
        </p:nvGrpSpPr>
        <p:grpSpPr>
          <a:xfrm rot="19891101">
            <a:off x="2093499" y="3529511"/>
            <a:ext cx="2458060" cy="485545"/>
            <a:chOff x="0" y="0"/>
            <a:chExt cx="8746828" cy="2160293"/>
          </a:xfrm>
        </p:grpSpPr>
        <p:sp>
          <p:nvSpPr>
            <p:cNvPr id="10" name="Richtungspfeil 9">
              <a:extLst>
                <a:ext uri="{FF2B5EF4-FFF2-40B4-BE49-F238E27FC236}">
                  <a16:creationId xmlns:a16="http://schemas.microsoft.com/office/drawing/2014/main" id="{CCF0CDF0-C5C2-7C6F-52A6-30F3368DA7FC}"/>
                </a:ext>
              </a:extLst>
            </p:cNvPr>
            <p:cNvSpPr/>
            <p:nvPr/>
          </p:nvSpPr>
          <p:spPr>
            <a:xfrm>
              <a:off x="0" y="0"/>
              <a:ext cx="8746828" cy="2160293"/>
            </a:xfrm>
            <a:prstGeom prst="homePlat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ES_tradnl" sz="300" dirty="0"/>
            </a:p>
          </p:txBody>
        </p:sp>
        <p:sp>
          <p:nvSpPr>
            <p:cNvPr id="11" name="Richtungspfeil 4">
              <a:extLst>
                <a:ext uri="{FF2B5EF4-FFF2-40B4-BE49-F238E27FC236}">
                  <a16:creationId xmlns:a16="http://schemas.microsoft.com/office/drawing/2014/main" id="{BFA1951F-DD15-B652-3B74-88F0CA039983}"/>
                </a:ext>
              </a:extLst>
            </p:cNvPr>
            <p:cNvSpPr txBox="1"/>
            <p:nvPr/>
          </p:nvSpPr>
          <p:spPr>
            <a:xfrm>
              <a:off x="0" y="0"/>
              <a:ext cx="8206755" cy="21602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46710" tIns="173355" rIns="86678" bIns="173355" numCol="1" spcCol="1270" anchor="ctr" anchorCtr="0">
              <a:noAutofit/>
            </a:bodyPr>
            <a:lstStyle/>
            <a:p>
              <a:pPr marL="0" lvl="0" indent="0" algn="ctr" defTabSz="2889250">
                <a:lnSpc>
                  <a:spcPct val="90000"/>
                </a:lnSpc>
                <a:spcBef>
                  <a:spcPct val="0"/>
                </a:spcBef>
                <a:spcAft>
                  <a:spcPct val="35000"/>
                </a:spcAft>
                <a:buNone/>
              </a:pPr>
              <a:r>
                <a:rPr lang="es-ES_tradnl" sz="1400" noProof="1"/>
                <a:t>Overfitting </a:t>
              </a:r>
              <a:endParaRPr lang="es-ES_tradnl" sz="1400" kern="1200" noProof="1"/>
            </a:p>
          </p:txBody>
        </p:sp>
      </p:grpSp>
      <p:sp>
        <p:nvSpPr>
          <p:cNvPr id="4" name="Fußzeilenplatzhalter 3">
            <a:extLst>
              <a:ext uri="{FF2B5EF4-FFF2-40B4-BE49-F238E27FC236}">
                <a16:creationId xmlns:a16="http://schemas.microsoft.com/office/drawing/2014/main" id="{9A188E21-FE81-AA57-D1C8-A3760EFD31A9}"/>
              </a:ext>
            </a:extLst>
          </p:cNvPr>
          <p:cNvSpPr txBox="1">
            <a:spLocks/>
          </p:cNvSpPr>
          <p:nvPr/>
        </p:nvSpPr>
        <p:spPr>
          <a:xfrm>
            <a:off x="962526" y="6356350"/>
            <a:ext cx="10497424"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323165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0B83A-BAC8-674D-F179-125C59C6CED4}"/>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09FE47A1-9FCC-0929-6D85-F697FE6941EF}"/>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o1ini,  Angulo de operación inicial. o1sp=45°</a:t>
            </a:r>
          </a:p>
          <a:p>
            <a:endParaRPr lang="es-ES_tradnl" dirty="0"/>
          </a:p>
        </p:txBody>
      </p:sp>
      <p:graphicFrame>
        <p:nvGraphicFramePr>
          <p:cNvPr id="7" name="Inhaltsplatzhalter 5">
            <a:extLst>
              <a:ext uri="{FF2B5EF4-FFF2-40B4-BE49-F238E27FC236}">
                <a16:creationId xmlns:a16="http://schemas.microsoft.com/office/drawing/2014/main" id="{E4C2BB04-D6FC-FAA6-9097-02844E09E048}"/>
              </a:ext>
            </a:extLst>
          </p:cNvPr>
          <p:cNvGraphicFramePr>
            <a:graphicFrameLocks noGrp="1"/>
          </p:cNvGraphicFramePr>
          <p:nvPr>
            <p:ph sz="quarter" idx="14"/>
            <p:extLst>
              <p:ext uri="{D42A27DB-BD31-4B8C-83A1-F6EECF244321}">
                <p14:modId xmlns:p14="http://schemas.microsoft.com/office/powerpoint/2010/main" val="3229483572"/>
              </p:ext>
            </p:extLst>
          </p:nvPr>
        </p:nvGraphicFramePr>
        <p:xfrm>
          <a:off x="561487" y="4616188"/>
          <a:ext cx="10532960" cy="1590040"/>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54255">
                  <a:extLst>
                    <a:ext uri="{9D8B030D-6E8A-4147-A177-3AD203B41FA5}">
                      <a16:colId xmlns:a16="http://schemas.microsoft.com/office/drawing/2014/main" val="2431686169"/>
                    </a:ext>
                  </a:extLst>
                </a:gridCol>
                <a:gridCol w="445558">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Rank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Sweep Val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O1_final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Mp [°]</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Mp[%]</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T[s]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e_ss_abs[°]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RMSE[°]</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ITAE[°s]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Tr[s]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Iosc</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U_peak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U_rms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U_energy</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U_TV</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1000" b="0" noProof="1">
                          <a:solidFill>
                            <a:schemeClr val="tx1"/>
                          </a:solidFill>
                          <a:effectLst/>
                          <a:latin typeface="Times New Roman" panose="02020603050405020304" pitchFamily="18" charset="0"/>
                          <a:cs typeface="Times New Roman" panose="02020603050405020304" pitchFamily="18" charset="0"/>
                        </a:rPr>
                        <a:t>1</a:t>
                      </a: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45.80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3.49</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7.76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0.83</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0.80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10.29</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17.12</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0.36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251.00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9.90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2.63</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35.17</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4.98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40.63</a:t>
                      </a: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52.66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7.66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12.55</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139.41</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307.00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2.40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28.28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4.46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38.47</a:t>
                      </a:r>
                    </a:p>
                  </a:txBody>
                  <a:tcPr marL="68580" marR="68580" marT="0" marB="0" anchor="ctr">
                    <a:noFill/>
                  </a:tcPr>
                </a:tc>
                <a:extLst>
                  <a:ext uri="{0D108BD9-81ED-4DB2-BD59-A6C34878D82A}">
                    <a16:rowId xmlns:a16="http://schemas.microsoft.com/office/drawing/2014/main" val="3349572378"/>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-307.34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-134.93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-299.84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7.66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77.62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339.44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166.00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4.64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127.42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15.74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63.28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NaN</a:t>
                      </a:r>
                    </a:p>
                  </a:txBody>
                  <a:tcPr marL="68580" marR="68580" marT="0" marB="0" anchor="ctr">
                    <a:noFill/>
                  </a:tcPr>
                </a:tc>
                <a:extLst>
                  <a:ext uri="{0D108BD9-81ED-4DB2-BD59-A6C34878D82A}">
                    <a16:rowId xmlns:a16="http://schemas.microsoft.com/office/drawing/2014/main" val="1690602423"/>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244040397"/>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sp>
        <p:nvSpPr>
          <p:cNvPr id="8" name="Inhaltsplatzhalter 7">
            <a:extLst>
              <a:ext uri="{FF2B5EF4-FFF2-40B4-BE49-F238E27FC236}">
                <a16:creationId xmlns:a16="http://schemas.microsoft.com/office/drawing/2014/main" id="{FE767C96-A533-0682-2FDC-80955BD0090C}"/>
              </a:ext>
            </a:extLst>
          </p:cNvPr>
          <p:cNvSpPr txBox="1">
            <a:spLocks noGrp="1"/>
          </p:cNvSpPr>
          <p:nvPr>
            <p:ph sz="quarter" idx="16"/>
          </p:nvPr>
        </p:nvSpPr>
        <p:spPr>
          <a:xfrm>
            <a:off x="561487" y="2465822"/>
            <a:ext cx="2688490" cy="1643527"/>
          </a:xfrm>
          <a:prstGeom prst="rect">
            <a:avLst/>
          </a:prstGeom>
          <a:noFill/>
        </p:spPr>
        <p:txBody>
          <a:bodyPr wrap="square">
            <a:spAutoFit/>
          </a:bodyPr>
          <a:lstStyle/>
          <a:p>
            <a:pPr algn="l"/>
            <a:r>
              <a:rPr lang="es-ES_tradnl" dirty="0"/>
              <a:t>El agente converge en todos los casos de 01ini, mostrando robustez frente al estado inicial. No obstante, condiciones extremas incrementan el RMSE y el esfuerzo de control.</a:t>
            </a:r>
          </a:p>
        </p:txBody>
      </p:sp>
      <p:pic>
        <p:nvPicPr>
          <p:cNvPr id="6" name="Onlinebild-Platzhalter 5">
            <a:extLst>
              <a:ext uri="{FF2B5EF4-FFF2-40B4-BE49-F238E27FC236}">
                <a16:creationId xmlns:a16="http://schemas.microsoft.com/office/drawing/2014/main" id="{96B33E96-9F64-0983-E374-F3EEDEC8473D}"/>
              </a:ext>
            </a:extLst>
          </p:cNvPr>
          <p:cNvPicPr>
            <a:picLocks noGrp="1" noChangeAspect="1"/>
          </p:cNvPicPr>
          <p:nvPr>
            <p:ph type="clipArt" sz="quarter" idx="15"/>
          </p:nvPr>
        </p:nvPicPr>
        <p:blipFill>
          <a:blip r:embed="rId2"/>
          <a:stretch>
            <a:fillRect/>
          </a:stretch>
        </p:blipFill>
        <p:spPr>
          <a:xfrm>
            <a:off x="3456432" y="2078038"/>
            <a:ext cx="6711696" cy="2505075"/>
          </a:xfrm>
          <a:prstGeom prst="rect">
            <a:avLst/>
          </a:prstGeom>
        </p:spPr>
      </p:pic>
      <p:sp>
        <p:nvSpPr>
          <p:cNvPr id="2" name="Fußzeilenplatzhalter 3">
            <a:extLst>
              <a:ext uri="{FF2B5EF4-FFF2-40B4-BE49-F238E27FC236}">
                <a16:creationId xmlns:a16="http://schemas.microsoft.com/office/drawing/2014/main" id="{2E0A1623-F3AC-270B-BE9D-44988804337B}"/>
              </a:ext>
            </a:extLst>
          </p:cNvPr>
          <p:cNvSpPr txBox="1">
            <a:spLocks/>
          </p:cNvSpPr>
          <p:nvPr/>
        </p:nvSpPr>
        <p:spPr>
          <a:xfrm>
            <a:off x="962526" y="6356350"/>
            <a:ext cx="10497424"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2804146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6DD22-1A3F-DE33-4976-67363EAD8116}"/>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15B5BA85-C570-435F-9869-F72A9CEADEFA}"/>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o1ini,  Angulo de operación inicial. o1sp=45°</a:t>
            </a:r>
          </a:p>
          <a:p>
            <a:endParaRPr lang="es-ES_tradnl" dirty="0"/>
          </a:p>
        </p:txBody>
      </p:sp>
      <p:graphicFrame>
        <p:nvGraphicFramePr>
          <p:cNvPr id="7" name="Inhaltsplatzhalter 5">
            <a:extLst>
              <a:ext uri="{FF2B5EF4-FFF2-40B4-BE49-F238E27FC236}">
                <a16:creationId xmlns:a16="http://schemas.microsoft.com/office/drawing/2014/main" id="{27DD6F7C-9973-8166-0CDB-1DE1716F5105}"/>
              </a:ext>
            </a:extLst>
          </p:cNvPr>
          <p:cNvGraphicFramePr>
            <a:graphicFrameLocks noGrp="1"/>
          </p:cNvGraphicFramePr>
          <p:nvPr>
            <p:ph sz="quarter" idx="14"/>
            <p:extLst>
              <p:ext uri="{D42A27DB-BD31-4B8C-83A1-F6EECF244321}">
                <p14:modId xmlns:p14="http://schemas.microsoft.com/office/powerpoint/2010/main" val="3905007980"/>
              </p:ext>
            </p:extLst>
          </p:nvPr>
        </p:nvGraphicFramePr>
        <p:xfrm>
          <a:off x="696577" y="4616188"/>
          <a:ext cx="10532960" cy="1590040"/>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54255">
                  <a:extLst>
                    <a:ext uri="{9D8B030D-6E8A-4147-A177-3AD203B41FA5}">
                      <a16:colId xmlns:a16="http://schemas.microsoft.com/office/drawing/2014/main" val="2431686169"/>
                    </a:ext>
                  </a:extLst>
                </a:gridCol>
                <a:gridCol w="445558">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Rank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Sweep Val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O1_final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Mp [°]</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Mp[%]</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T[s]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e_ss_abs[°]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RMSE[°]</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ITAE[°s]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Tr[s]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Iosc</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U_peak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U_rms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U_energy</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U_TV</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1000" b="0" noProof="1">
                          <a:solidFill>
                            <a:schemeClr val="tx1"/>
                          </a:solidFill>
                          <a:effectLst/>
                          <a:latin typeface="Times New Roman" panose="02020603050405020304" pitchFamily="18" charset="0"/>
                          <a:cs typeface="Times New Roman" panose="02020603050405020304" pitchFamily="18" charset="0"/>
                        </a:rPr>
                        <a:t>1</a:t>
                      </a: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90.00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112.28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-22.20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-16.45</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22.72</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24.34</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409.06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168.00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0.99</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2.64</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1.76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40.62</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NaN</a:t>
                      </a: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119.10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-14.83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-10.99</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15.90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44.87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315.68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165.00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9.40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3.43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63.28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8.58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32.01</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NaN</a:t>
                      </a:r>
                    </a:p>
                  </a:txBody>
                  <a:tcPr marL="68580" marR="68580" marT="0" marB="0" anchor="ctr">
                    <a:noFill/>
                  </a:tcPr>
                </a:tc>
                <a:extLst>
                  <a:ext uri="{0D108BD9-81ED-4DB2-BD59-A6C34878D82A}">
                    <a16:rowId xmlns:a16="http://schemas.microsoft.com/office/drawing/2014/main" val="3349572378"/>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-248.09</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-224.95</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-166.63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23.09</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47.33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436.94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207.00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4.47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112.76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13.26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53.82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NaN</a:t>
                      </a:r>
                    </a:p>
                  </a:txBody>
                  <a:tcPr marL="68580" marR="68580" marT="0" marB="0" anchor="ctr">
                    <a:noFill/>
                  </a:tcPr>
                </a:tc>
                <a:extLst>
                  <a:ext uri="{0D108BD9-81ED-4DB2-BD59-A6C34878D82A}">
                    <a16:rowId xmlns:a16="http://schemas.microsoft.com/office/drawing/2014/main" val="1690602423"/>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244040397"/>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sp>
        <p:nvSpPr>
          <p:cNvPr id="8" name="Inhaltsplatzhalter 7">
            <a:extLst>
              <a:ext uri="{FF2B5EF4-FFF2-40B4-BE49-F238E27FC236}">
                <a16:creationId xmlns:a16="http://schemas.microsoft.com/office/drawing/2014/main" id="{7D0722B0-AF9A-CCEB-4504-4E688BB8440D}"/>
              </a:ext>
            </a:extLst>
          </p:cNvPr>
          <p:cNvSpPr txBox="1">
            <a:spLocks noGrp="1"/>
          </p:cNvSpPr>
          <p:nvPr>
            <p:ph sz="quarter" idx="16"/>
          </p:nvPr>
        </p:nvSpPr>
        <p:spPr>
          <a:xfrm>
            <a:off x="561487" y="2465822"/>
            <a:ext cx="2688490" cy="1643527"/>
          </a:xfrm>
          <a:prstGeom prst="rect">
            <a:avLst/>
          </a:prstGeom>
          <a:noFill/>
        </p:spPr>
        <p:txBody>
          <a:bodyPr wrap="square">
            <a:spAutoFit/>
          </a:bodyPr>
          <a:lstStyle/>
          <a:p>
            <a:pPr algn="l"/>
            <a:r>
              <a:rPr lang="es-ES_tradnl" dirty="0"/>
              <a:t>El agente converge en todos los casos de 01ini, mostrando robustez frente al estado inicial. No obstante, condiciones extremas incrementan el RMSE y el esfuerzo de control.</a:t>
            </a:r>
          </a:p>
        </p:txBody>
      </p:sp>
      <p:pic>
        <p:nvPicPr>
          <p:cNvPr id="9" name="Onlinebild-Platzhalter 8">
            <a:extLst>
              <a:ext uri="{FF2B5EF4-FFF2-40B4-BE49-F238E27FC236}">
                <a16:creationId xmlns:a16="http://schemas.microsoft.com/office/drawing/2014/main" id="{DC9CAABE-58FD-53FD-FDE3-94A14E0AF6E4}"/>
              </a:ext>
            </a:extLst>
          </p:cNvPr>
          <p:cNvPicPr>
            <a:picLocks noGrp="1" noChangeAspect="1"/>
          </p:cNvPicPr>
          <p:nvPr>
            <p:ph type="clipArt" sz="quarter" idx="15"/>
          </p:nvPr>
        </p:nvPicPr>
        <p:blipFill>
          <a:blip r:embed="rId2"/>
          <a:stretch>
            <a:fillRect/>
          </a:stretch>
        </p:blipFill>
        <p:spPr>
          <a:xfrm>
            <a:off x="3249977" y="2078038"/>
            <a:ext cx="7137607" cy="2505075"/>
          </a:xfrm>
          <a:prstGeom prst="rect">
            <a:avLst/>
          </a:prstGeom>
        </p:spPr>
      </p:pic>
      <p:sp>
        <p:nvSpPr>
          <p:cNvPr id="2" name="Fußzeilenplatzhalter 3">
            <a:extLst>
              <a:ext uri="{FF2B5EF4-FFF2-40B4-BE49-F238E27FC236}">
                <a16:creationId xmlns:a16="http://schemas.microsoft.com/office/drawing/2014/main" id="{30FD9B73-CC32-4A1B-32CA-CBA6ED897864}"/>
              </a:ext>
            </a:extLst>
          </p:cNvPr>
          <p:cNvSpPr txBox="1">
            <a:spLocks/>
          </p:cNvSpPr>
          <p:nvPr/>
        </p:nvSpPr>
        <p:spPr>
          <a:xfrm>
            <a:off x="962526" y="6356350"/>
            <a:ext cx="10497424"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2842332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E64F7-89F4-DB4D-0F70-204F1A8696C5}"/>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4D59A870-6942-DEE2-C530-4CAE3F898727}"/>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o1ini,  Angulo de operación inicial. o1sp=45°</a:t>
            </a:r>
          </a:p>
          <a:p>
            <a:endParaRPr lang="es-ES_tradnl" dirty="0"/>
          </a:p>
        </p:txBody>
      </p:sp>
      <p:graphicFrame>
        <p:nvGraphicFramePr>
          <p:cNvPr id="7" name="Inhaltsplatzhalter 5">
            <a:extLst>
              <a:ext uri="{FF2B5EF4-FFF2-40B4-BE49-F238E27FC236}">
                <a16:creationId xmlns:a16="http://schemas.microsoft.com/office/drawing/2014/main" id="{A53E9719-6A13-8EA0-C9F2-35510D8C4F7D}"/>
              </a:ext>
            </a:extLst>
          </p:cNvPr>
          <p:cNvGraphicFramePr>
            <a:graphicFrameLocks noGrp="1"/>
          </p:cNvGraphicFramePr>
          <p:nvPr>
            <p:ph sz="quarter" idx="14"/>
            <p:extLst>
              <p:ext uri="{D42A27DB-BD31-4B8C-83A1-F6EECF244321}">
                <p14:modId xmlns:p14="http://schemas.microsoft.com/office/powerpoint/2010/main" val="3717922022"/>
              </p:ext>
            </p:extLst>
          </p:nvPr>
        </p:nvGraphicFramePr>
        <p:xfrm>
          <a:off x="561487" y="4765096"/>
          <a:ext cx="10532960" cy="1366520"/>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54255">
                  <a:extLst>
                    <a:ext uri="{9D8B030D-6E8A-4147-A177-3AD203B41FA5}">
                      <a16:colId xmlns:a16="http://schemas.microsoft.com/office/drawing/2014/main" val="2431686169"/>
                    </a:ext>
                  </a:extLst>
                </a:gridCol>
                <a:gridCol w="445558">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Rank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Sweep Val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O1_final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Mp [°]</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Mp[%]</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T[s]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e_ss_abs[°]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RMSE[°]</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ITAE[°s]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Tr[s]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Iosc</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U_peak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U_rms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U_energy</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U_TV</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1000" b="0" noProof="1">
                          <a:solidFill>
                            <a:schemeClr val="tx1"/>
                          </a:solidFill>
                          <a:effectLst/>
                          <a:latin typeface="Times New Roman" panose="02020603050405020304" pitchFamily="18" charset="0"/>
                          <a:cs typeface="Times New Roman" panose="02020603050405020304" pitchFamily="18" charset="0"/>
                        </a:rPr>
                        <a:t>1</a:t>
                      </a: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-90.00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-192.37</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45.05</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33.37</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57.37</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53.65</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1016.39</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231.00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10.00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2.61</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34.54</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5.68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53.43</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NaN</a:t>
                      </a: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-175.36</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135.00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100.00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40.36</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53.93</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704.21</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66.00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10.00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4.16</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95.75</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11.26</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31.49</a:t>
                      </a:r>
                    </a:p>
                  </a:txBody>
                  <a:tcPr marL="68580" marR="68580" marT="0" marB="0" anchor="ctr">
                    <a:noFill/>
                  </a:tcPr>
                </a:tc>
                <a:extLst>
                  <a:ext uri="{0D108BD9-81ED-4DB2-BD59-A6C34878D82A}">
                    <a16:rowId xmlns:a16="http://schemas.microsoft.com/office/drawing/2014/main" val="3349572378"/>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90.00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-192.55</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225.00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166.67</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57.55</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84.30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1049.43</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83.00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10.00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5.04</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148.16</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17.61</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54.29</a:t>
                      </a:r>
                    </a:p>
                  </a:txBody>
                  <a:tcPr marL="68580" marR="68580" marT="0" marB="0" anchor="ctr">
                    <a:noFill/>
                  </a:tcPr>
                </a:tc>
                <a:extLst>
                  <a:ext uri="{0D108BD9-81ED-4DB2-BD59-A6C34878D82A}">
                    <a16:rowId xmlns:a16="http://schemas.microsoft.com/office/drawing/2014/main" val="1690602423"/>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244040397"/>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sp>
        <p:nvSpPr>
          <p:cNvPr id="8" name="Inhaltsplatzhalter 7">
            <a:extLst>
              <a:ext uri="{FF2B5EF4-FFF2-40B4-BE49-F238E27FC236}">
                <a16:creationId xmlns:a16="http://schemas.microsoft.com/office/drawing/2014/main" id="{FA132486-48AD-643B-9593-39FD08879A32}"/>
              </a:ext>
            </a:extLst>
          </p:cNvPr>
          <p:cNvSpPr txBox="1">
            <a:spLocks noGrp="1"/>
          </p:cNvSpPr>
          <p:nvPr>
            <p:ph sz="quarter" idx="16"/>
          </p:nvPr>
        </p:nvSpPr>
        <p:spPr>
          <a:xfrm>
            <a:off x="561487" y="2465822"/>
            <a:ext cx="2688490" cy="1643527"/>
          </a:xfrm>
          <a:prstGeom prst="rect">
            <a:avLst/>
          </a:prstGeom>
          <a:noFill/>
        </p:spPr>
        <p:txBody>
          <a:bodyPr wrap="square">
            <a:spAutoFit/>
          </a:bodyPr>
          <a:lstStyle/>
          <a:p>
            <a:pPr algn="l"/>
            <a:r>
              <a:rPr lang="es-ES_tradnl" dirty="0"/>
              <a:t>El agente converge en todos los casos de 01ini, mostrando robustez frente al estado inicial. No obstante, condiciones extremas incrementan el RMSE y el esfuerzo de control.</a:t>
            </a:r>
          </a:p>
        </p:txBody>
      </p:sp>
      <p:pic>
        <p:nvPicPr>
          <p:cNvPr id="5" name="Onlinebild-Platzhalter 4">
            <a:extLst>
              <a:ext uri="{FF2B5EF4-FFF2-40B4-BE49-F238E27FC236}">
                <a16:creationId xmlns:a16="http://schemas.microsoft.com/office/drawing/2014/main" id="{88E622A2-85F6-7208-CC5D-B7130907F3DB}"/>
              </a:ext>
            </a:extLst>
          </p:cNvPr>
          <p:cNvPicPr>
            <a:picLocks noGrp="1" noChangeAspect="1"/>
          </p:cNvPicPr>
          <p:nvPr>
            <p:ph type="clipArt" sz="quarter" idx="15"/>
          </p:nvPr>
        </p:nvPicPr>
        <p:blipFill>
          <a:blip r:embed="rId2"/>
          <a:stretch>
            <a:fillRect/>
          </a:stretch>
        </p:blipFill>
        <p:spPr>
          <a:xfrm>
            <a:off x="3249977" y="2078038"/>
            <a:ext cx="7375351" cy="2505075"/>
          </a:xfrm>
          <a:prstGeom prst="rect">
            <a:avLst/>
          </a:prstGeom>
        </p:spPr>
      </p:pic>
      <p:sp>
        <p:nvSpPr>
          <p:cNvPr id="2" name="Fußzeilenplatzhalter 3">
            <a:extLst>
              <a:ext uri="{FF2B5EF4-FFF2-40B4-BE49-F238E27FC236}">
                <a16:creationId xmlns:a16="http://schemas.microsoft.com/office/drawing/2014/main" id="{26C99464-862B-A75C-4483-90659323D94C}"/>
              </a:ext>
            </a:extLst>
          </p:cNvPr>
          <p:cNvSpPr txBox="1">
            <a:spLocks/>
          </p:cNvSpPr>
          <p:nvPr/>
        </p:nvSpPr>
        <p:spPr>
          <a:xfrm>
            <a:off x="962526" y="6356350"/>
            <a:ext cx="10497424"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1623890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4A863-037A-C7C6-7F6D-987CC6F51490}"/>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3A733A25-7F39-28A2-41B3-C7C4D7E50280}"/>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o1ini,  Angulo de operación inicial. o1sp=45°</a:t>
            </a:r>
          </a:p>
          <a:p>
            <a:endParaRPr lang="es-ES_tradnl" dirty="0"/>
          </a:p>
        </p:txBody>
      </p:sp>
      <p:graphicFrame>
        <p:nvGraphicFramePr>
          <p:cNvPr id="7" name="Inhaltsplatzhalter 5">
            <a:extLst>
              <a:ext uri="{FF2B5EF4-FFF2-40B4-BE49-F238E27FC236}">
                <a16:creationId xmlns:a16="http://schemas.microsoft.com/office/drawing/2014/main" id="{871027F2-D290-B7FC-60DA-06B3A28D3CA1}"/>
              </a:ext>
            </a:extLst>
          </p:cNvPr>
          <p:cNvGraphicFramePr>
            <a:graphicFrameLocks noGrp="1"/>
          </p:cNvGraphicFramePr>
          <p:nvPr>
            <p:ph sz="quarter" idx="14"/>
            <p:extLst>
              <p:ext uri="{D42A27DB-BD31-4B8C-83A1-F6EECF244321}">
                <p14:modId xmlns:p14="http://schemas.microsoft.com/office/powerpoint/2010/main" val="2232469702"/>
              </p:ext>
            </p:extLst>
          </p:nvPr>
        </p:nvGraphicFramePr>
        <p:xfrm>
          <a:off x="561487" y="4675878"/>
          <a:ext cx="10532960" cy="1470660"/>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54255">
                  <a:extLst>
                    <a:ext uri="{9D8B030D-6E8A-4147-A177-3AD203B41FA5}">
                      <a16:colId xmlns:a16="http://schemas.microsoft.com/office/drawing/2014/main" val="2431686169"/>
                    </a:ext>
                  </a:extLst>
                </a:gridCol>
                <a:gridCol w="445558">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Rank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Sweep Val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O1_final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Mp [°]</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Mp[%]</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T[s]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e_ss_abs[°]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RMSE[°]</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ITAE[°s]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Tr[s]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Iosc</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U_peak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U_rms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U_energy</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U_TV</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1000" b="0" noProof="1">
                          <a:solidFill>
                            <a:schemeClr val="tx1"/>
                          </a:solidFill>
                          <a:effectLst/>
                          <a:latin typeface="Times New Roman" panose="02020603050405020304" pitchFamily="18" charset="0"/>
                          <a:cs typeface="Times New Roman" panose="02020603050405020304" pitchFamily="18" charset="0"/>
                        </a:rPr>
                        <a:t>1</a:t>
                      </a: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-48.63</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100.00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3.63</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10.84</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68.30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115.00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2.57</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33.32</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4.64</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33.54</a:t>
                      </a: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-42.77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2.23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4.97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2.23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11.08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42.23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93.00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0.88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2.32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32.98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NaN</a:t>
                      </a:r>
                    </a:p>
                  </a:txBody>
                  <a:tcPr marL="68580" marR="68580" marT="0" marB="0" anchor="ctr">
                    <a:noFill/>
                  </a:tcPr>
                </a:tc>
                <a:extLst>
                  <a:ext uri="{0D108BD9-81ED-4DB2-BD59-A6C34878D82A}">
                    <a16:rowId xmlns:a16="http://schemas.microsoft.com/office/drawing/2014/main" val="3349572378"/>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-42.77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135.00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300.00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2.23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42.64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80.05</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103.00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4.22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98.47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10.75</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30.36</a:t>
                      </a:r>
                    </a:p>
                  </a:txBody>
                  <a:tcPr marL="68580" marR="68580" marT="0" marB="0" anchor="ctr">
                    <a:noFill/>
                  </a:tcPr>
                </a:tc>
                <a:extLst>
                  <a:ext uri="{0D108BD9-81ED-4DB2-BD59-A6C34878D82A}">
                    <a16:rowId xmlns:a16="http://schemas.microsoft.com/office/drawing/2014/main" val="1690602423"/>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244040397"/>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sp>
        <p:nvSpPr>
          <p:cNvPr id="8" name="Inhaltsplatzhalter 7">
            <a:extLst>
              <a:ext uri="{FF2B5EF4-FFF2-40B4-BE49-F238E27FC236}">
                <a16:creationId xmlns:a16="http://schemas.microsoft.com/office/drawing/2014/main" id="{800B2988-0F3E-B7FC-2219-EEF251E13F67}"/>
              </a:ext>
            </a:extLst>
          </p:cNvPr>
          <p:cNvSpPr txBox="1">
            <a:spLocks noGrp="1"/>
          </p:cNvSpPr>
          <p:nvPr>
            <p:ph sz="quarter" idx="16"/>
          </p:nvPr>
        </p:nvSpPr>
        <p:spPr>
          <a:xfrm>
            <a:off x="561487" y="2465822"/>
            <a:ext cx="2688490" cy="1643527"/>
          </a:xfrm>
          <a:prstGeom prst="rect">
            <a:avLst/>
          </a:prstGeom>
          <a:noFill/>
        </p:spPr>
        <p:txBody>
          <a:bodyPr wrap="square">
            <a:spAutoFit/>
          </a:bodyPr>
          <a:lstStyle/>
          <a:p>
            <a:pPr algn="l"/>
            <a:r>
              <a:rPr lang="es-ES_tradnl" dirty="0"/>
              <a:t>El agente converge en todos los casos de 01ini, mostrando robustez frente al estado inicial. No obstante, condiciones extremas incrementan el RMSE y el esfuerzo de control.</a:t>
            </a:r>
          </a:p>
        </p:txBody>
      </p:sp>
      <p:pic>
        <p:nvPicPr>
          <p:cNvPr id="5" name="Onlinebild-Platzhalter 4">
            <a:extLst>
              <a:ext uri="{FF2B5EF4-FFF2-40B4-BE49-F238E27FC236}">
                <a16:creationId xmlns:a16="http://schemas.microsoft.com/office/drawing/2014/main" id="{FBFC7440-C183-924F-FF2C-01CE320704B3}"/>
              </a:ext>
            </a:extLst>
          </p:cNvPr>
          <p:cNvPicPr>
            <a:picLocks noGrp="1" noChangeAspect="1"/>
          </p:cNvPicPr>
          <p:nvPr>
            <p:ph type="clipArt" sz="quarter" idx="15"/>
          </p:nvPr>
        </p:nvPicPr>
        <p:blipFill>
          <a:blip r:embed="rId2"/>
          <a:stretch>
            <a:fillRect/>
          </a:stretch>
        </p:blipFill>
        <p:spPr>
          <a:xfrm>
            <a:off x="3249977" y="2078038"/>
            <a:ext cx="7357063" cy="2505075"/>
          </a:xfrm>
          <a:prstGeom prst="rect">
            <a:avLst/>
          </a:prstGeom>
        </p:spPr>
      </p:pic>
      <p:sp>
        <p:nvSpPr>
          <p:cNvPr id="2" name="Fußzeilenplatzhalter 3">
            <a:extLst>
              <a:ext uri="{FF2B5EF4-FFF2-40B4-BE49-F238E27FC236}">
                <a16:creationId xmlns:a16="http://schemas.microsoft.com/office/drawing/2014/main" id="{83BA6CE6-DC09-0672-ADB1-DD54320F1C2C}"/>
              </a:ext>
            </a:extLst>
          </p:cNvPr>
          <p:cNvSpPr txBox="1">
            <a:spLocks/>
          </p:cNvSpPr>
          <p:nvPr/>
        </p:nvSpPr>
        <p:spPr>
          <a:xfrm>
            <a:off x="962526" y="6356350"/>
            <a:ext cx="10497424"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885577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42FAB-5E14-DC4F-F644-F9940A4C558C}"/>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A55ECE73-B0C5-2371-EDFD-FB3E18CE565E}"/>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Retardo de señal</a:t>
            </a:r>
          </a:p>
          <a:p>
            <a:endParaRPr lang="es-ES_tradnl" dirty="0"/>
          </a:p>
        </p:txBody>
      </p:sp>
      <p:sp>
        <p:nvSpPr>
          <p:cNvPr id="11" name="Inhaltsplatzhalter 4">
            <a:extLst>
              <a:ext uri="{FF2B5EF4-FFF2-40B4-BE49-F238E27FC236}">
                <a16:creationId xmlns:a16="http://schemas.microsoft.com/office/drawing/2014/main" id="{657FD4FB-8843-47D1-1678-5237C6225D99}"/>
              </a:ext>
            </a:extLst>
          </p:cNvPr>
          <p:cNvSpPr>
            <a:spLocks noGrp="1"/>
          </p:cNvSpPr>
          <p:nvPr>
            <p:ph sz="quarter" idx="16"/>
          </p:nvPr>
        </p:nvSpPr>
        <p:spPr/>
        <p:txBody>
          <a:bodyPr>
            <a:normAutofit fontScale="92500" lnSpcReduction="10000"/>
          </a:bodyPr>
          <a:lstStyle/>
          <a:p>
            <a:pPr algn="l"/>
            <a:r>
              <a:rPr lang="es-ES_tradnl" b="1" noProof="1">
                <a:solidFill>
                  <a:schemeClr val="tx1">
                    <a:lumMod val="75000"/>
                    <a:lumOff val="25000"/>
                  </a:schemeClr>
                </a:solidFill>
              </a:rPr>
              <a:t>Retardo: (0, 10, 20)[ms]</a:t>
            </a:r>
          </a:p>
          <a:p>
            <a:pPr algn="l"/>
            <a:r>
              <a:rPr lang="es-ES_tradnl" noProof="1">
                <a:solidFill>
                  <a:schemeClr val="tx1">
                    <a:lumMod val="75000"/>
                    <a:lumOff val="25000"/>
                  </a:schemeClr>
                </a:solidFill>
              </a:rPr>
              <a:t>Pitch, Roll =0°, o1ini= 0°, do1ini= 0° </a:t>
            </a:r>
            <a:endParaRPr lang="es-ES_tradnl" dirty="0"/>
          </a:p>
        </p:txBody>
      </p:sp>
      <p:sp>
        <p:nvSpPr>
          <p:cNvPr id="12" name="Inhaltsplatzhalter 1">
            <a:extLst>
              <a:ext uri="{FF2B5EF4-FFF2-40B4-BE49-F238E27FC236}">
                <a16:creationId xmlns:a16="http://schemas.microsoft.com/office/drawing/2014/main" id="{7E183C24-5B62-2B83-6529-F93A5AE64B82}"/>
              </a:ext>
            </a:extLst>
          </p:cNvPr>
          <p:cNvSpPr>
            <a:spLocks noGrp="1"/>
          </p:cNvSpPr>
          <p:nvPr>
            <p:ph sz="quarter" idx="14"/>
          </p:nvPr>
        </p:nvSpPr>
        <p:spPr>
          <a:xfrm>
            <a:off x="6390198" y="5092979"/>
            <a:ext cx="4858024" cy="977315"/>
          </a:xfrm>
        </p:spPr>
        <p:txBody>
          <a:bodyPr>
            <a:noAutofit/>
          </a:bodyPr>
          <a:lstStyle/>
          <a:p>
            <a:pPr algn="l"/>
            <a:r>
              <a:rPr lang="es-ES_tradnl" dirty="0"/>
              <a:t>El retardo no altera la forma del RMSE, pero introduce una penalización uniforme. El sistema permanece estable, con ligeros incrementos en sobreimpulso y esfuerzo de control</a:t>
            </a:r>
          </a:p>
          <a:p>
            <a:pPr algn="l">
              <a:lnSpc>
                <a:spcPct val="120000"/>
              </a:lnSpc>
            </a:pPr>
            <a:endParaRPr lang="es-ES_tradnl" dirty="0"/>
          </a:p>
        </p:txBody>
      </p:sp>
      <p:pic>
        <p:nvPicPr>
          <p:cNvPr id="5" name="Onlinebild-Platzhalter 4">
            <a:extLst>
              <a:ext uri="{FF2B5EF4-FFF2-40B4-BE49-F238E27FC236}">
                <a16:creationId xmlns:a16="http://schemas.microsoft.com/office/drawing/2014/main" id="{A274B010-8D73-400E-86BB-CF95CFD0AF96}"/>
              </a:ext>
            </a:extLst>
          </p:cNvPr>
          <p:cNvPicPr>
            <a:picLocks noGrp="1" noChangeAspect="1"/>
          </p:cNvPicPr>
          <p:nvPr>
            <p:ph type="clipArt" sz="quarter" idx="15"/>
          </p:nvPr>
        </p:nvPicPr>
        <p:blipFill>
          <a:blip r:embed="rId2"/>
          <a:stretch>
            <a:fillRect/>
          </a:stretch>
        </p:blipFill>
        <p:spPr>
          <a:xfrm>
            <a:off x="520700" y="2406756"/>
            <a:ext cx="5365750" cy="3497050"/>
          </a:xfrm>
          <a:prstGeom prst="rect">
            <a:avLst/>
          </a:prstGeom>
        </p:spPr>
      </p:pic>
      <p:sp>
        <p:nvSpPr>
          <p:cNvPr id="2" name="Fußzeilenplatzhalter 3">
            <a:extLst>
              <a:ext uri="{FF2B5EF4-FFF2-40B4-BE49-F238E27FC236}">
                <a16:creationId xmlns:a16="http://schemas.microsoft.com/office/drawing/2014/main" id="{D7FA19A9-6241-35D5-4F74-8DC8BCE84816}"/>
              </a:ext>
            </a:extLst>
          </p:cNvPr>
          <p:cNvSpPr txBox="1">
            <a:spLocks/>
          </p:cNvSpPr>
          <p:nvPr/>
        </p:nvSpPr>
        <p:spPr>
          <a:xfrm>
            <a:off x="962526" y="6356350"/>
            <a:ext cx="10497424"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583898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25E47-7C31-B6AA-45E0-39555B7EBD34}"/>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C6E1FCD0-9065-8CF6-305E-C5A1C4E4A12D}"/>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Retardo de señal. o1sp=45°</a:t>
            </a:r>
          </a:p>
          <a:p>
            <a:endParaRPr lang="es-ES_tradnl" dirty="0"/>
          </a:p>
        </p:txBody>
      </p:sp>
      <p:graphicFrame>
        <p:nvGraphicFramePr>
          <p:cNvPr id="7" name="Inhaltsplatzhalter 5">
            <a:extLst>
              <a:ext uri="{FF2B5EF4-FFF2-40B4-BE49-F238E27FC236}">
                <a16:creationId xmlns:a16="http://schemas.microsoft.com/office/drawing/2014/main" id="{C69A8A4B-50C7-BDC4-AFED-D9072390F4E0}"/>
              </a:ext>
            </a:extLst>
          </p:cNvPr>
          <p:cNvGraphicFramePr>
            <a:graphicFrameLocks noGrp="1"/>
          </p:cNvGraphicFramePr>
          <p:nvPr>
            <p:ph sz="quarter" idx="14"/>
            <p:extLst>
              <p:ext uri="{D42A27DB-BD31-4B8C-83A1-F6EECF244321}">
                <p14:modId xmlns:p14="http://schemas.microsoft.com/office/powerpoint/2010/main" val="1974999487"/>
              </p:ext>
            </p:extLst>
          </p:nvPr>
        </p:nvGraphicFramePr>
        <p:xfrm>
          <a:off x="561487" y="4661488"/>
          <a:ext cx="10532960" cy="1616486"/>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21958">
                  <a:extLst>
                    <a:ext uri="{9D8B030D-6E8A-4147-A177-3AD203B41FA5}">
                      <a16:colId xmlns:a16="http://schemas.microsoft.com/office/drawing/2014/main" val="2431686169"/>
                    </a:ext>
                  </a:extLst>
                </a:gridCol>
                <a:gridCol w="477855">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331246">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Rank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Sweep Val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O1_final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Mp [°]</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Mp[%]</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T[s]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e_ss_abs[°]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RMSE[°]</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ITAE[°s]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Tr[s]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Iosc</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U_peak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U_rms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U_energy</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U_TV</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1000" b="0" noProof="1">
                          <a:solidFill>
                            <a:schemeClr val="tx1"/>
                          </a:solidFill>
                          <a:effectLst/>
                          <a:latin typeface="Times New Roman" panose="02020603050405020304" pitchFamily="18" charset="0"/>
                          <a:cs typeface="Times New Roman" panose="02020603050405020304" pitchFamily="18" charset="0"/>
                        </a:rPr>
                        <a:t>1</a:t>
                      </a: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45.80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3.49</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7.76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0.83</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0.80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10.29</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17.12</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0.36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251.00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9.90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2.63</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35.17</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4.98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40.63</a:t>
                      </a: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0.01</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45.86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4.36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9.68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0.81</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0.86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10.46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18.16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0.36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104.00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9.90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2.72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37.99</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5.12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41.19</a:t>
                      </a:r>
                    </a:p>
                  </a:txBody>
                  <a:tcPr marL="68580" marR="68580" marT="0" marB="0" anchor="ctr">
                    <a:noFill/>
                  </a:tcPr>
                </a:tc>
                <a:extLst>
                  <a:ext uri="{0D108BD9-81ED-4DB2-BD59-A6C34878D82A}">
                    <a16:rowId xmlns:a16="http://schemas.microsoft.com/office/drawing/2014/main" val="3349572378"/>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0.02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45.90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5.47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12.16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5.94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0.90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10.63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19.36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0.36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179.00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9.90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2.83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41.86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5.54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47.56</a:t>
                      </a:r>
                    </a:p>
                  </a:txBody>
                  <a:tcPr marL="68580" marR="68580" marT="0" marB="0" anchor="ctr">
                    <a:noFill/>
                  </a:tcPr>
                </a:tc>
                <a:extLst>
                  <a:ext uri="{0D108BD9-81ED-4DB2-BD59-A6C34878D82A}">
                    <a16:rowId xmlns:a16="http://schemas.microsoft.com/office/drawing/2014/main" val="1690602423"/>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3244040397"/>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sp>
        <p:nvSpPr>
          <p:cNvPr id="8" name="Inhaltsplatzhalter 7">
            <a:extLst>
              <a:ext uri="{FF2B5EF4-FFF2-40B4-BE49-F238E27FC236}">
                <a16:creationId xmlns:a16="http://schemas.microsoft.com/office/drawing/2014/main" id="{24BA4C1D-0C74-E377-1078-2485A8109532}"/>
              </a:ext>
            </a:extLst>
          </p:cNvPr>
          <p:cNvSpPr txBox="1">
            <a:spLocks noGrp="1"/>
          </p:cNvSpPr>
          <p:nvPr>
            <p:ph sz="quarter" idx="16"/>
          </p:nvPr>
        </p:nvSpPr>
        <p:spPr>
          <a:xfrm>
            <a:off x="561487" y="2465822"/>
            <a:ext cx="2688490" cy="1421928"/>
          </a:xfrm>
          <a:prstGeom prst="rect">
            <a:avLst/>
          </a:prstGeom>
          <a:noFill/>
        </p:spPr>
        <p:txBody>
          <a:bodyPr wrap="square">
            <a:spAutoFit/>
          </a:bodyPr>
          <a:lstStyle/>
          <a:p>
            <a:pPr algn="l"/>
            <a:r>
              <a:rPr lang="es-ES_tradnl" dirty="0"/>
              <a:t>El sistema mantiene estabilidad y convergencia, con ligeros incrementos en sobreimpulso y esfuerzo de control a medida que aumenta el retardo.</a:t>
            </a:r>
          </a:p>
        </p:txBody>
      </p:sp>
      <p:pic>
        <p:nvPicPr>
          <p:cNvPr id="6" name="Onlinebild-Platzhalter 5">
            <a:extLst>
              <a:ext uri="{FF2B5EF4-FFF2-40B4-BE49-F238E27FC236}">
                <a16:creationId xmlns:a16="http://schemas.microsoft.com/office/drawing/2014/main" id="{D7139C42-F8CE-C8A5-A00E-4E28CA09439B}"/>
              </a:ext>
            </a:extLst>
          </p:cNvPr>
          <p:cNvPicPr>
            <a:picLocks noGrp="1" noChangeAspect="1"/>
          </p:cNvPicPr>
          <p:nvPr>
            <p:ph type="clipArt" sz="quarter" idx="15"/>
          </p:nvPr>
        </p:nvPicPr>
        <p:blipFill>
          <a:blip r:embed="rId2"/>
          <a:stretch>
            <a:fillRect/>
          </a:stretch>
        </p:blipFill>
        <p:spPr>
          <a:xfrm>
            <a:off x="3645243" y="2078038"/>
            <a:ext cx="6734433" cy="2505075"/>
          </a:xfrm>
          <a:prstGeom prst="rect">
            <a:avLst/>
          </a:prstGeom>
        </p:spPr>
      </p:pic>
      <p:sp>
        <p:nvSpPr>
          <p:cNvPr id="2" name="Fußzeilenplatzhalter 3">
            <a:extLst>
              <a:ext uri="{FF2B5EF4-FFF2-40B4-BE49-F238E27FC236}">
                <a16:creationId xmlns:a16="http://schemas.microsoft.com/office/drawing/2014/main" id="{8730CA79-2165-1E61-5D91-0D2B2DB45DDF}"/>
              </a:ext>
            </a:extLst>
          </p:cNvPr>
          <p:cNvSpPr txBox="1">
            <a:spLocks/>
          </p:cNvSpPr>
          <p:nvPr/>
        </p:nvSpPr>
        <p:spPr>
          <a:xfrm>
            <a:off x="962526" y="6356350"/>
            <a:ext cx="10497424"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1152774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BCC5F-0526-5BBC-CECF-DF06C9CBEC8C}"/>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608043B6-E2D3-AA07-44FB-39050C91129D}"/>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do1ini. Velocidad angular inicial.</a:t>
            </a:r>
          </a:p>
          <a:p>
            <a:endParaRPr lang="es-ES_tradnl" dirty="0"/>
          </a:p>
        </p:txBody>
      </p:sp>
      <p:sp>
        <p:nvSpPr>
          <p:cNvPr id="5" name="Inhaltsplatzhalter 4">
            <a:extLst>
              <a:ext uri="{FF2B5EF4-FFF2-40B4-BE49-F238E27FC236}">
                <a16:creationId xmlns:a16="http://schemas.microsoft.com/office/drawing/2014/main" id="{242F2CA3-34BE-2638-09FF-22AD2AEC9B20}"/>
              </a:ext>
            </a:extLst>
          </p:cNvPr>
          <p:cNvSpPr>
            <a:spLocks noGrp="1"/>
          </p:cNvSpPr>
          <p:nvPr>
            <p:ph sz="quarter" idx="16"/>
          </p:nvPr>
        </p:nvSpPr>
        <p:spPr/>
        <p:txBody>
          <a:bodyPr>
            <a:normAutofit fontScale="92500" lnSpcReduction="10000"/>
          </a:bodyPr>
          <a:lstStyle/>
          <a:p>
            <a:pPr algn="l"/>
            <a:r>
              <a:rPr lang="es-ES_tradnl" b="1" noProof="1">
                <a:solidFill>
                  <a:schemeClr val="tx1">
                    <a:lumMod val="75000"/>
                    <a:lumOff val="25000"/>
                  </a:schemeClr>
                </a:solidFill>
              </a:rPr>
              <a:t>do1ini= (-0.5, 0, 0.5) [rad/s]</a:t>
            </a:r>
          </a:p>
          <a:p>
            <a:pPr algn="l"/>
            <a:r>
              <a:rPr lang="es-ES_tradnl" noProof="1">
                <a:solidFill>
                  <a:schemeClr val="tx1">
                    <a:lumMod val="75000"/>
                    <a:lumOff val="25000"/>
                  </a:schemeClr>
                </a:solidFill>
              </a:rPr>
              <a:t>Pitch, Roll =0°, o1ini= 0°, Retardo=0ms </a:t>
            </a:r>
            <a:endParaRPr lang="es-ES_tradnl" dirty="0"/>
          </a:p>
          <a:p>
            <a:endParaRPr lang="es-ES_tradnl" b="1" dirty="0"/>
          </a:p>
          <a:p>
            <a:endParaRPr lang="es-ES_tradnl" dirty="0"/>
          </a:p>
        </p:txBody>
      </p:sp>
      <p:sp>
        <p:nvSpPr>
          <p:cNvPr id="9" name="Inhaltsplatzhalter 1">
            <a:extLst>
              <a:ext uri="{FF2B5EF4-FFF2-40B4-BE49-F238E27FC236}">
                <a16:creationId xmlns:a16="http://schemas.microsoft.com/office/drawing/2014/main" id="{A51B0CC6-FD76-EDCA-E2AE-0D198531C819}"/>
              </a:ext>
            </a:extLst>
          </p:cNvPr>
          <p:cNvSpPr>
            <a:spLocks noGrp="1"/>
          </p:cNvSpPr>
          <p:nvPr>
            <p:ph sz="quarter" idx="14"/>
          </p:nvPr>
        </p:nvSpPr>
        <p:spPr>
          <a:xfrm>
            <a:off x="6390198" y="5092979"/>
            <a:ext cx="4534893" cy="1066521"/>
          </a:xfrm>
        </p:spPr>
        <p:txBody>
          <a:bodyPr>
            <a:noAutofit/>
          </a:bodyPr>
          <a:lstStyle/>
          <a:p>
            <a:pPr algn="l"/>
            <a:r>
              <a:rPr lang="es-ES_tradnl" dirty="0"/>
              <a:t>La velocidad angular inicial distorsiona el RMSE, evidenciando una fuerte dependencia del desempeño respecto al estado dinámico inicial.</a:t>
            </a:r>
          </a:p>
          <a:p>
            <a:pPr algn="l">
              <a:lnSpc>
                <a:spcPct val="120000"/>
              </a:lnSpc>
            </a:pPr>
            <a:endParaRPr lang="es-ES_tradnl" dirty="0"/>
          </a:p>
        </p:txBody>
      </p:sp>
      <p:pic>
        <p:nvPicPr>
          <p:cNvPr id="7" name="Onlinebild-Platzhalter 6">
            <a:extLst>
              <a:ext uri="{FF2B5EF4-FFF2-40B4-BE49-F238E27FC236}">
                <a16:creationId xmlns:a16="http://schemas.microsoft.com/office/drawing/2014/main" id="{AB31C8D4-132B-4312-DD43-9E6F54F8E66F}"/>
              </a:ext>
            </a:extLst>
          </p:cNvPr>
          <p:cNvPicPr>
            <a:picLocks noGrp="1" noChangeAspect="1"/>
          </p:cNvPicPr>
          <p:nvPr>
            <p:ph type="clipArt" sz="quarter" idx="15"/>
          </p:nvPr>
        </p:nvPicPr>
        <p:blipFill>
          <a:blip r:embed="rId2"/>
          <a:stretch>
            <a:fillRect/>
          </a:stretch>
        </p:blipFill>
        <p:spPr>
          <a:xfrm>
            <a:off x="520700" y="2406756"/>
            <a:ext cx="5365750" cy="3497050"/>
          </a:xfrm>
          <a:prstGeom prst="rect">
            <a:avLst/>
          </a:prstGeom>
        </p:spPr>
      </p:pic>
      <p:sp>
        <p:nvSpPr>
          <p:cNvPr id="2" name="Fußzeilenplatzhalter 3">
            <a:extLst>
              <a:ext uri="{FF2B5EF4-FFF2-40B4-BE49-F238E27FC236}">
                <a16:creationId xmlns:a16="http://schemas.microsoft.com/office/drawing/2014/main" id="{DEED83CC-268C-8808-0731-535F68DDCB1B}"/>
              </a:ext>
            </a:extLst>
          </p:cNvPr>
          <p:cNvSpPr txBox="1">
            <a:spLocks/>
          </p:cNvSpPr>
          <p:nvPr/>
        </p:nvSpPr>
        <p:spPr>
          <a:xfrm>
            <a:off x="962526" y="6356350"/>
            <a:ext cx="10497424"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4006319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5701E-72CA-9F53-A270-10A089EFEF7C}"/>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EAA78A08-FB66-7F9F-61DF-FA59A692CC51}"/>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do1ini. Velocidad angular inicial. o1sp=45°</a:t>
            </a:r>
          </a:p>
          <a:p>
            <a:endParaRPr lang="es-ES_tradnl" dirty="0"/>
          </a:p>
        </p:txBody>
      </p:sp>
      <p:graphicFrame>
        <p:nvGraphicFramePr>
          <p:cNvPr id="7" name="Inhaltsplatzhalter 5">
            <a:extLst>
              <a:ext uri="{FF2B5EF4-FFF2-40B4-BE49-F238E27FC236}">
                <a16:creationId xmlns:a16="http://schemas.microsoft.com/office/drawing/2014/main" id="{E0BA1C41-08D8-0C5A-FB89-84B1D4A040AA}"/>
              </a:ext>
            </a:extLst>
          </p:cNvPr>
          <p:cNvGraphicFramePr>
            <a:graphicFrameLocks noGrp="1"/>
          </p:cNvGraphicFramePr>
          <p:nvPr>
            <p:ph sz="quarter" idx="14"/>
            <p:extLst>
              <p:ext uri="{D42A27DB-BD31-4B8C-83A1-F6EECF244321}">
                <p14:modId xmlns:p14="http://schemas.microsoft.com/office/powerpoint/2010/main" val="2207472123"/>
              </p:ext>
            </p:extLst>
          </p:nvPr>
        </p:nvGraphicFramePr>
        <p:xfrm>
          <a:off x="610072" y="4689951"/>
          <a:ext cx="10971856" cy="1559560"/>
        </p:xfrm>
        <a:graphic>
          <a:graphicData uri="http://schemas.openxmlformats.org/drawingml/2006/table">
            <a:tbl>
              <a:tblPr firstRow="1" firstCol="1" bandRow="1">
                <a:tableStyleId>{5C22544A-7EE6-4342-B048-85BDC9FD1C3A}</a:tableStyleId>
              </a:tblPr>
              <a:tblGrid>
                <a:gridCol w="559208">
                  <a:extLst>
                    <a:ext uri="{9D8B030D-6E8A-4147-A177-3AD203B41FA5}">
                      <a16:colId xmlns:a16="http://schemas.microsoft.com/office/drawing/2014/main" val="824630556"/>
                    </a:ext>
                  </a:extLst>
                </a:gridCol>
                <a:gridCol w="560764">
                  <a:extLst>
                    <a:ext uri="{9D8B030D-6E8A-4147-A177-3AD203B41FA5}">
                      <a16:colId xmlns:a16="http://schemas.microsoft.com/office/drawing/2014/main" val="469466284"/>
                    </a:ext>
                  </a:extLst>
                </a:gridCol>
                <a:gridCol w="901424">
                  <a:extLst>
                    <a:ext uri="{9D8B030D-6E8A-4147-A177-3AD203B41FA5}">
                      <a16:colId xmlns:a16="http://schemas.microsoft.com/office/drawing/2014/main" val="4121467693"/>
                    </a:ext>
                  </a:extLst>
                </a:gridCol>
                <a:gridCol w="857869">
                  <a:extLst>
                    <a:ext uri="{9D8B030D-6E8A-4147-A177-3AD203B41FA5}">
                      <a16:colId xmlns:a16="http://schemas.microsoft.com/office/drawing/2014/main" val="4078333586"/>
                    </a:ext>
                  </a:extLst>
                </a:gridCol>
                <a:gridCol w="759094">
                  <a:extLst>
                    <a:ext uri="{9D8B030D-6E8A-4147-A177-3AD203B41FA5}">
                      <a16:colId xmlns:a16="http://schemas.microsoft.com/office/drawing/2014/main" val="2383919902"/>
                    </a:ext>
                  </a:extLst>
                </a:gridCol>
                <a:gridCol w="671207">
                  <a:extLst>
                    <a:ext uri="{9D8B030D-6E8A-4147-A177-3AD203B41FA5}">
                      <a16:colId xmlns:a16="http://schemas.microsoft.com/office/drawing/2014/main" val="4156923515"/>
                    </a:ext>
                  </a:extLst>
                </a:gridCol>
                <a:gridCol w="788649">
                  <a:extLst>
                    <a:ext uri="{9D8B030D-6E8A-4147-A177-3AD203B41FA5}">
                      <a16:colId xmlns:a16="http://schemas.microsoft.com/office/drawing/2014/main" val="1749238962"/>
                    </a:ext>
                  </a:extLst>
                </a:gridCol>
                <a:gridCol w="783981">
                  <a:extLst>
                    <a:ext uri="{9D8B030D-6E8A-4147-A177-3AD203B41FA5}">
                      <a16:colId xmlns:a16="http://schemas.microsoft.com/office/drawing/2014/main" val="2536129472"/>
                    </a:ext>
                  </a:extLst>
                </a:gridCol>
                <a:gridCol w="647874">
                  <a:extLst>
                    <a:ext uri="{9D8B030D-6E8A-4147-A177-3AD203B41FA5}">
                      <a16:colId xmlns:a16="http://schemas.microsoft.com/office/drawing/2014/main" val="2431686169"/>
                    </a:ext>
                  </a:extLst>
                </a:gridCol>
                <a:gridCol w="497767">
                  <a:extLst>
                    <a:ext uri="{9D8B030D-6E8A-4147-A177-3AD203B41FA5}">
                      <a16:colId xmlns:a16="http://schemas.microsoft.com/office/drawing/2014/main" val="3755756144"/>
                    </a:ext>
                  </a:extLst>
                </a:gridCol>
                <a:gridCol w="472878">
                  <a:extLst>
                    <a:ext uri="{9D8B030D-6E8A-4147-A177-3AD203B41FA5}">
                      <a16:colId xmlns:a16="http://schemas.microsoft.com/office/drawing/2014/main" val="3926235026"/>
                    </a:ext>
                  </a:extLst>
                </a:gridCol>
                <a:gridCol w="710871">
                  <a:extLst>
                    <a:ext uri="{9D8B030D-6E8A-4147-A177-3AD203B41FA5}">
                      <a16:colId xmlns:a16="http://schemas.microsoft.com/office/drawing/2014/main" val="3826450058"/>
                    </a:ext>
                  </a:extLst>
                </a:gridCol>
                <a:gridCol w="643209">
                  <a:extLst>
                    <a:ext uri="{9D8B030D-6E8A-4147-A177-3AD203B41FA5}">
                      <a16:colId xmlns:a16="http://schemas.microsoft.com/office/drawing/2014/main" val="2782763862"/>
                    </a:ext>
                  </a:extLst>
                </a:gridCol>
                <a:gridCol w="855535">
                  <a:extLst>
                    <a:ext uri="{9D8B030D-6E8A-4147-A177-3AD203B41FA5}">
                      <a16:colId xmlns:a16="http://schemas.microsoft.com/office/drawing/2014/main" val="4235403215"/>
                    </a:ext>
                  </a:extLst>
                </a:gridCol>
                <a:gridCol w="647874">
                  <a:extLst>
                    <a:ext uri="{9D8B030D-6E8A-4147-A177-3AD203B41FA5}">
                      <a16:colId xmlns:a16="http://schemas.microsoft.com/office/drawing/2014/main" val="2153124820"/>
                    </a:ext>
                  </a:extLst>
                </a:gridCol>
                <a:gridCol w="613652">
                  <a:extLst>
                    <a:ext uri="{9D8B030D-6E8A-4147-A177-3AD203B41FA5}">
                      <a16:colId xmlns:a16="http://schemas.microsoft.com/office/drawing/2014/main" val="3601810853"/>
                    </a:ext>
                  </a:extLst>
                </a:gridCol>
              </a:tblGrid>
              <a:tr h="185420">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Rank</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Sweep Val</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O1_final</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Mp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Mp[%]</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T[s]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e_ss_abs[°]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RMSE[°]</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ITAE[°s]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Tr[s]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Iosc</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U_peak</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U_rms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U_energy</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U_abs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U_TV</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900" b="0" noProof="1">
                          <a:solidFill>
                            <a:schemeClr val="tx1"/>
                          </a:solidFill>
                          <a:effectLst/>
                          <a:latin typeface="Times New Roman" panose="02020603050405020304" pitchFamily="18" charset="0"/>
                          <a:cs typeface="Times New Roman" panose="02020603050405020304" pitchFamily="18" charset="0"/>
                        </a:rPr>
                        <a:t>1</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3.14</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45.86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4.09</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9.09</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0.61</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0.86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7.55</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16.14</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0.25</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121.00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9.76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1.88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16.20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2.83</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51.58</a:t>
                      </a: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45.80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3.49</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7.76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0.83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0.80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10.29</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17.12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0.36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251.00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9.90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2.63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35.17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4.98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40.63</a:t>
                      </a:r>
                    </a:p>
                  </a:txBody>
                  <a:tcPr marL="68580" marR="68580" marT="0" marB="0" anchor="ctr">
                    <a:noFill/>
                  </a:tcPr>
                </a:tc>
                <a:extLst>
                  <a:ext uri="{0D108BD9-81ED-4DB2-BD59-A6C34878D82A}">
                    <a16:rowId xmlns:a16="http://schemas.microsoft.com/office/drawing/2014/main" val="3349572378"/>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-3.14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45.77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3.59</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7.98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0.77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16.02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22.64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0.32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321.00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9.99</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3.32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58.85</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7.51</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41.26</a:t>
                      </a:r>
                    </a:p>
                  </a:txBody>
                  <a:tcPr marL="68580" marR="68580" marT="0" marB="0" anchor="ctr">
                    <a:noFill/>
                  </a:tcPr>
                </a:tc>
                <a:extLst>
                  <a:ext uri="{0D108BD9-81ED-4DB2-BD59-A6C34878D82A}">
                    <a16:rowId xmlns:a16="http://schemas.microsoft.com/office/drawing/2014/main" val="1690602423"/>
                  </a:ext>
                </a:extLst>
              </a:tr>
              <a:tr h="185420">
                <a:tc>
                  <a:txBody>
                    <a:bodyPr/>
                    <a:lstStyle/>
                    <a:p>
                      <a:pPr algn="ctr">
                        <a:buNone/>
                      </a:pP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244040397"/>
                  </a:ext>
                </a:extLst>
              </a:tr>
              <a:tr h="185420">
                <a:tc>
                  <a:txBody>
                    <a:bodyPr/>
                    <a:lstStyle/>
                    <a:p>
                      <a:pPr algn="ctr">
                        <a:buNone/>
                      </a:pP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sp>
        <p:nvSpPr>
          <p:cNvPr id="8" name="Inhaltsplatzhalter 7">
            <a:extLst>
              <a:ext uri="{FF2B5EF4-FFF2-40B4-BE49-F238E27FC236}">
                <a16:creationId xmlns:a16="http://schemas.microsoft.com/office/drawing/2014/main" id="{2EAAE181-2EA8-D1EC-9AB1-A379FE2B576F}"/>
              </a:ext>
            </a:extLst>
          </p:cNvPr>
          <p:cNvSpPr txBox="1">
            <a:spLocks noGrp="1"/>
          </p:cNvSpPr>
          <p:nvPr>
            <p:ph sz="quarter" idx="16"/>
          </p:nvPr>
        </p:nvSpPr>
        <p:spPr>
          <a:xfrm>
            <a:off x="561487" y="2465822"/>
            <a:ext cx="2688490" cy="1421928"/>
          </a:xfrm>
          <a:prstGeom prst="rect">
            <a:avLst/>
          </a:prstGeom>
          <a:noFill/>
        </p:spPr>
        <p:txBody>
          <a:bodyPr wrap="square">
            <a:spAutoFit/>
          </a:bodyPr>
          <a:lstStyle/>
          <a:p>
            <a:pPr algn="l"/>
            <a:r>
              <a:rPr lang="es-ES_tradnl" dirty="0"/>
              <a:t>La velocidad inicial impacta significativamente el transitorio, generando variaciones en sobreimpulso, convergencia y esfuerzo de control.</a:t>
            </a:r>
          </a:p>
        </p:txBody>
      </p:sp>
      <p:pic>
        <p:nvPicPr>
          <p:cNvPr id="5" name="Onlinebild-Platzhalter 4">
            <a:extLst>
              <a:ext uri="{FF2B5EF4-FFF2-40B4-BE49-F238E27FC236}">
                <a16:creationId xmlns:a16="http://schemas.microsoft.com/office/drawing/2014/main" id="{911C994E-5B7A-B47E-D948-0A0E3CDEBD22}"/>
              </a:ext>
            </a:extLst>
          </p:cNvPr>
          <p:cNvPicPr>
            <a:picLocks noGrp="1" noChangeAspect="1"/>
          </p:cNvPicPr>
          <p:nvPr>
            <p:ph type="clipArt" sz="quarter" idx="15"/>
          </p:nvPr>
        </p:nvPicPr>
        <p:blipFill>
          <a:blip r:embed="rId2"/>
          <a:stretch>
            <a:fillRect/>
          </a:stretch>
        </p:blipFill>
        <p:spPr>
          <a:xfrm>
            <a:off x="4171121" y="2078038"/>
            <a:ext cx="4095820" cy="2505075"/>
          </a:xfrm>
          <a:prstGeom prst="rect">
            <a:avLst/>
          </a:prstGeom>
        </p:spPr>
      </p:pic>
      <p:sp>
        <p:nvSpPr>
          <p:cNvPr id="2" name="Fußzeilenplatzhalter 3">
            <a:extLst>
              <a:ext uri="{FF2B5EF4-FFF2-40B4-BE49-F238E27FC236}">
                <a16:creationId xmlns:a16="http://schemas.microsoft.com/office/drawing/2014/main" id="{EC515DFA-8F06-4B07-3BFA-0EDA57030196}"/>
              </a:ext>
            </a:extLst>
          </p:cNvPr>
          <p:cNvSpPr txBox="1">
            <a:spLocks/>
          </p:cNvSpPr>
          <p:nvPr/>
        </p:nvSpPr>
        <p:spPr>
          <a:xfrm>
            <a:off x="962526" y="6356350"/>
            <a:ext cx="10497424"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1520792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F67CE-D871-E1B5-5DAE-BFF1BB117B78}"/>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A6F15142-520C-250D-FF4E-C8668E684ECA}"/>
              </a:ext>
            </a:extLst>
          </p:cNvPr>
          <p:cNvSpPr>
            <a:spLocks noGrp="1"/>
          </p:cNvSpPr>
          <p:nvPr>
            <p:ph type="body" sz="quarter" idx="12"/>
          </p:nvPr>
        </p:nvSpPr>
        <p:spPr/>
        <p:txBody>
          <a:bodyPr/>
          <a:lstStyle/>
          <a:p>
            <a:r>
              <a:rPr lang="es-ES_tradnl" noProof="1">
                <a:solidFill>
                  <a:schemeClr val="tx1">
                    <a:lumMod val="75000"/>
                    <a:lumOff val="25000"/>
                  </a:schemeClr>
                </a:solidFill>
              </a:rPr>
              <a:t>Influencias de las perturbaciones en plataforma plana</a:t>
            </a:r>
          </a:p>
          <a:p>
            <a:endParaRPr lang="es-ES_tradnl" dirty="0"/>
          </a:p>
        </p:txBody>
      </p:sp>
      <p:sp>
        <p:nvSpPr>
          <p:cNvPr id="12" name="Textfeld 11">
            <a:extLst>
              <a:ext uri="{FF2B5EF4-FFF2-40B4-BE49-F238E27FC236}">
                <a16:creationId xmlns:a16="http://schemas.microsoft.com/office/drawing/2014/main" id="{786B37DE-3B0C-E4BF-F61D-4B59B811AB79}"/>
              </a:ext>
            </a:extLst>
          </p:cNvPr>
          <p:cNvSpPr txBox="1"/>
          <p:nvPr/>
        </p:nvSpPr>
        <p:spPr>
          <a:xfrm>
            <a:off x="1220412" y="5002600"/>
            <a:ext cx="1532618" cy="230832"/>
          </a:xfrm>
          <a:prstGeom prst="rect">
            <a:avLst/>
          </a:prstGeom>
          <a:noFill/>
        </p:spPr>
        <p:txBody>
          <a:bodyPr wrap="square" rtlCol="0">
            <a:spAutoFit/>
          </a:bodyPr>
          <a:lstStyle/>
          <a:p>
            <a:pPr algn="ctr"/>
            <a:r>
              <a:rPr lang="es-ES_tradnl" sz="900" b="1" noProof="1">
                <a:latin typeface="Times New Roman" panose="02020603050405020304" pitchFamily="18" charset="0"/>
                <a:cs typeface="Times New Roman" panose="02020603050405020304" pitchFamily="18" charset="0"/>
              </a:rPr>
              <a:t>o1ini: (-90, 0 , 90) [°]</a:t>
            </a:r>
          </a:p>
        </p:txBody>
      </p:sp>
      <p:sp>
        <p:nvSpPr>
          <p:cNvPr id="13" name="Textfeld 12">
            <a:extLst>
              <a:ext uri="{FF2B5EF4-FFF2-40B4-BE49-F238E27FC236}">
                <a16:creationId xmlns:a16="http://schemas.microsoft.com/office/drawing/2014/main" id="{C5446869-4339-287D-F793-040DC666B214}"/>
              </a:ext>
            </a:extLst>
          </p:cNvPr>
          <p:cNvSpPr txBox="1"/>
          <p:nvPr/>
        </p:nvSpPr>
        <p:spPr>
          <a:xfrm>
            <a:off x="5069907" y="5008526"/>
            <a:ext cx="1685874" cy="230832"/>
          </a:xfrm>
          <a:prstGeom prst="rect">
            <a:avLst/>
          </a:prstGeom>
          <a:noFill/>
        </p:spPr>
        <p:txBody>
          <a:bodyPr wrap="square" rtlCol="0">
            <a:spAutoFit/>
          </a:bodyPr>
          <a:lstStyle/>
          <a:p>
            <a:pPr algn="ctr"/>
            <a:r>
              <a:rPr lang="es-ES_tradnl" sz="900" b="1" noProof="1">
                <a:latin typeface="Times New Roman" panose="02020603050405020304" pitchFamily="18" charset="0"/>
                <a:cs typeface="Times New Roman" panose="02020603050405020304" pitchFamily="18" charset="0"/>
              </a:rPr>
              <a:t>Retardo: (0, 0.01, 0.02) [ms]</a:t>
            </a:r>
          </a:p>
        </p:txBody>
      </p:sp>
      <p:sp>
        <p:nvSpPr>
          <p:cNvPr id="14" name="Textfeld 13">
            <a:extLst>
              <a:ext uri="{FF2B5EF4-FFF2-40B4-BE49-F238E27FC236}">
                <a16:creationId xmlns:a16="http://schemas.microsoft.com/office/drawing/2014/main" id="{CD062614-6ECF-015C-1CBB-241AF330ACF0}"/>
              </a:ext>
            </a:extLst>
          </p:cNvPr>
          <p:cNvSpPr txBox="1"/>
          <p:nvPr/>
        </p:nvSpPr>
        <p:spPr>
          <a:xfrm>
            <a:off x="9040777" y="5002227"/>
            <a:ext cx="1506923" cy="230832"/>
          </a:xfrm>
          <a:prstGeom prst="rect">
            <a:avLst/>
          </a:prstGeom>
          <a:noFill/>
        </p:spPr>
        <p:txBody>
          <a:bodyPr wrap="square" rtlCol="0">
            <a:spAutoFit/>
          </a:bodyPr>
          <a:lstStyle/>
          <a:p>
            <a:pPr algn="ctr"/>
            <a:r>
              <a:rPr lang="es-ES_tradnl" sz="900" b="1" noProof="1">
                <a:latin typeface="Times New Roman" panose="02020603050405020304" pitchFamily="18" charset="0"/>
                <a:cs typeface="Times New Roman" panose="02020603050405020304" pitchFamily="18" charset="0"/>
              </a:rPr>
              <a:t>do1ini: (-0.5, 0, 0.5)[rad/s]</a:t>
            </a:r>
          </a:p>
        </p:txBody>
      </p:sp>
      <p:sp>
        <p:nvSpPr>
          <p:cNvPr id="18" name="Textfeld 17">
            <a:extLst>
              <a:ext uri="{FF2B5EF4-FFF2-40B4-BE49-F238E27FC236}">
                <a16:creationId xmlns:a16="http://schemas.microsoft.com/office/drawing/2014/main" id="{57847652-3708-230B-6888-1BFD39313178}"/>
              </a:ext>
            </a:extLst>
          </p:cNvPr>
          <p:cNvSpPr txBox="1"/>
          <p:nvPr/>
        </p:nvSpPr>
        <p:spPr>
          <a:xfrm>
            <a:off x="327464" y="5574375"/>
            <a:ext cx="11609170" cy="830997"/>
          </a:xfrm>
          <a:prstGeom prst="rect">
            <a:avLst/>
          </a:prstGeom>
          <a:noFill/>
        </p:spPr>
        <p:txBody>
          <a:bodyPr wrap="square" rtlCol="0">
            <a:spAutoFit/>
          </a:bodyPr>
          <a:lstStyle/>
          <a:p>
            <a:pPr algn="ctr"/>
            <a:r>
              <a:rPr lang="es-ES_tradnl" sz="1600" dirty="0">
                <a:latin typeface="Times New Roman" panose="02020603050405020304" pitchFamily="18" charset="0"/>
                <a:cs typeface="Times New Roman" panose="02020603050405020304" pitchFamily="18" charset="0"/>
              </a:rPr>
              <a:t>El agente presenta sobreajuste (Overfitting), mostrando buen desempeño en condiciones específicas pero una fuerte degradación ante variaciones del estado inicial. La falta de generalización lo hace no robusto, por lo que se descarta como política de control válida.</a:t>
            </a:r>
          </a:p>
          <a:p>
            <a:pPr algn="ctr"/>
            <a:endParaRPr lang="es-ES_tradnl" sz="1600" dirty="0">
              <a:latin typeface="Times New Roman" panose="02020603050405020304" pitchFamily="18" charset="0"/>
              <a:cs typeface="Times New Roman" panose="02020603050405020304" pitchFamily="18" charset="0"/>
            </a:endParaRPr>
          </a:p>
        </p:txBody>
      </p:sp>
      <p:sp>
        <p:nvSpPr>
          <p:cNvPr id="6" name="Fußzeilenplatzhalter 3">
            <a:extLst>
              <a:ext uri="{FF2B5EF4-FFF2-40B4-BE49-F238E27FC236}">
                <a16:creationId xmlns:a16="http://schemas.microsoft.com/office/drawing/2014/main" id="{29BEF763-9FE8-CBFF-0601-2829832BA52B}"/>
              </a:ext>
            </a:extLst>
          </p:cNvPr>
          <p:cNvSpPr txBox="1">
            <a:spLocks/>
          </p:cNvSpPr>
          <p:nvPr/>
        </p:nvSpPr>
        <p:spPr>
          <a:xfrm>
            <a:off x="962526" y="6356350"/>
            <a:ext cx="10497424"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dirty="0"/>
              <a:t>TFM – Master Inteligencia Artificial – Control Monoarticular aplicado en manipuladores móviles utilizando aprendizaje por refuerzo  –  Ricardo Enrique  Sarabia Palacio</a:t>
            </a:r>
          </a:p>
        </p:txBody>
      </p:sp>
      <p:pic>
        <p:nvPicPr>
          <p:cNvPr id="7" name="Onlinebild-Platzhalter 5">
            <a:extLst>
              <a:ext uri="{FF2B5EF4-FFF2-40B4-BE49-F238E27FC236}">
                <a16:creationId xmlns:a16="http://schemas.microsoft.com/office/drawing/2014/main" id="{9B78C65F-F95E-BD7E-5166-C0E3DAC61F32}"/>
              </a:ext>
            </a:extLst>
          </p:cNvPr>
          <p:cNvPicPr>
            <a:picLocks noChangeAspect="1"/>
          </p:cNvPicPr>
          <p:nvPr/>
        </p:nvPicPr>
        <p:blipFill>
          <a:blip r:embed="rId2"/>
          <a:stretch>
            <a:fillRect/>
          </a:stretch>
        </p:blipFill>
        <p:spPr>
          <a:xfrm>
            <a:off x="344383" y="2312402"/>
            <a:ext cx="3515791" cy="2689825"/>
          </a:xfrm>
          <a:prstGeom prst="rect">
            <a:avLst/>
          </a:prstGeom>
        </p:spPr>
      </p:pic>
      <p:pic>
        <p:nvPicPr>
          <p:cNvPr id="10" name="Onlinebild-Platzhalter 4">
            <a:extLst>
              <a:ext uri="{FF2B5EF4-FFF2-40B4-BE49-F238E27FC236}">
                <a16:creationId xmlns:a16="http://schemas.microsoft.com/office/drawing/2014/main" id="{44FCDE82-5A9A-2D4A-D37C-71A2D0262277}"/>
              </a:ext>
            </a:extLst>
          </p:cNvPr>
          <p:cNvPicPr>
            <a:picLocks noChangeAspect="1"/>
          </p:cNvPicPr>
          <p:nvPr/>
        </p:nvPicPr>
        <p:blipFill>
          <a:blip r:embed="rId3"/>
          <a:stretch>
            <a:fillRect/>
          </a:stretch>
        </p:blipFill>
        <p:spPr>
          <a:xfrm>
            <a:off x="3911468" y="2309184"/>
            <a:ext cx="3656759" cy="2383240"/>
          </a:xfrm>
          <a:prstGeom prst="rect">
            <a:avLst/>
          </a:prstGeom>
        </p:spPr>
      </p:pic>
      <p:pic>
        <p:nvPicPr>
          <p:cNvPr id="11" name="Onlinebild-Platzhalter 6">
            <a:extLst>
              <a:ext uri="{FF2B5EF4-FFF2-40B4-BE49-F238E27FC236}">
                <a16:creationId xmlns:a16="http://schemas.microsoft.com/office/drawing/2014/main" id="{7AD30155-DF97-F6B1-0474-DD1A5129BB73}"/>
              </a:ext>
            </a:extLst>
          </p:cNvPr>
          <p:cNvPicPr>
            <a:picLocks noGrp="1" noChangeAspect="1"/>
          </p:cNvPicPr>
          <p:nvPr>
            <p:ph type="clipArt" sz="quarter" idx="15"/>
          </p:nvPr>
        </p:nvPicPr>
        <p:blipFill>
          <a:blip r:embed="rId4"/>
          <a:stretch>
            <a:fillRect/>
          </a:stretch>
        </p:blipFill>
        <p:spPr>
          <a:xfrm>
            <a:off x="7778838" y="2309184"/>
            <a:ext cx="3944813" cy="2570975"/>
          </a:xfrm>
          <a:prstGeom prst="rect">
            <a:avLst/>
          </a:prstGeom>
        </p:spPr>
      </p:pic>
      <p:grpSp>
        <p:nvGrpSpPr>
          <p:cNvPr id="15" name="Gruppieren 14">
            <a:extLst>
              <a:ext uri="{FF2B5EF4-FFF2-40B4-BE49-F238E27FC236}">
                <a16:creationId xmlns:a16="http://schemas.microsoft.com/office/drawing/2014/main" id="{CDC14CD1-9214-D817-CAEF-001C3EAB40B6}"/>
              </a:ext>
            </a:extLst>
          </p:cNvPr>
          <p:cNvGrpSpPr/>
          <p:nvPr/>
        </p:nvGrpSpPr>
        <p:grpSpPr>
          <a:xfrm rot="20462577">
            <a:off x="356590" y="2225431"/>
            <a:ext cx="2458060" cy="485545"/>
            <a:chOff x="0" y="0"/>
            <a:chExt cx="8746828" cy="2160293"/>
          </a:xfrm>
        </p:grpSpPr>
        <p:sp>
          <p:nvSpPr>
            <p:cNvPr id="16" name="Richtungspfeil 15">
              <a:extLst>
                <a:ext uri="{FF2B5EF4-FFF2-40B4-BE49-F238E27FC236}">
                  <a16:creationId xmlns:a16="http://schemas.microsoft.com/office/drawing/2014/main" id="{1F3AB3C8-6C14-78AC-F3BB-BE24FAEF2D8B}"/>
                </a:ext>
              </a:extLst>
            </p:cNvPr>
            <p:cNvSpPr/>
            <p:nvPr/>
          </p:nvSpPr>
          <p:spPr>
            <a:xfrm>
              <a:off x="0" y="0"/>
              <a:ext cx="8746828" cy="2160293"/>
            </a:xfrm>
            <a:prstGeom prst="homePlat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ES_tradnl" sz="300" dirty="0"/>
            </a:p>
          </p:txBody>
        </p:sp>
        <p:sp>
          <p:nvSpPr>
            <p:cNvPr id="17" name="Richtungspfeil 4">
              <a:extLst>
                <a:ext uri="{FF2B5EF4-FFF2-40B4-BE49-F238E27FC236}">
                  <a16:creationId xmlns:a16="http://schemas.microsoft.com/office/drawing/2014/main" id="{3B7E6606-23A2-5389-E163-AB01D6784364}"/>
                </a:ext>
              </a:extLst>
            </p:cNvPr>
            <p:cNvSpPr txBox="1"/>
            <p:nvPr/>
          </p:nvSpPr>
          <p:spPr>
            <a:xfrm>
              <a:off x="0" y="0"/>
              <a:ext cx="8206755" cy="21602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46710" tIns="173355" rIns="86678" bIns="173355" numCol="1" spcCol="1270" anchor="ctr" anchorCtr="0">
              <a:noAutofit/>
            </a:bodyPr>
            <a:lstStyle/>
            <a:p>
              <a:pPr marL="0" lvl="0" indent="0" algn="ctr" defTabSz="2889250">
                <a:lnSpc>
                  <a:spcPct val="90000"/>
                </a:lnSpc>
                <a:spcBef>
                  <a:spcPct val="0"/>
                </a:spcBef>
                <a:spcAft>
                  <a:spcPct val="35000"/>
                </a:spcAft>
                <a:buNone/>
              </a:pPr>
              <a:r>
                <a:rPr lang="es-ES_tradnl" sz="1400" noProof="1"/>
                <a:t>Overfitting </a:t>
              </a:r>
              <a:endParaRPr lang="es-ES_tradnl" sz="1400" kern="1200" noProof="1"/>
            </a:p>
          </p:txBody>
        </p:sp>
      </p:grpSp>
    </p:spTree>
    <p:extLst>
      <p:ext uri="{BB962C8B-B14F-4D97-AF65-F5344CB8AC3E}">
        <p14:creationId xmlns:p14="http://schemas.microsoft.com/office/powerpoint/2010/main" val="181775918"/>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1302</Words>
  <Application>Microsoft Macintosh PowerPoint</Application>
  <PresentationFormat>Breitbild</PresentationFormat>
  <Paragraphs>425</Paragraphs>
  <Slides>10</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10</vt:i4>
      </vt:variant>
    </vt:vector>
  </HeadingPairs>
  <TitlesOfParts>
    <vt:vector size="15" baseType="lpstr">
      <vt:lpstr>Aptos</vt:lpstr>
      <vt:lpstr>Aptos Display</vt:lpstr>
      <vt:lpstr>Arial</vt:lpstr>
      <vt:lpstr>Times New Roman</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ricardo sarabia</dc:creator>
  <cp:lastModifiedBy>ricardo sarabia</cp:lastModifiedBy>
  <cp:revision>2</cp:revision>
  <dcterms:created xsi:type="dcterms:W3CDTF">2026-03-29T12:24:55Z</dcterms:created>
  <dcterms:modified xsi:type="dcterms:W3CDTF">2026-03-29T12:31:26Z</dcterms:modified>
</cp:coreProperties>
</file>