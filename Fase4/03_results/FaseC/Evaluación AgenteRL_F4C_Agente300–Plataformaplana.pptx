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78" r:id="rId2"/>
    <p:sldId id="779" r:id="rId3"/>
    <p:sldId id="780" r:id="rId4"/>
    <p:sldId id="781" r:id="rId5"/>
    <p:sldId id="782" r:id="rId6"/>
    <p:sldId id="783" r:id="rId7"/>
    <p:sldId id="784" r:id="rId8"/>
    <p:sldId id="785" r:id="rId9"/>
    <p:sldId id="786" r:id="rId10"/>
    <p:sldId id="787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382B6-ECFA-64CA-7CC0-DD1216133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4ABB33-9C15-6CFE-7894-034775CE6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12C376-EB1E-9228-35E7-98886453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F9A190-F5D9-BD69-8CD0-A3D7A89B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6E5AA5-AA19-AAE1-CC87-7B3B9308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4086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D8463-99C6-E77F-AA9F-3C85402F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CB27AE-07A8-2003-E732-FBA563283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D74819-6172-6FE7-298C-49669667C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CFCB65-6093-9AFF-8E2A-A72267F09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581F01-7BA4-43E9-FBB0-F673CEDA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645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899140-DC3C-864B-6AFB-3E72E84D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73E8A9-49D0-DB9C-8A45-E48D7DB5E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2F18BD-0A2C-8EFE-39D3-89501656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2E7745-714F-D170-226A-8332E4E15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D7F93A-FD7F-3E10-7C60-70034E43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6273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80875F-1885-8714-66A3-60AD5107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575171-CFD2-BAD9-3BD3-CF5B421C9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0EA38B-4405-5033-31A1-4AA644D1B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742320-5847-4A58-3645-C12EEB07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D5DD5B-C4D0-6E69-1663-DBD5627C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CD083B-3753-C4A7-F123-3914E1FF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53339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1D577-A15B-DDD9-63AE-883960A6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2FF7FD-EC31-A55C-28C2-06A01E99B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E8BA64-9F47-4EA2-1F4B-A995915A4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4F4492-8F04-29EE-7C19-1EEAC1D04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D01817E-99E2-A624-09F1-DBCF41A73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61AAF54-6594-C771-FA4D-B73B49F4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340E653-B8BC-C9A8-281C-05C97E71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80ECD2-9D23-AF79-E7AA-40E82734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067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8924C1-B48A-A277-5252-85B666A9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0B8DE9-92AB-15FD-D780-7C291F51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A47FD9-502B-F45F-B902-DDD2CE95B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8BD503-F105-846A-E2FF-66CB76FE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6861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FA666D5-BB71-8A72-15B7-490741A7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A7635E0-E554-C222-A5F1-B1556F79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C5E692-EB83-679A-2FA2-AAE5F8B1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0609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B5920-7330-5922-5740-71352AB9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E9EBF0-DB60-CDD8-C25B-FE658519C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8B7E3F-8653-3FCB-2954-1BB19A779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DFD342-7B2C-5EF6-1655-BE3C1FBD4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E8053C-EF4B-9761-5F73-95A2310F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DD3705-5419-8F1B-C77E-C432A909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475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AC7BD3-D3AE-0F17-A7FE-183AF079F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D69EB6A-5A32-63CA-AE64-8088B011B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99C0A9D-3266-1AEF-4260-0E90C5557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DFF3B8-F849-269D-515C-0A67339A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B3FF1B-C20F-8744-B43A-410A0585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B3CE7F-9A9F-1B2C-442B-917CE3813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304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3AD701-DECF-C77B-6135-3A69D633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7979D54-CCE3-8C5F-C188-80AC9084B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6ED17-C15D-8A9D-E5E6-E08C39F2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91A6E3-57D2-413B-17BF-B921781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DC71BC-C521-1062-9972-FA1BBA77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4683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B4E8692-229F-CB5B-A3E6-59BF9548C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4441847-C0B8-C4F3-3788-5C4D1CE84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7443C1-C322-6012-08D1-B61DA261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413524-2248-A34B-8B07-E69D24CD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090FA6-3482-C4E7-6F93-2A276502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79665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27862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1995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DA9363-39A6-9050-1423-F4826FE0E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EC36BE-7496-A214-720D-50595D8D0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E4745E-9BA5-7C6E-DCED-FAD93DE38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B17837-4466-A49F-A3F0-6C8252085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6669BB-01D4-FDC4-7BAB-F67DF1CF6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5586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35C61-8C20-8FAE-5671-3CD60660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F3A102F-0B96-BF2D-4E02-1158CB22EF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8772" y="5092979"/>
            <a:ext cx="5106948" cy="768325"/>
          </a:xfrm>
        </p:spPr>
        <p:txBody>
          <a:bodyPr>
            <a:normAutofit/>
          </a:bodyPr>
          <a:lstStyle/>
          <a:p>
            <a:r>
              <a:rPr lang="de-DE" sz="1100" dirty="0"/>
              <a:t>La </a:t>
            </a:r>
            <a:r>
              <a:rPr lang="de-DE" sz="1100" dirty="0" err="1"/>
              <a:t>condición</a:t>
            </a:r>
            <a:r>
              <a:rPr lang="de-DE" sz="1100" dirty="0"/>
              <a:t> </a:t>
            </a:r>
            <a:r>
              <a:rPr lang="de-DE" sz="1100" dirty="0" err="1"/>
              <a:t>inicial</a:t>
            </a:r>
            <a:r>
              <a:rPr lang="de-DE" sz="1100" dirty="0"/>
              <a:t> </a:t>
            </a:r>
            <a:r>
              <a:rPr lang="de-DE" sz="1100" dirty="0" err="1"/>
              <a:t>introduce</a:t>
            </a:r>
            <a:r>
              <a:rPr lang="de-DE" sz="1100" dirty="0"/>
              <a:t> </a:t>
            </a:r>
            <a:r>
              <a:rPr lang="de-DE" sz="1100" dirty="0" err="1"/>
              <a:t>asimetrías</a:t>
            </a:r>
            <a:r>
              <a:rPr lang="de-DE" sz="1100" dirty="0"/>
              <a:t> en </a:t>
            </a:r>
            <a:r>
              <a:rPr lang="de-DE" sz="1100" dirty="0" err="1"/>
              <a:t>el</a:t>
            </a:r>
            <a:r>
              <a:rPr lang="de-DE" sz="1100" dirty="0"/>
              <a:t> RMSE </a:t>
            </a:r>
            <a:r>
              <a:rPr lang="de-DE" sz="1100" dirty="0" err="1"/>
              <a:t>y</a:t>
            </a:r>
            <a:r>
              <a:rPr lang="de-DE" sz="1100" dirty="0"/>
              <a:t> </a:t>
            </a:r>
            <a:r>
              <a:rPr lang="de-DE" sz="1100" dirty="0" err="1"/>
              <a:t>aumenta</a:t>
            </a:r>
            <a:r>
              <a:rPr lang="de-DE" sz="1100" dirty="0"/>
              <a:t> </a:t>
            </a:r>
            <a:r>
              <a:rPr lang="de-DE" sz="1100" dirty="0" err="1"/>
              <a:t>el</a:t>
            </a:r>
            <a:r>
              <a:rPr lang="de-DE" sz="1100" dirty="0"/>
              <a:t> </a:t>
            </a:r>
            <a:r>
              <a:rPr lang="de-DE" sz="1100" dirty="0" err="1"/>
              <a:t>error</a:t>
            </a:r>
            <a:r>
              <a:rPr lang="de-DE" sz="1100" dirty="0"/>
              <a:t> en los </a:t>
            </a:r>
            <a:r>
              <a:rPr lang="de-DE" sz="1100" dirty="0" err="1"/>
              <a:t>extremos</a:t>
            </a:r>
            <a:r>
              <a:rPr lang="de-DE" sz="1100" dirty="0"/>
              <a:t>.</a:t>
            </a:r>
          </a:p>
          <a:p>
            <a:r>
              <a:rPr lang="de-DE" sz="1100" dirty="0"/>
              <a:t>El </a:t>
            </a:r>
            <a:r>
              <a:rPr lang="de-DE" sz="1100" dirty="0" err="1"/>
              <a:t>mejor</a:t>
            </a:r>
            <a:r>
              <a:rPr lang="de-DE" sz="1100" dirty="0"/>
              <a:t> </a:t>
            </a:r>
            <a:r>
              <a:rPr lang="de-DE" sz="1100" dirty="0" err="1"/>
              <a:t>desempeño</a:t>
            </a:r>
            <a:r>
              <a:rPr lang="de-DE" sz="1100" dirty="0"/>
              <a:t> se </a:t>
            </a:r>
            <a:r>
              <a:rPr lang="de-DE" sz="1100" dirty="0" err="1"/>
              <a:t>obtiene</a:t>
            </a:r>
            <a:r>
              <a:rPr lang="de-DE" sz="1100" dirty="0"/>
              <a:t> en </a:t>
            </a:r>
            <a:r>
              <a:rPr lang="de-DE" sz="1100" b="1" dirty="0"/>
              <a:t>o1ini = −90° (≈32.6°)</a:t>
            </a:r>
            <a:r>
              <a:rPr lang="de-DE" sz="1100" dirty="0"/>
              <a:t>, </a:t>
            </a:r>
            <a:r>
              <a:rPr lang="de-DE" sz="1100" dirty="0" err="1"/>
              <a:t>mientras</a:t>
            </a:r>
            <a:r>
              <a:rPr lang="de-DE" sz="1100" dirty="0"/>
              <a:t> </a:t>
            </a:r>
            <a:r>
              <a:rPr lang="de-DE" sz="1100" dirty="0" err="1"/>
              <a:t>que</a:t>
            </a:r>
            <a:r>
              <a:rPr lang="de-DE" sz="1100" dirty="0"/>
              <a:t> </a:t>
            </a:r>
            <a:r>
              <a:rPr lang="de-DE" sz="1100" b="1" dirty="0"/>
              <a:t>0° </a:t>
            </a:r>
            <a:r>
              <a:rPr lang="de-DE" sz="1100" b="1" dirty="0" err="1"/>
              <a:t>y</a:t>
            </a:r>
            <a:r>
              <a:rPr lang="de-DE" sz="1100" b="1" dirty="0"/>
              <a:t> 90°</a:t>
            </a:r>
            <a:r>
              <a:rPr lang="de-DE" sz="1100" dirty="0"/>
              <a:t> </a:t>
            </a:r>
            <a:r>
              <a:rPr lang="de-DE" sz="1100" dirty="0" err="1"/>
              <a:t>presentan</a:t>
            </a:r>
            <a:r>
              <a:rPr lang="de-DE" sz="1100" dirty="0"/>
              <a:t> </a:t>
            </a:r>
            <a:r>
              <a:rPr lang="de-DE" sz="1100" dirty="0" err="1"/>
              <a:t>mayor</a:t>
            </a:r>
            <a:r>
              <a:rPr lang="de-DE" sz="1100" dirty="0"/>
              <a:t> </a:t>
            </a:r>
            <a:r>
              <a:rPr lang="de-DE" sz="1100" dirty="0" err="1"/>
              <a:t>error</a:t>
            </a:r>
            <a:r>
              <a:rPr lang="de-DE" sz="1100" dirty="0"/>
              <a:t> </a:t>
            </a:r>
            <a:r>
              <a:rPr lang="de-DE" sz="1100" dirty="0" err="1"/>
              <a:t>y</a:t>
            </a:r>
            <a:r>
              <a:rPr lang="de-DE" sz="1100" dirty="0"/>
              <a:t> </a:t>
            </a:r>
            <a:r>
              <a:rPr lang="de-DE" sz="1100" dirty="0" err="1"/>
              <a:t>variabilidad</a:t>
            </a:r>
            <a:r>
              <a:rPr lang="de-DE" sz="1100" dirty="0"/>
              <a:t>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2E0E5F-A14D-A8F3-F4CD-F90B4380F5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noProof="1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84A960F5-7AF5-77A7-AD33-94EAB0725E5E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do1ini= 0°, Retardo=0ms </a:t>
            </a:r>
            <a:endParaRPr lang="es-ES_tradnl" sz="1400" noProof="1"/>
          </a:p>
          <a:p>
            <a:pPr algn="l"/>
            <a:endParaRPr lang="es-ES_tradnl" sz="1400" b="1" noProof="1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DEDD25BF-3EFE-B594-1C95-6CE1C1E0CB1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AB071E06-84CB-A51A-6CA7-86348ADBAC3B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6851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4FBC-5B16-8EBE-A887-5F11B4E7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6713B2-04D3-5AE4-04DF-1222122B89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50DEA7BA-27F6-A65C-E66B-D53D493ECCB9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9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28.02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-16.74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-37.19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19.26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306.31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183.00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11.47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2.39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25.49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19.51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21.30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351.54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109.00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23.47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26.57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25.55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-18.24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-40.52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49.36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389.35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99.00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8.16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32.59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1C6AA6C-04B8-1D43-6485-404C23D8D386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todos los casos, pero el transitorio depende del estado inicial.</a:t>
            </a:r>
          </a:p>
          <a:p>
            <a:r>
              <a:rPr lang="es-ES_tradnl" sz="1400" dirty="0"/>
              <a:t>El mejor desempeño es o1ini = 0° (≈19°), mientras que ±90° incrementan el error y el sobreimpulso.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2707DC60-68C7-A7E4-54A3-5D143AD2E3E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94176" y="2078038"/>
            <a:ext cx="6528816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19EACCC-4B9E-E039-BD13-1F7575721573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681033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D0D4-92AE-F958-0719-A5261C12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27A5BC-54AF-6FCD-E1C3-7C8A9707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DEE93C04-0623-5A1D-9169-63944234A604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156.18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21.18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15.69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21.18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22.69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373.06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26.92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6.64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34.81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163.20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28.20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28.20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48.76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509.38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54.30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10.96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10.14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-200.86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-100.00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49.59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470.89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39.12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37.37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03551D2-CE76-812F-9157-E2D5F0098E48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para o1ini = 90° y 0°, pero falla para o1ini = −90°, donde no alcanza la referencia.</a:t>
            </a:r>
          </a:p>
          <a:p>
            <a:r>
              <a:rPr lang="es-ES_tradnl" sz="1400" dirty="0"/>
              <a:t>El mejor caso es 90° (≈23°), evidenciando fuerte dependencia del estado inicial.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79C4BACB-7520-0283-CE32-70EACE952CC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74720" y="2078038"/>
            <a:ext cx="6912864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3756C12E-DC20-58C5-DDD7-6E9DC0435722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49651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680CB-A032-EC69-60A0-CFD7062A0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7B2278-9B47-E012-2507-40D64F4681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F9367F5F-62A2-1311-1E23-9FE7B484F824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-135.67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12.58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16.74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1.76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17.82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4.84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-121.73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13.27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274.12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7.85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15.06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222.92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357.92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265.13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45.66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97.01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2.93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10.12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34.49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7F5BB57-90D5-E687-3718-57D6C77747EC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 sistema converge para o1ini = −90° y 0°, pero diverge para o1ini = 90°.</a:t>
            </a:r>
          </a:p>
          <a:p>
            <a:r>
              <a:rPr lang="es-ES_tradnl" sz="1400" dirty="0"/>
              <a:t>El mejor desempeño es −90° (≈13°), mostrando pérdida de estabilidad en condiciones desfavorables.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1BB4D259-BE6C-CC43-CC1D-5153C5AF119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83280" y="2078038"/>
            <a:ext cx="7223760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3F77017-5039-2A58-95D7-D5827149AEF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81587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116B6-9150-30BD-C8DF-A27C4B16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FC6132-7FCE-327E-619A-4838D313CC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597D41F6-DDBB-7ACB-6BA5-B4C940934830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-54.80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9.80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177.69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159.00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43.35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-54.56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9.56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174.87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209.00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19.85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48.43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-54.58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9.58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43.51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207.28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53.45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9.45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44.98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7964560-ABC7-A870-F586-A89C5D7F509F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todos los casos, con degradación en condiciones extremas.</a:t>
            </a:r>
          </a:p>
          <a:p>
            <a:r>
              <a:rPr lang="es-ES_tradnl" sz="1400" dirty="0"/>
              <a:t>El mejor desempeño es o1ini = 0° (≈14°), mientras que 90° presenta el mayor error.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CA5874D0-D7AF-1D69-CEDB-53A6BF3B0E7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20440" y="2078038"/>
            <a:ext cx="6867144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765D154E-7B8F-C264-5809-5FBC9D7A657D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03314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7571-9947-A6AB-0160-3345C489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E2FF07-AE3C-2FA3-43CC-A8371D5E2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noProof="1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BA6F3E83-F72C-A47C-2251-E94E8504726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do1ini= 0° </a:t>
            </a:r>
            <a:endParaRPr lang="es-ES_tradnl" noProof="1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136C314C-297E-7E1F-3353-4AB86D2BA1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5076" y="5182185"/>
            <a:ext cx="5488387" cy="977315"/>
          </a:xfrm>
        </p:spPr>
        <p:txBody>
          <a:bodyPr>
            <a:noAutofit/>
          </a:bodyPr>
          <a:lstStyle/>
          <a:p>
            <a:r>
              <a:rPr lang="es-ES_tradnl" sz="1400" dirty="0"/>
              <a:t>El retardo introduce una degradación leve del RMSE (≈35.1° → ≈35.5°), sin afectar la forma de la curva ni la estabilidad global.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F0DC682E-8604-096F-7CA2-2FD35C3384F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557E6B3F-2624-4294-22C9-16ED758E4EEB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51715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53ED1-AE59-C211-70D1-70432E00D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35AEC6-CF9D-9178-6862-1E9CC608B7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5CC80F26-5B54-E97A-CA0F-87600DB6C9A2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28.02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-16.74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-37.19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19.26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306.31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183.00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11.47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2.39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-16.48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-36.62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19.33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306.39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11.80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-15.95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-35.46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306.66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239.00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12.25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00E2D23-3C96-8A7B-3094-F6020AF51957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l sistema mantiene convergencia en todos los casos.</a:t>
            </a:r>
          </a:p>
          <a:p>
            <a:r>
              <a:rPr lang="es-ES_tradnl" sz="1400" dirty="0"/>
              <a:t>El retardo incrementa ligeramente el sobreimpulso y el RMSE, sin degradación significativa.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F1088C26-BF96-9B24-13B4-E3BCF81771A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20440" y="2105025"/>
            <a:ext cx="6647688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72F8E1E-9F16-ED0A-D149-CADC8B1AC2CA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469938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C5032-55BF-3E60-BBA6-377228C90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31D3A4-EA09-DA7E-C7DE-642523516E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5AC340B-8051-976B-84C9-944FCA2C339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Retardo=0ms </a:t>
            </a:r>
            <a:endParaRPr lang="es-ES_tradnl" noProof="1"/>
          </a:p>
          <a:p>
            <a:endParaRPr lang="es-ES_tradnl" b="1" noProof="1"/>
          </a:p>
          <a:p>
            <a:endParaRPr lang="es-ES_tradnl" noProof="1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A17805FD-B32C-0D5F-E49C-C912BD0DFCB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71644" y="5038115"/>
            <a:ext cx="4534893" cy="1066521"/>
          </a:xfrm>
        </p:spPr>
        <p:txBody>
          <a:bodyPr>
            <a:noAutofit/>
          </a:bodyPr>
          <a:lstStyle/>
          <a:p>
            <a:r>
              <a:rPr lang="de-DE" sz="1400" dirty="0" err="1"/>
              <a:t>Impacto</a:t>
            </a:r>
            <a:r>
              <a:rPr lang="de-DE" sz="1400" dirty="0"/>
              <a:t> </a:t>
            </a:r>
            <a:r>
              <a:rPr lang="de-DE" sz="1400" dirty="0" err="1"/>
              <a:t>leve</a:t>
            </a:r>
            <a:r>
              <a:rPr lang="de-DE" sz="1400" dirty="0"/>
              <a:t> </a:t>
            </a:r>
            <a:r>
              <a:rPr lang="de-DE" sz="1400" dirty="0" err="1"/>
              <a:t>pero</a:t>
            </a:r>
            <a:r>
              <a:rPr lang="de-DE" sz="1400" dirty="0"/>
              <a:t> </a:t>
            </a:r>
            <a:r>
              <a:rPr lang="de-DE" sz="1400" dirty="0" err="1"/>
              <a:t>asimétrico</a:t>
            </a:r>
            <a:r>
              <a:rPr lang="de-DE" sz="1400" dirty="0"/>
              <a:t>: </a:t>
            </a:r>
            <a:r>
              <a:rPr lang="de-DE" sz="1400" dirty="0" err="1"/>
              <a:t>mejor</a:t>
            </a:r>
            <a:r>
              <a:rPr lang="de-DE" sz="1400" dirty="0"/>
              <a:t> en −0.5 </a:t>
            </a:r>
            <a:r>
              <a:rPr lang="de-DE" sz="1400" dirty="0" err="1"/>
              <a:t>rad</a:t>
            </a:r>
            <a:r>
              <a:rPr lang="de-DE" sz="1400" dirty="0"/>
              <a:t>/s, </a:t>
            </a:r>
            <a:r>
              <a:rPr lang="de-DE" sz="1400" dirty="0" err="1"/>
              <a:t>peor</a:t>
            </a:r>
            <a:r>
              <a:rPr lang="de-DE" sz="1400" dirty="0"/>
              <a:t> en +0.5 </a:t>
            </a:r>
            <a:r>
              <a:rPr lang="de-DE" sz="1400" dirty="0" err="1"/>
              <a:t>rad</a:t>
            </a:r>
            <a:r>
              <a:rPr lang="de-DE" sz="1400" dirty="0"/>
              <a:t>/s, </a:t>
            </a:r>
            <a:r>
              <a:rPr lang="de-DE" sz="1400" dirty="0" err="1"/>
              <a:t>con</a:t>
            </a:r>
            <a:r>
              <a:rPr lang="de-DE" sz="1400" dirty="0"/>
              <a:t> </a:t>
            </a:r>
            <a:r>
              <a:rPr lang="de-DE" sz="1400" dirty="0" err="1"/>
              <a:t>aumento</a:t>
            </a:r>
            <a:r>
              <a:rPr lang="de-DE" sz="1400" dirty="0"/>
              <a:t> del </a:t>
            </a:r>
            <a:r>
              <a:rPr lang="de-DE" sz="1400" dirty="0" err="1"/>
              <a:t>error</a:t>
            </a:r>
            <a:r>
              <a:rPr lang="de-DE" sz="1400" dirty="0"/>
              <a:t> en los </a:t>
            </a:r>
            <a:r>
              <a:rPr lang="de-DE" sz="1400" dirty="0" err="1"/>
              <a:t>extremos</a:t>
            </a:r>
            <a:r>
              <a:rPr lang="de-DE" sz="1400" dirty="0"/>
              <a:t>.</a:t>
            </a:r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25C06FDC-A54E-7399-1264-DECB94CF80D3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EBFC320F-EE7A-A31E-B208-B13E5D3199A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201621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7E70-4134-C0D3-0039-81E0AD330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4273FE-5DEB-2F5F-B524-B502788F4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BA80D583-53F1-F73D-C652-C13A9498A6FD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971856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9208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60764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901424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57869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59094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7120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88649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83981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47874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97767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72878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710871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4320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55535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47874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613652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28.02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-16.42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-36.50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18.31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305.44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-16.74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-37.19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19.26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306.31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11.47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2.39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-37.07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21.79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308.72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17.48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3.53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43.55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7546ADD-08F5-2254-90E4-AAA2408727BA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20862" y="2538974"/>
            <a:ext cx="268849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El sistema converge en todos los casos.  La velocidad inicial afecta el transitorio, aumentando ligeramente el RMSE y el esfuerzo de control.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8D6C2510-BBA6-E90C-80B7-736839D9D2E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01568" y="2078038"/>
            <a:ext cx="7232904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A3DDDB2-B64D-3A84-E90E-8AA0939CB9C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927150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9133-8B5B-6573-54B5-8D954F88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D918A6-36A0-631B-7A7E-7C1C5BC112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noProof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92C35AF-A7B6-83E9-D430-3052DF1565A7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2DA3EE5-6807-1460-7CBE-84E72F55C842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E0A2A08-EA11-C3A7-DEB7-052F066F471B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A717B6B-8082-6EBF-DE52-D24FD36DECAB}"/>
              </a:ext>
            </a:extLst>
          </p:cNvPr>
          <p:cNvSpPr txBox="1"/>
          <p:nvPr/>
        </p:nvSpPr>
        <p:spPr>
          <a:xfrm>
            <a:off x="327464" y="5574375"/>
            <a:ext cx="11609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Estabilidad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conservada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retardo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 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despreciable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mientras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 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condiciones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iniciales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dominan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RMSE (o1ini: ≈32.6°–35.1°, d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ω₁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≈34.5°–36.6°).</a:t>
            </a:r>
          </a:p>
        </p:txBody>
      </p:sp>
      <p:pic>
        <p:nvPicPr>
          <p:cNvPr id="2" name="Onlinebild-Platzhalter 5">
            <a:extLst>
              <a:ext uri="{FF2B5EF4-FFF2-40B4-BE49-F238E27FC236}">
                <a16:creationId xmlns:a16="http://schemas.microsoft.com/office/drawing/2014/main" id="{79C7A372-DF7D-236A-435E-3742046E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08" y="2209889"/>
            <a:ext cx="3649783" cy="2792338"/>
          </a:xfrm>
          <a:prstGeom prst="rect">
            <a:avLst/>
          </a:prstGeom>
        </p:spPr>
      </p:pic>
      <p:pic>
        <p:nvPicPr>
          <p:cNvPr id="7" name="Onlinebild-Platzhalter 4">
            <a:extLst>
              <a:ext uri="{FF2B5EF4-FFF2-40B4-BE49-F238E27FC236}">
                <a16:creationId xmlns:a16="http://schemas.microsoft.com/office/drawing/2014/main" id="{E9C43E7E-CB69-DFEB-4570-E46AD42EF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632" y="2231072"/>
            <a:ext cx="3618676" cy="2768539"/>
          </a:xfrm>
          <a:prstGeom prst="rect">
            <a:avLst/>
          </a:prstGeom>
        </p:spPr>
      </p:pic>
      <p:pic>
        <p:nvPicPr>
          <p:cNvPr id="8" name="Onlinebild-Platzhalter 6">
            <a:extLst>
              <a:ext uri="{FF2B5EF4-FFF2-40B4-BE49-F238E27FC236}">
                <a16:creationId xmlns:a16="http://schemas.microsoft.com/office/drawing/2014/main" id="{FDA00FFE-92AC-8981-495C-B1E9F362B5FF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4"/>
          <a:stretch>
            <a:fillRect/>
          </a:stretch>
        </p:blipFill>
        <p:spPr>
          <a:xfrm>
            <a:off x="7670815" y="2231072"/>
            <a:ext cx="3649783" cy="2792338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786305D9-AD92-EF0A-6221-5131CF5C87F0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9705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1362</Words>
  <Application>Microsoft Macintosh PowerPoint</Application>
  <PresentationFormat>Breitbild</PresentationFormat>
  <Paragraphs>430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3</cp:revision>
  <dcterms:created xsi:type="dcterms:W3CDTF">2026-04-12T11:51:24Z</dcterms:created>
  <dcterms:modified xsi:type="dcterms:W3CDTF">2026-04-12T12:29:23Z</dcterms:modified>
</cp:coreProperties>
</file>