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78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15" d="100"/>
          <a:sy n="115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840571-88AC-6929-C6AD-8ED74CD6E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FB47CE9-5AD0-349B-A830-F624D0AB1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DBD1CD-76F5-D606-D4B9-E15287531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C28113-611E-A871-8358-1DA2881F2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564A0B-BB16-791D-77E8-F8C0F8317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24904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513D1D-92C7-A8F8-CFBF-6622A52DA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304F64-DF9F-C356-1040-23C7EC8FD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5831A8-F1E4-435F-653E-0E72535A9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538111-2643-BE53-6A3A-2642F8805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3678FA-3341-8B88-9A21-7892765B6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62285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8AB791-2840-1B22-0054-D3E9DB520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0DCACA0-F4A4-1178-4776-14BA580E5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8F11D3-55C6-DE86-6F2A-62F5EB27D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AD7F65-FC8C-227D-B976-F0313970B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39FFC7-E227-0869-7DA5-5C8E0494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69198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C9CF62-C2B0-866A-2E8A-5A426AC47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450133-2141-8117-7D39-0B0C50694C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57871A0-B756-A428-F110-F76C5ED63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ACEE2A6-FD3B-8CF1-97B6-CEDAB5E6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68C9952-18AC-7FED-B3AD-E26E387A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FAD34A-EF7E-0F7F-FDBF-75303F8B7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53128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F3256-5E6B-46CF-50CF-E0C6123C5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4CD3AB-0788-1565-162A-B4BB566AD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EAF19B9-00E0-E3D8-AC10-0D004B0B8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41CDC62-6320-61C2-552B-37E8A6A97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B31E1D0-866F-0BC8-B2B5-7E47D92E2C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B71A99B-A73A-3D64-A115-CE3FF6E2B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B204101-7D85-EF05-7B76-51F091511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0D5032B-EB7E-7D15-3D34-648CD9EC4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13846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B4F053-C669-F62F-131F-4427CC1C5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60A3277-D659-6CEA-8C89-1700775C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393936D-D4D0-B233-9637-4B0D7EB81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7357307-85E9-1A69-B951-162C1F206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37577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37DDCAC-0829-801A-4685-EB4D0B87D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D682FFD-73EE-B52D-0B44-74A8A88AD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B84495-AF86-0A89-E163-396569B21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55508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D4B4C9-BA28-85DE-0954-42B23D961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B038BF-1AE8-3E53-E071-548C4A175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2362B34-1114-E6CB-472E-3059DA7A1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7C2823D-0D27-9AB3-BB52-1BC20CD04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2B7A57-07C3-44F9-5067-4046BF85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D7354E-A859-8CBC-2837-568ED096B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73989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621053-36FF-684A-1FE2-220349BAD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FD39F81-A4F6-7D12-9F1C-7BE0CF49AC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611BDF8-DB48-DF44-E7D0-5022806A0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4C8AFA-74C5-1E8C-0F8E-7C038B04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EA352F-689E-7DF4-9D34-EAB201345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B5E840-1F7B-37DE-4B13-8AB467AB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80911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6EBE09-6538-C7D2-9810-852E16F4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C24B43D-A19E-5501-B894-053394EF7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F5EA11-46AB-BC1A-6557-3BE1D5042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C7BF8B-B081-5843-E2F5-B9868F895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9C1774-8780-8AB7-A60C-21A2FC3B8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98678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35C921D-1078-A79D-E55D-E1004512D4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1A9EBFA-97F1-9191-0C49-70B86C0D1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2D5FB0-D5EA-A561-B45A-855C6FF02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1F4754-CBC2-EB0B-3A2E-D4E388E3D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412BB9-0AB0-BCBB-7F93-087614864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00177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54365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D07C839-2825-05B9-9E46-1AA91B14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56B30DF-5E66-FAFB-BE3B-62D0427B7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CAD127-3F74-58A4-7D33-9A0766966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59476D-B172-7084-5A08-E3263A6C3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99A3B4-8A0D-B3D4-9673-5F3D81F05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26027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3439D-28F5-1F17-E85A-F6DFD3A6E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07113E-C156-0F0E-CB0C-928AA1A452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5462" y="1377414"/>
            <a:ext cx="9458516" cy="449263"/>
          </a:xfrm>
        </p:spPr>
        <p:txBody>
          <a:bodyPr>
            <a:normAutofit/>
          </a:bodyPr>
          <a:lstStyle/>
          <a:p>
            <a:r>
              <a:rPr lang="es-ES_tradnl" noProof="1"/>
              <a:t>Comparación en el domino Angular : PID vs Controlador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84874A7-9A49-8172-EC80-BC2D0846E5E6}"/>
              </a:ext>
            </a:extLst>
          </p:cNvPr>
          <p:cNvSpPr txBox="1"/>
          <p:nvPr/>
        </p:nvSpPr>
        <p:spPr>
          <a:xfrm>
            <a:off x="9390719" y="4866321"/>
            <a:ext cx="12591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=-10°</a:t>
            </a:r>
            <a:endParaRPr lang="es-ES_tradnl" sz="11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CFAC43B-2449-4E31-525D-193EFEB329D5}"/>
              </a:ext>
            </a:extLst>
          </p:cNvPr>
          <p:cNvSpPr txBox="1"/>
          <p:nvPr/>
        </p:nvSpPr>
        <p:spPr>
          <a:xfrm>
            <a:off x="4172431" y="4835176"/>
            <a:ext cx="12591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=0°</a:t>
            </a:r>
            <a:endParaRPr lang="es-ES_tradnl" sz="11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FDBFE08C-D51C-79B0-A1B5-D6F1D5CB0CC9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noProof="1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1C7336F-9302-46F9-F86C-B7643A5BD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2" y="1991679"/>
            <a:ext cx="5226214" cy="280752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6288099-997D-9BFE-EEF4-CCFCDA7F1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1967922"/>
            <a:ext cx="4547616" cy="2817232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B7AD0F18-E31C-8FD1-2EA8-20FC5C49C7BF}"/>
              </a:ext>
            </a:extLst>
          </p:cNvPr>
          <p:cNvSpPr txBox="1"/>
          <p:nvPr/>
        </p:nvSpPr>
        <p:spPr>
          <a:xfrm>
            <a:off x="892098" y="5190269"/>
            <a:ext cx="1062711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itchFamily="2" charset="2"/>
              <a:buChar char="-"/>
            </a:pP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política neuronal alcanza un desempeño comparable al PID en plataforma plana (</a:t>
            </a:r>
            <a:r>
              <a:rPr lang="de-D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≈ 35.09° </a:t>
            </a:r>
            <a:r>
              <a:rPr lang="de-D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frente</a:t>
            </a:r>
            <a:r>
              <a:rPr lang="de-D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≈31.41°</a:t>
            </a: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Bajo inclinación, la política neuronal reduce el error frente al PID (≈35.13° vs ≈40.55°, −13.4%), evidenciando mejor adaptación a perturbaciones gravitacionales.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PID presenta una respuesta más suave, pero la política neuronal muestra mayor robustez y capacidad de generalización en condiciones no nominales.</a:t>
            </a:r>
          </a:p>
        </p:txBody>
      </p:sp>
    </p:spTree>
    <p:extLst>
      <p:ext uri="{BB962C8B-B14F-4D97-AF65-F5344CB8AC3E}">
        <p14:creationId xmlns:p14="http://schemas.microsoft.com/office/powerpoint/2010/main" val="3159309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Macintosh PowerPoint</Application>
  <PresentationFormat>Breitbild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Symbol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2</cp:revision>
  <dcterms:created xsi:type="dcterms:W3CDTF">2026-04-12T12:59:03Z</dcterms:created>
  <dcterms:modified xsi:type="dcterms:W3CDTF">2026-04-13T10:02:28Z</dcterms:modified>
</cp:coreProperties>
</file>