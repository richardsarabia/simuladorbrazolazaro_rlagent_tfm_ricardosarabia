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761" r:id="rId2"/>
    <p:sldId id="762" r:id="rId3"/>
    <p:sldId id="763" r:id="rId4"/>
    <p:sldId id="764" r:id="rId5"/>
    <p:sldId id="765" r:id="rId6"/>
    <p:sldId id="766" r:id="rId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6" d="100"/>
          <a:sy n="106" d="100"/>
        </p:scale>
        <p:origin x="133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_tradnl"/>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53FEDE-C6EA-D040-95BE-54DAA4BF3819}" type="datetimeFigureOut">
              <a:rPr lang="es-ES_tradnl" smtClean="0"/>
              <a:t>12/4/26</a:t>
            </a:fld>
            <a:endParaRPr lang="es-ES_tradnl"/>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_tradnl"/>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47788C-1689-0A4C-8B66-93616E79C703}" type="slidenum">
              <a:rPr lang="es-ES_tradnl" smtClean="0"/>
              <a:t>‹Nr.›</a:t>
            </a:fld>
            <a:endParaRPr lang="es-ES_tradnl"/>
          </a:p>
        </p:txBody>
      </p:sp>
    </p:spTree>
    <p:extLst>
      <p:ext uri="{BB962C8B-B14F-4D97-AF65-F5344CB8AC3E}">
        <p14:creationId xmlns:p14="http://schemas.microsoft.com/office/powerpoint/2010/main" val="16865126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B02DA-E2CD-2A26-6B2C-C4270DD82DE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E4FB415-4945-8D6C-FD37-4DB6113B9A86}"/>
              </a:ext>
            </a:extLst>
          </p:cNvPr>
          <p:cNvSpPr>
            <a:spLocks noGrp="1" noRot="1" noChangeAspect="1"/>
          </p:cNvSpPr>
          <p:nvPr>
            <p:ph type="sldImg"/>
          </p:nvPr>
        </p:nvSpPr>
        <p:spPr>
          <a:xfrm>
            <a:off x="685800" y="1143000"/>
            <a:ext cx="5486400" cy="3086100"/>
          </a:xfrm>
        </p:spPr>
        <p:txBody>
          <a:bodyPr/>
          <a:lstStyle/>
          <a:p>
            <a:endParaRPr lang="es-ES_tradnl"/>
          </a:p>
        </p:txBody>
      </p:sp>
      <p:sp>
        <p:nvSpPr>
          <p:cNvPr id="3" name="Notizenplatzhalter 2">
            <a:extLst>
              <a:ext uri="{FF2B5EF4-FFF2-40B4-BE49-F238E27FC236}">
                <a16:creationId xmlns:a16="http://schemas.microsoft.com/office/drawing/2014/main" id="{BAF1AC41-F8A7-A72E-9443-E618D967CC1A}"/>
              </a:ext>
            </a:extLst>
          </p:cNvPr>
          <p:cNvSpPr>
            <a:spLocks noGrp="1"/>
          </p:cNvSpPr>
          <p:nvPr>
            <p:ph type="body" idx="1"/>
          </p:nvPr>
        </p:nvSpPr>
        <p:spPr/>
        <p:txBody>
          <a:bodyPr/>
          <a:lstStyle/>
          <a:p>
            <a:endParaRPr lang="es-ES_tradnl" dirty="0"/>
          </a:p>
        </p:txBody>
      </p:sp>
      <p:sp>
        <p:nvSpPr>
          <p:cNvPr id="4" name="Foliennummernplatzhalter 3">
            <a:extLst>
              <a:ext uri="{FF2B5EF4-FFF2-40B4-BE49-F238E27FC236}">
                <a16:creationId xmlns:a16="http://schemas.microsoft.com/office/drawing/2014/main" id="{6F3680FE-8899-3768-3880-2F0E9A36DDAF}"/>
              </a:ext>
            </a:extLst>
          </p:cNvPr>
          <p:cNvSpPr>
            <a:spLocks noGrp="1"/>
          </p:cNvSpPr>
          <p:nvPr>
            <p:ph type="sldNum" sz="quarter" idx="5"/>
          </p:nvPr>
        </p:nvSpPr>
        <p:spPr/>
        <p:txBody>
          <a:bodyPr/>
          <a:lstStyle/>
          <a:p>
            <a:fld id="{F84785C0-5D3C-044C-86BD-FEC1FEF91D7D}" type="slidenum">
              <a:rPr lang="es-ES_tradnl" smtClean="0"/>
              <a:t>1</a:t>
            </a:fld>
            <a:endParaRPr lang="es-ES_tradnl"/>
          </a:p>
        </p:txBody>
      </p:sp>
    </p:spTree>
    <p:extLst>
      <p:ext uri="{BB962C8B-B14F-4D97-AF65-F5344CB8AC3E}">
        <p14:creationId xmlns:p14="http://schemas.microsoft.com/office/powerpoint/2010/main" val="2397762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microsoft.com/office/2007/relationships/hdphoto" Target="../media/hdphoto1.wdp"/></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BD9FB51-DF1C-9C4E-8C0A-EACF8407C082}"/>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s-ES_tradnl"/>
          </a:p>
        </p:txBody>
      </p:sp>
      <p:sp>
        <p:nvSpPr>
          <p:cNvPr id="3" name="Untertitel 2">
            <a:extLst>
              <a:ext uri="{FF2B5EF4-FFF2-40B4-BE49-F238E27FC236}">
                <a16:creationId xmlns:a16="http://schemas.microsoft.com/office/drawing/2014/main" id="{CF085215-40CC-A55E-2D6A-F695F536FC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s-ES_tradnl"/>
          </a:p>
        </p:txBody>
      </p:sp>
      <p:sp>
        <p:nvSpPr>
          <p:cNvPr id="4" name="Datumsplatzhalter 3">
            <a:extLst>
              <a:ext uri="{FF2B5EF4-FFF2-40B4-BE49-F238E27FC236}">
                <a16:creationId xmlns:a16="http://schemas.microsoft.com/office/drawing/2014/main" id="{9E49E971-ADE7-9EBD-EB30-7A3666E776CD}"/>
              </a:ext>
            </a:extLst>
          </p:cNvPr>
          <p:cNvSpPr>
            <a:spLocks noGrp="1"/>
          </p:cNvSpPr>
          <p:nvPr>
            <p:ph type="dt" sz="half" idx="10"/>
          </p:nvPr>
        </p:nvSpPr>
        <p:spPr/>
        <p:txBody>
          <a:bodyPr/>
          <a:lstStyle/>
          <a:p>
            <a:fld id="{00A042DA-47BD-6242-8692-1B7B2B83A490}" type="datetimeFigureOut">
              <a:rPr lang="es-ES_tradnl" smtClean="0"/>
              <a:t>12/4/26</a:t>
            </a:fld>
            <a:endParaRPr lang="es-ES_tradnl"/>
          </a:p>
        </p:txBody>
      </p:sp>
      <p:sp>
        <p:nvSpPr>
          <p:cNvPr id="5" name="Fußzeilenplatzhalter 4">
            <a:extLst>
              <a:ext uri="{FF2B5EF4-FFF2-40B4-BE49-F238E27FC236}">
                <a16:creationId xmlns:a16="http://schemas.microsoft.com/office/drawing/2014/main" id="{D74A49E1-7337-E183-6873-1C7CD0BF6264}"/>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6BC83F27-88F9-C3A5-F757-2CC4F62B60B6}"/>
              </a:ext>
            </a:extLst>
          </p:cNvPr>
          <p:cNvSpPr>
            <a:spLocks noGrp="1"/>
          </p:cNvSpPr>
          <p:nvPr>
            <p:ph type="sldNum" sz="quarter" idx="12"/>
          </p:nvPr>
        </p:nvSpPr>
        <p:spPr/>
        <p:txBody>
          <a:body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76064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2D703B9-C181-A19F-5AFD-56375E6A4BB9}"/>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9D620A15-2AB2-8C6B-E7C7-F231AB601D3C}"/>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C695EA97-9861-8172-6EBA-1B52750F0A6B}"/>
              </a:ext>
            </a:extLst>
          </p:cNvPr>
          <p:cNvSpPr>
            <a:spLocks noGrp="1"/>
          </p:cNvSpPr>
          <p:nvPr>
            <p:ph type="dt" sz="half" idx="10"/>
          </p:nvPr>
        </p:nvSpPr>
        <p:spPr/>
        <p:txBody>
          <a:bodyPr/>
          <a:lstStyle/>
          <a:p>
            <a:fld id="{00A042DA-47BD-6242-8692-1B7B2B83A490}" type="datetimeFigureOut">
              <a:rPr lang="es-ES_tradnl" smtClean="0"/>
              <a:t>12/4/26</a:t>
            </a:fld>
            <a:endParaRPr lang="es-ES_tradnl"/>
          </a:p>
        </p:txBody>
      </p:sp>
      <p:sp>
        <p:nvSpPr>
          <p:cNvPr id="5" name="Fußzeilenplatzhalter 4">
            <a:extLst>
              <a:ext uri="{FF2B5EF4-FFF2-40B4-BE49-F238E27FC236}">
                <a16:creationId xmlns:a16="http://schemas.microsoft.com/office/drawing/2014/main" id="{A19B9745-F333-DBCD-8931-903E951E95AF}"/>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1A52C118-B088-D8BF-F552-3A21965611B7}"/>
              </a:ext>
            </a:extLst>
          </p:cNvPr>
          <p:cNvSpPr>
            <a:spLocks noGrp="1"/>
          </p:cNvSpPr>
          <p:nvPr>
            <p:ph type="sldNum" sz="quarter" idx="12"/>
          </p:nvPr>
        </p:nvSpPr>
        <p:spPr/>
        <p:txBody>
          <a:body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1906793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3030FF1-A432-8382-C138-C45E5DF483FD}"/>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s-ES_tradnl"/>
          </a:p>
        </p:txBody>
      </p:sp>
      <p:sp>
        <p:nvSpPr>
          <p:cNvPr id="3" name="Textplatzhalter 2">
            <a:extLst>
              <a:ext uri="{FF2B5EF4-FFF2-40B4-BE49-F238E27FC236}">
                <a16:creationId xmlns:a16="http://schemas.microsoft.com/office/drawing/2014/main" id="{3614C898-9BE0-9EBE-C027-D4561974FF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0AAB4C12-132A-E03F-832D-1189685DD5A1}"/>
              </a:ext>
            </a:extLst>
          </p:cNvPr>
          <p:cNvSpPr>
            <a:spLocks noGrp="1"/>
          </p:cNvSpPr>
          <p:nvPr>
            <p:ph type="dt" sz="half" idx="10"/>
          </p:nvPr>
        </p:nvSpPr>
        <p:spPr/>
        <p:txBody>
          <a:bodyPr/>
          <a:lstStyle/>
          <a:p>
            <a:fld id="{00A042DA-47BD-6242-8692-1B7B2B83A490}" type="datetimeFigureOut">
              <a:rPr lang="es-ES_tradnl" smtClean="0"/>
              <a:t>12/4/26</a:t>
            </a:fld>
            <a:endParaRPr lang="es-ES_tradnl"/>
          </a:p>
        </p:txBody>
      </p:sp>
      <p:sp>
        <p:nvSpPr>
          <p:cNvPr id="5" name="Fußzeilenplatzhalter 4">
            <a:extLst>
              <a:ext uri="{FF2B5EF4-FFF2-40B4-BE49-F238E27FC236}">
                <a16:creationId xmlns:a16="http://schemas.microsoft.com/office/drawing/2014/main" id="{37FADBC1-B316-21BE-5273-8B7D9D1BE291}"/>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65301E50-9AE6-C72F-5147-91C82C1596E6}"/>
              </a:ext>
            </a:extLst>
          </p:cNvPr>
          <p:cNvSpPr>
            <a:spLocks noGrp="1"/>
          </p:cNvSpPr>
          <p:nvPr>
            <p:ph type="sldNum" sz="quarter" idx="12"/>
          </p:nvPr>
        </p:nvSpPr>
        <p:spPr/>
        <p:txBody>
          <a:body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41081873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20E49CE-317B-DFAF-63EF-907C251D934D}"/>
              </a:ext>
            </a:extLst>
          </p:cNvPr>
          <p:cNvSpPr>
            <a:spLocks noGrp="1"/>
          </p:cNvSpPr>
          <p:nvPr>
            <p:ph type="title"/>
          </p:nvPr>
        </p:nvSpPr>
        <p:spPr/>
        <p:txBody>
          <a:bodyPr/>
          <a:lstStyle/>
          <a:p>
            <a:r>
              <a:rPr lang="de-DE"/>
              <a:t>Mastertitelformat bearbeiten</a:t>
            </a:r>
            <a:endParaRPr lang="es-ES_tradnl"/>
          </a:p>
        </p:txBody>
      </p:sp>
      <p:sp>
        <p:nvSpPr>
          <p:cNvPr id="3" name="Inhaltsplatzhalter 2">
            <a:extLst>
              <a:ext uri="{FF2B5EF4-FFF2-40B4-BE49-F238E27FC236}">
                <a16:creationId xmlns:a16="http://schemas.microsoft.com/office/drawing/2014/main" id="{0C0154B9-64A7-AF59-8121-DEDE980D3FCD}"/>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Inhaltsplatzhalter 3">
            <a:extLst>
              <a:ext uri="{FF2B5EF4-FFF2-40B4-BE49-F238E27FC236}">
                <a16:creationId xmlns:a16="http://schemas.microsoft.com/office/drawing/2014/main" id="{9DFC0D54-5A75-8C27-85E2-25F702A8439B}"/>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Datumsplatzhalter 4">
            <a:extLst>
              <a:ext uri="{FF2B5EF4-FFF2-40B4-BE49-F238E27FC236}">
                <a16:creationId xmlns:a16="http://schemas.microsoft.com/office/drawing/2014/main" id="{8D3437D1-FB63-5AA4-5A30-91A19EF2CCE4}"/>
              </a:ext>
            </a:extLst>
          </p:cNvPr>
          <p:cNvSpPr>
            <a:spLocks noGrp="1"/>
          </p:cNvSpPr>
          <p:nvPr>
            <p:ph type="dt" sz="half" idx="10"/>
          </p:nvPr>
        </p:nvSpPr>
        <p:spPr/>
        <p:txBody>
          <a:bodyPr/>
          <a:lstStyle/>
          <a:p>
            <a:fld id="{00A042DA-47BD-6242-8692-1B7B2B83A490}" type="datetimeFigureOut">
              <a:rPr lang="es-ES_tradnl" smtClean="0"/>
              <a:t>12/4/26</a:t>
            </a:fld>
            <a:endParaRPr lang="es-ES_tradnl"/>
          </a:p>
        </p:txBody>
      </p:sp>
      <p:sp>
        <p:nvSpPr>
          <p:cNvPr id="6" name="Fußzeilenplatzhalter 5">
            <a:extLst>
              <a:ext uri="{FF2B5EF4-FFF2-40B4-BE49-F238E27FC236}">
                <a16:creationId xmlns:a16="http://schemas.microsoft.com/office/drawing/2014/main" id="{F94A26E6-2FBA-C7FA-DE35-501C06FABC38}"/>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59E83770-31C1-457A-4BB2-26C78D8FF464}"/>
              </a:ext>
            </a:extLst>
          </p:cNvPr>
          <p:cNvSpPr>
            <a:spLocks noGrp="1"/>
          </p:cNvSpPr>
          <p:nvPr>
            <p:ph type="sldNum" sz="quarter" idx="12"/>
          </p:nvPr>
        </p:nvSpPr>
        <p:spPr/>
        <p:txBody>
          <a:body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14446899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98E4E2-6BAA-1CF0-71F8-95C706A98C50}"/>
              </a:ext>
            </a:extLst>
          </p:cNvPr>
          <p:cNvSpPr>
            <a:spLocks noGrp="1"/>
          </p:cNvSpPr>
          <p:nvPr>
            <p:ph type="title"/>
          </p:nvPr>
        </p:nvSpPr>
        <p:spPr>
          <a:xfrm>
            <a:off x="839788" y="365125"/>
            <a:ext cx="10515600" cy="1325563"/>
          </a:xfrm>
        </p:spPr>
        <p:txBody>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3258F46F-02F2-F84E-B0B7-E19406B377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5714D14-08FC-24D1-9C3F-30A2F7743106}"/>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5" name="Textplatzhalter 4">
            <a:extLst>
              <a:ext uri="{FF2B5EF4-FFF2-40B4-BE49-F238E27FC236}">
                <a16:creationId xmlns:a16="http://schemas.microsoft.com/office/drawing/2014/main" id="{F67AAD6E-A04F-5A4A-A9FD-25DDB9AE7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5CD0C16D-3E4D-7EAE-B7F4-9B1750F06D48}"/>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7" name="Datumsplatzhalter 6">
            <a:extLst>
              <a:ext uri="{FF2B5EF4-FFF2-40B4-BE49-F238E27FC236}">
                <a16:creationId xmlns:a16="http://schemas.microsoft.com/office/drawing/2014/main" id="{81C19D63-8645-0D39-A6F1-A2FD1E816FF4}"/>
              </a:ext>
            </a:extLst>
          </p:cNvPr>
          <p:cNvSpPr>
            <a:spLocks noGrp="1"/>
          </p:cNvSpPr>
          <p:nvPr>
            <p:ph type="dt" sz="half" idx="10"/>
          </p:nvPr>
        </p:nvSpPr>
        <p:spPr/>
        <p:txBody>
          <a:bodyPr/>
          <a:lstStyle/>
          <a:p>
            <a:fld id="{00A042DA-47BD-6242-8692-1B7B2B83A490}" type="datetimeFigureOut">
              <a:rPr lang="es-ES_tradnl" smtClean="0"/>
              <a:t>12/4/26</a:t>
            </a:fld>
            <a:endParaRPr lang="es-ES_tradnl"/>
          </a:p>
        </p:txBody>
      </p:sp>
      <p:sp>
        <p:nvSpPr>
          <p:cNvPr id="8" name="Fußzeilenplatzhalter 7">
            <a:extLst>
              <a:ext uri="{FF2B5EF4-FFF2-40B4-BE49-F238E27FC236}">
                <a16:creationId xmlns:a16="http://schemas.microsoft.com/office/drawing/2014/main" id="{D15F359C-5E11-DF81-360F-331078CB0A13}"/>
              </a:ext>
            </a:extLst>
          </p:cNvPr>
          <p:cNvSpPr>
            <a:spLocks noGrp="1"/>
          </p:cNvSpPr>
          <p:nvPr>
            <p:ph type="ftr" sz="quarter" idx="11"/>
          </p:nvPr>
        </p:nvSpPr>
        <p:spPr/>
        <p:txBody>
          <a:bodyPr/>
          <a:lstStyle/>
          <a:p>
            <a:endParaRPr lang="es-ES_tradnl"/>
          </a:p>
        </p:txBody>
      </p:sp>
      <p:sp>
        <p:nvSpPr>
          <p:cNvPr id="9" name="Foliennummernplatzhalter 8">
            <a:extLst>
              <a:ext uri="{FF2B5EF4-FFF2-40B4-BE49-F238E27FC236}">
                <a16:creationId xmlns:a16="http://schemas.microsoft.com/office/drawing/2014/main" id="{7EE0A331-F28D-B043-6525-E7A84B4D19AE}"/>
              </a:ext>
            </a:extLst>
          </p:cNvPr>
          <p:cNvSpPr>
            <a:spLocks noGrp="1"/>
          </p:cNvSpPr>
          <p:nvPr>
            <p:ph type="sldNum" sz="quarter" idx="12"/>
          </p:nvPr>
        </p:nvSpPr>
        <p:spPr/>
        <p:txBody>
          <a:body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1920852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D87842-359F-372E-0870-B3AEE147DAEC}"/>
              </a:ext>
            </a:extLst>
          </p:cNvPr>
          <p:cNvSpPr>
            <a:spLocks noGrp="1"/>
          </p:cNvSpPr>
          <p:nvPr>
            <p:ph type="title"/>
          </p:nvPr>
        </p:nvSpPr>
        <p:spPr/>
        <p:txBody>
          <a:bodyPr/>
          <a:lstStyle/>
          <a:p>
            <a:r>
              <a:rPr lang="de-DE"/>
              <a:t>Mastertitelformat bearbeiten</a:t>
            </a:r>
            <a:endParaRPr lang="es-ES_tradnl"/>
          </a:p>
        </p:txBody>
      </p:sp>
      <p:sp>
        <p:nvSpPr>
          <p:cNvPr id="3" name="Datumsplatzhalter 2">
            <a:extLst>
              <a:ext uri="{FF2B5EF4-FFF2-40B4-BE49-F238E27FC236}">
                <a16:creationId xmlns:a16="http://schemas.microsoft.com/office/drawing/2014/main" id="{5243ACA2-3FFF-1444-0F46-9D2B4DBCFB5C}"/>
              </a:ext>
            </a:extLst>
          </p:cNvPr>
          <p:cNvSpPr>
            <a:spLocks noGrp="1"/>
          </p:cNvSpPr>
          <p:nvPr>
            <p:ph type="dt" sz="half" idx="10"/>
          </p:nvPr>
        </p:nvSpPr>
        <p:spPr/>
        <p:txBody>
          <a:bodyPr/>
          <a:lstStyle/>
          <a:p>
            <a:fld id="{00A042DA-47BD-6242-8692-1B7B2B83A490}" type="datetimeFigureOut">
              <a:rPr lang="es-ES_tradnl" smtClean="0"/>
              <a:t>12/4/26</a:t>
            </a:fld>
            <a:endParaRPr lang="es-ES_tradnl"/>
          </a:p>
        </p:txBody>
      </p:sp>
      <p:sp>
        <p:nvSpPr>
          <p:cNvPr id="4" name="Fußzeilenplatzhalter 3">
            <a:extLst>
              <a:ext uri="{FF2B5EF4-FFF2-40B4-BE49-F238E27FC236}">
                <a16:creationId xmlns:a16="http://schemas.microsoft.com/office/drawing/2014/main" id="{74246947-3B30-28E3-8656-108F9B352E1C}"/>
              </a:ext>
            </a:extLst>
          </p:cNvPr>
          <p:cNvSpPr>
            <a:spLocks noGrp="1"/>
          </p:cNvSpPr>
          <p:nvPr>
            <p:ph type="ftr" sz="quarter" idx="11"/>
          </p:nvPr>
        </p:nvSpPr>
        <p:spPr/>
        <p:txBody>
          <a:bodyPr/>
          <a:lstStyle/>
          <a:p>
            <a:endParaRPr lang="es-ES_tradnl"/>
          </a:p>
        </p:txBody>
      </p:sp>
      <p:sp>
        <p:nvSpPr>
          <p:cNvPr id="5" name="Foliennummernplatzhalter 4">
            <a:extLst>
              <a:ext uri="{FF2B5EF4-FFF2-40B4-BE49-F238E27FC236}">
                <a16:creationId xmlns:a16="http://schemas.microsoft.com/office/drawing/2014/main" id="{6F507B2A-DA39-3411-A888-B3FE85300286}"/>
              </a:ext>
            </a:extLst>
          </p:cNvPr>
          <p:cNvSpPr>
            <a:spLocks noGrp="1"/>
          </p:cNvSpPr>
          <p:nvPr>
            <p:ph type="sldNum" sz="quarter" idx="12"/>
          </p:nvPr>
        </p:nvSpPr>
        <p:spPr/>
        <p:txBody>
          <a:body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2671485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52304CDE-A679-83A7-E2DE-CDAFA89E4450}"/>
              </a:ext>
            </a:extLst>
          </p:cNvPr>
          <p:cNvSpPr>
            <a:spLocks noGrp="1"/>
          </p:cNvSpPr>
          <p:nvPr>
            <p:ph type="dt" sz="half" idx="10"/>
          </p:nvPr>
        </p:nvSpPr>
        <p:spPr/>
        <p:txBody>
          <a:bodyPr/>
          <a:lstStyle/>
          <a:p>
            <a:fld id="{00A042DA-47BD-6242-8692-1B7B2B83A490}" type="datetimeFigureOut">
              <a:rPr lang="es-ES_tradnl" smtClean="0"/>
              <a:t>12/4/26</a:t>
            </a:fld>
            <a:endParaRPr lang="es-ES_tradnl"/>
          </a:p>
        </p:txBody>
      </p:sp>
      <p:sp>
        <p:nvSpPr>
          <p:cNvPr id="3" name="Fußzeilenplatzhalter 2">
            <a:extLst>
              <a:ext uri="{FF2B5EF4-FFF2-40B4-BE49-F238E27FC236}">
                <a16:creationId xmlns:a16="http://schemas.microsoft.com/office/drawing/2014/main" id="{57345526-697D-EB68-EC32-120427964ACC}"/>
              </a:ext>
            </a:extLst>
          </p:cNvPr>
          <p:cNvSpPr>
            <a:spLocks noGrp="1"/>
          </p:cNvSpPr>
          <p:nvPr>
            <p:ph type="ftr" sz="quarter" idx="11"/>
          </p:nvPr>
        </p:nvSpPr>
        <p:spPr/>
        <p:txBody>
          <a:bodyPr/>
          <a:lstStyle/>
          <a:p>
            <a:endParaRPr lang="es-ES_tradnl"/>
          </a:p>
        </p:txBody>
      </p:sp>
      <p:sp>
        <p:nvSpPr>
          <p:cNvPr id="4" name="Foliennummernplatzhalter 3">
            <a:extLst>
              <a:ext uri="{FF2B5EF4-FFF2-40B4-BE49-F238E27FC236}">
                <a16:creationId xmlns:a16="http://schemas.microsoft.com/office/drawing/2014/main" id="{5A8537F8-00D7-E41F-1EF1-615616A60EF3}"/>
              </a:ext>
            </a:extLst>
          </p:cNvPr>
          <p:cNvSpPr>
            <a:spLocks noGrp="1"/>
          </p:cNvSpPr>
          <p:nvPr>
            <p:ph type="sldNum" sz="quarter" idx="12"/>
          </p:nvPr>
        </p:nvSpPr>
        <p:spPr/>
        <p:txBody>
          <a:body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2882546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F54C26-7905-AA59-533A-808B83CD0BA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Inhaltsplatzhalter 2">
            <a:extLst>
              <a:ext uri="{FF2B5EF4-FFF2-40B4-BE49-F238E27FC236}">
                <a16:creationId xmlns:a16="http://schemas.microsoft.com/office/drawing/2014/main" id="{E20EC345-AC0E-4375-7BE7-41E404E590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Textplatzhalter 3">
            <a:extLst>
              <a:ext uri="{FF2B5EF4-FFF2-40B4-BE49-F238E27FC236}">
                <a16:creationId xmlns:a16="http://schemas.microsoft.com/office/drawing/2014/main" id="{41020BA3-0609-4197-3A83-187FD55E04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1942323-5600-E8F5-2799-B11763EA3591}"/>
              </a:ext>
            </a:extLst>
          </p:cNvPr>
          <p:cNvSpPr>
            <a:spLocks noGrp="1"/>
          </p:cNvSpPr>
          <p:nvPr>
            <p:ph type="dt" sz="half" idx="10"/>
          </p:nvPr>
        </p:nvSpPr>
        <p:spPr/>
        <p:txBody>
          <a:bodyPr/>
          <a:lstStyle/>
          <a:p>
            <a:fld id="{00A042DA-47BD-6242-8692-1B7B2B83A490}" type="datetimeFigureOut">
              <a:rPr lang="es-ES_tradnl" smtClean="0"/>
              <a:t>12/4/26</a:t>
            </a:fld>
            <a:endParaRPr lang="es-ES_tradnl"/>
          </a:p>
        </p:txBody>
      </p:sp>
      <p:sp>
        <p:nvSpPr>
          <p:cNvPr id="6" name="Fußzeilenplatzhalter 5">
            <a:extLst>
              <a:ext uri="{FF2B5EF4-FFF2-40B4-BE49-F238E27FC236}">
                <a16:creationId xmlns:a16="http://schemas.microsoft.com/office/drawing/2014/main" id="{F9CE4BE8-152D-35B8-EABE-EBC0DFA22E25}"/>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76D405FB-778F-3AA8-BB39-9EC08450D992}"/>
              </a:ext>
            </a:extLst>
          </p:cNvPr>
          <p:cNvSpPr>
            <a:spLocks noGrp="1"/>
          </p:cNvSpPr>
          <p:nvPr>
            <p:ph type="sldNum" sz="quarter" idx="12"/>
          </p:nvPr>
        </p:nvSpPr>
        <p:spPr/>
        <p:txBody>
          <a:body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1940417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B6889A-36B6-9988-0D8F-6EC731C3959A}"/>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s-ES_tradnl"/>
          </a:p>
        </p:txBody>
      </p:sp>
      <p:sp>
        <p:nvSpPr>
          <p:cNvPr id="3" name="Bildplatzhalter 2">
            <a:extLst>
              <a:ext uri="{FF2B5EF4-FFF2-40B4-BE49-F238E27FC236}">
                <a16:creationId xmlns:a16="http://schemas.microsoft.com/office/drawing/2014/main" id="{22B574CE-60B4-A2B9-AA21-61F45845AB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Textplatzhalter 3">
            <a:extLst>
              <a:ext uri="{FF2B5EF4-FFF2-40B4-BE49-F238E27FC236}">
                <a16:creationId xmlns:a16="http://schemas.microsoft.com/office/drawing/2014/main" id="{1522BFE1-5A2D-3D8B-57CD-40553C3C98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94E7A39B-C18E-94CA-8D14-DB8529B24441}"/>
              </a:ext>
            </a:extLst>
          </p:cNvPr>
          <p:cNvSpPr>
            <a:spLocks noGrp="1"/>
          </p:cNvSpPr>
          <p:nvPr>
            <p:ph type="dt" sz="half" idx="10"/>
          </p:nvPr>
        </p:nvSpPr>
        <p:spPr/>
        <p:txBody>
          <a:bodyPr/>
          <a:lstStyle/>
          <a:p>
            <a:fld id="{00A042DA-47BD-6242-8692-1B7B2B83A490}" type="datetimeFigureOut">
              <a:rPr lang="es-ES_tradnl" smtClean="0"/>
              <a:t>12/4/26</a:t>
            </a:fld>
            <a:endParaRPr lang="es-ES_tradnl"/>
          </a:p>
        </p:txBody>
      </p:sp>
      <p:sp>
        <p:nvSpPr>
          <p:cNvPr id="6" name="Fußzeilenplatzhalter 5">
            <a:extLst>
              <a:ext uri="{FF2B5EF4-FFF2-40B4-BE49-F238E27FC236}">
                <a16:creationId xmlns:a16="http://schemas.microsoft.com/office/drawing/2014/main" id="{621F68FA-CD84-D2E0-72C2-E85B2C518637}"/>
              </a:ext>
            </a:extLst>
          </p:cNvPr>
          <p:cNvSpPr>
            <a:spLocks noGrp="1"/>
          </p:cNvSpPr>
          <p:nvPr>
            <p:ph type="ftr" sz="quarter" idx="11"/>
          </p:nvPr>
        </p:nvSpPr>
        <p:spPr/>
        <p:txBody>
          <a:bodyPr/>
          <a:lstStyle/>
          <a:p>
            <a:endParaRPr lang="es-ES_tradnl"/>
          </a:p>
        </p:txBody>
      </p:sp>
      <p:sp>
        <p:nvSpPr>
          <p:cNvPr id="7" name="Foliennummernplatzhalter 6">
            <a:extLst>
              <a:ext uri="{FF2B5EF4-FFF2-40B4-BE49-F238E27FC236}">
                <a16:creationId xmlns:a16="http://schemas.microsoft.com/office/drawing/2014/main" id="{373CB8BF-6AC1-8A3B-69EE-0AABBDDAE351}"/>
              </a:ext>
            </a:extLst>
          </p:cNvPr>
          <p:cNvSpPr>
            <a:spLocks noGrp="1"/>
          </p:cNvSpPr>
          <p:nvPr>
            <p:ph type="sldNum" sz="quarter" idx="12"/>
          </p:nvPr>
        </p:nvSpPr>
        <p:spPr/>
        <p:txBody>
          <a:body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2727142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62A5C6-941A-528C-2420-45361B40E665}"/>
              </a:ext>
            </a:extLst>
          </p:cNvPr>
          <p:cNvSpPr>
            <a:spLocks noGrp="1"/>
          </p:cNvSpPr>
          <p:nvPr>
            <p:ph type="title"/>
          </p:nvPr>
        </p:nvSpPr>
        <p:spPr/>
        <p:txBody>
          <a:bodyPr/>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B983FC85-62C3-3588-2E4E-C15DF6EAF07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DFA27D1A-C0E7-A004-699E-13F8371A48B9}"/>
              </a:ext>
            </a:extLst>
          </p:cNvPr>
          <p:cNvSpPr>
            <a:spLocks noGrp="1"/>
          </p:cNvSpPr>
          <p:nvPr>
            <p:ph type="dt" sz="half" idx="10"/>
          </p:nvPr>
        </p:nvSpPr>
        <p:spPr/>
        <p:txBody>
          <a:bodyPr/>
          <a:lstStyle/>
          <a:p>
            <a:fld id="{00A042DA-47BD-6242-8692-1B7B2B83A490}" type="datetimeFigureOut">
              <a:rPr lang="es-ES_tradnl" smtClean="0"/>
              <a:t>12/4/26</a:t>
            </a:fld>
            <a:endParaRPr lang="es-ES_tradnl"/>
          </a:p>
        </p:txBody>
      </p:sp>
      <p:sp>
        <p:nvSpPr>
          <p:cNvPr id="5" name="Fußzeilenplatzhalter 4">
            <a:extLst>
              <a:ext uri="{FF2B5EF4-FFF2-40B4-BE49-F238E27FC236}">
                <a16:creationId xmlns:a16="http://schemas.microsoft.com/office/drawing/2014/main" id="{1F051F3C-4817-36AB-9745-FA09CD82F5DC}"/>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7924900E-3E93-FD8A-DD66-ADCF8263E9BD}"/>
              </a:ext>
            </a:extLst>
          </p:cNvPr>
          <p:cNvSpPr>
            <a:spLocks noGrp="1"/>
          </p:cNvSpPr>
          <p:nvPr>
            <p:ph type="sldNum" sz="quarter" idx="12"/>
          </p:nvPr>
        </p:nvSpPr>
        <p:spPr/>
        <p:txBody>
          <a:body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3930684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67C3F636-3874-0CD4-ABF1-8C907D6CC7DC}"/>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s-ES_tradnl"/>
          </a:p>
        </p:txBody>
      </p:sp>
      <p:sp>
        <p:nvSpPr>
          <p:cNvPr id="3" name="Vertikaler Textplatzhalter 2">
            <a:extLst>
              <a:ext uri="{FF2B5EF4-FFF2-40B4-BE49-F238E27FC236}">
                <a16:creationId xmlns:a16="http://schemas.microsoft.com/office/drawing/2014/main" id="{93BEF34B-0E38-D44C-83C3-F41466E2738A}"/>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72FCA156-5D52-BE4A-744F-A831FECC9654}"/>
              </a:ext>
            </a:extLst>
          </p:cNvPr>
          <p:cNvSpPr>
            <a:spLocks noGrp="1"/>
          </p:cNvSpPr>
          <p:nvPr>
            <p:ph type="dt" sz="half" idx="10"/>
          </p:nvPr>
        </p:nvSpPr>
        <p:spPr/>
        <p:txBody>
          <a:bodyPr/>
          <a:lstStyle/>
          <a:p>
            <a:fld id="{00A042DA-47BD-6242-8692-1B7B2B83A490}" type="datetimeFigureOut">
              <a:rPr lang="es-ES_tradnl" smtClean="0"/>
              <a:t>12/4/26</a:t>
            </a:fld>
            <a:endParaRPr lang="es-ES_tradnl"/>
          </a:p>
        </p:txBody>
      </p:sp>
      <p:sp>
        <p:nvSpPr>
          <p:cNvPr id="5" name="Fußzeilenplatzhalter 4">
            <a:extLst>
              <a:ext uri="{FF2B5EF4-FFF2-40B4-BE49-F238E27FC236}">
                <a16:creationId xmlns:a16="http://schemas.microsoft.com/office/drawing/2014/main" id="{5997EB4A-02F5-EB4A-A252-C3F505F33BB8}"/>
              </a:ext>
            </a:extLst>
          </p:cNvPr>
          <p:cNvSpPr>
            <a:spLocks noGrp="1"/>
          </p:cNvSpPr>
          <p:nvPr>
            <p:ph type="ftr" sz="quarter" idx="11"/>
          </p:nvPr>
        </p:nvSpPr>
        <p:spPr/>
        <p:txBody>
          <a:bodyPr/>
          <a:lstStyle/>
          <a:p>
            <a:endParaRPr lang="es-ES_tradnl"/>
          </a:p>
        </p:txBody>
      </p:sp>
      <p:sp>
        <p:nvSpPr>
          <p:cNvPr id="6" name="Foliennummernplatzhalter 5">
            <a:extLst>
              <a:ext uri="{FF2B5EF4-FFF2-40B4-BE49-F238E27FC236}">
                <a16:creationId xmlns:a16="http://schemas.microsoft.com/office/drawing/2014/main" id="{5F6EE7AA-838D-C972-0056-3386DC1D89C6}"/>
              </a:ext>
            </a:extLst>
          </p:cNvPr>
          <p:cNvSpPr>
            <a:spLocks noGrp="1"/>
          </p:cNvSpPr>
          <p:nvPr>
            <p:ph type="sldNum" sz="quarter" idx="12"/>
          </p:nvPr>
        </p:nvSpPr>
        <p:spPr/>
        <p:txBody>
          <a:body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37787960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URAVAPRENDIZAJE">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13" name="Textfeld 12">
            <a:extLst>
              <a:ext uri="{FF2B5EF4-FFF2-40B4-BE49-F238E27FC236}">
                <a16:creationId xmlns:a16="http://schemas.microsoft.com/office/drawing/2014/main" id="{A41B35AC-5FD2-0498-0C0B-3C9BC3F79BD3}"/>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del Aprendizaje</a:t>
            </a: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6556235" y="2636555"/>
            <a:ext cx="5260975" cy="3454400"/>
          </a:xfrm>
        </p:spPr>
        <p:txBody>
          <a:bodyPr/>
          <a:lstStyle>
            <a:lvl1pPr algn="l">
              <a:buNone/>
              <a:defRPr>
                <a:latin typeface="Times New Roman" panose="02020603050405020304" pitchFamily="18" charset="0"/>
                <a:cs typeface="Times New Roman" panose="02020603050405020304" pitchFamily="18" charset="0"/>
              </a:defRPr>
            </a:lvl1pPr>
            <a:lvl2pPr algn="l">
              <a:buNone/>
              <a:defRPr/>
            </a:lvl2pPr>
          </a:lstStyle>
          <a:p>
            <a:pPr lvl="0"/>
            <a:r>
              <a:rPr lang="de-DE" dirty="0"/>
              <a:t>Mastertextformat bearbeiten</a:t>
            </a:r>
          </a:p>
          <a:p>
            <a:pPr lvl="1"/>
            <a:endParaRPr lang="es-ES_tradnl" dirty="0"/>
          </a:p>
        </p:txBody>
      </p:sp>
      <p:cxnSp>
        <p:nvCxnSpPr>
          <p:cNvPr id="2" name="Gerade Verbindung 1">
            <a:extLst>
              <a:ext uri="{FF2B5EF4-FFF2-40B4-BE49-F238E27FC236}">
                <a16:creationId xmlns:a16="http://schemas.microsoft.com/office/drawing/2014/main" id="{C9FA80AC-474F-A8AF-0BBA-9AB82BAAA43A}"/>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3" name="Textplatzhalter 23">
            <a:extLst>
              <a:ext uri="{FF2B5EF4-FFF2-40B4-BE49-F238E27FC236}">
                <a16:creationId xmlns:a16="http://schemas.microsoft.com/office/drawing/2014/main" id="{06C3DDAC-8DFE-9B03-74E8-A4BE68B3930C}"/>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5" name="Onlinebild-Platzhalter 4">
            <a:extLst>
              <a:ext uri="{FF2B5EF4-FFF2-40B4-BE49-F238E27FC236}">
                <a16:creationId xmlns:a16="http://schemas.microsoft.com/office/drawing/2014/main" id="{C1E1E36D-5A9D-D8DD-682D-7CF8D7D21B6C}"/>
              </a:ext>
            </a:extLst>
          </p:cNvPr>
          <p:cNvSpPr>
            <a:spLocks noGrp="1"/>
          </p:cNvSpPr>
          <p:nvPr>
            <p:ph type="clipArt" sz="quarter" idx="15"/>
          </p:nvPr>
        </p:nvSpPr>
        <p:spPr>
          <a:xfrm>
            <a:off x="374650" y="2636838"/>
            <a:ext cx="5991426" cy="3278187"/>
          </a:xfrm>
        </p:spPr>
        <p:txBody>
          <a:bodyPr/>
          <a:lstStyle/>
          <a:p>
            <a:endParaRPr lang="es-ES_tradnl"/>
          </a:p>
        </p:txBody>
      </p:sp>
    </p:spTree>
    <p:extLst>
      <p:ext uri="{BB962C8B-B14F-4D97-AF65-F5344CB8AC3E}">
        <p14:creationId xmlns:p14="http://schemas.microsoft.com/office/powerpoint/2010/main" val="1176137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MSE TOP3">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pic>
        <p:nvPicPr>
          <p:cNvPr id="7" name="Grafik 6">
            <a:extLst>
              <a:ext uri="{FF2B5EF4-FFF2-40B4-BE49-F238E27FC236}">
                <a16:creationId xmlns:a16="http://schemas.microsoft.com/office/drawing/2014/main" id="{FB04077B-F64E-73B0-DB6F-6D6069A17424}"/>
              </a:ext>
            </a:extLst>
          </p:cNvPr>
          <p:cNvPicPr>
            <a:picLocks noChangeAspect="1"/>
          </p:cNvPicPr>
          <p:nvPr userDrawn="1"/>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Lst>
          </a:blip>
          <a:srcRect l="15429" t="14728" r="25176" b="10832"/>
          <a:stretch>
            <a:fillRect/>
          </a:stretch>
        </p:blipFill>
        <p:spPr>
          <a:xfrm>
            <a:off x="10640054" y="1307035"/>
            <a:ext cx="1465024" cy="1057511"/>
          </a:xfrm>
          <a:prstGeom prst="rect">
            <a:avLst/>
          </a:prstGeom>
        </p:spPr>
      </p:pic>
      <p:cxnSp>
        <p:nvCxnSpPr>
          <p:cNvPr id="10" name="Gerade Verbindung 9">
            <a:extLst>
              <a:ext uri="{FF2B5EF4-FFF2-40B4-BE49-F238E27FC236}">
                <a16:creationId xmlns:a16="http://schemas.microsoft.com/office/drawing/2014/main" id="{2015AB68-02CA-6B80-D8DC-4FA20BDB74DD}"/>
              </a:ext>
            </a:extLst>
          </p:cNvPr>
          <p:cNvCxnSpPr>
            <a:cxnSpLocks/>
          </p:cNvCxnSpPr>
          <p:nvPr userDrawn="1"/>
        </p:nvCxnSpPr>
        <p:spPr>
          <a:xfrm>
            <a:off x="520862" y="1850693"/>
            <a:ext cx="9945312"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24" name="Textplatzhalter 23">
            <a:extLst>
              <a:ext uri="{FF2B5EF4-FFF2-40B4-BE49-F238E27FC236}">
                <a16:creationId xmlns:a16="http://schemas.microsoft.com/office/drawing/2014/main" id="{B3EF8E9B-C7D0-2592-12B9-6291B02A5FA5}"/>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1724385" y="5510118"/>
            <a:ext cx="9503058" cy="677305"/>
          </a:xfrm>
        </p:spPr>
        <p:txBody>
          <a:bodyPr/>
          <a:lstStyle>
            <a:lvl1pPr algn="ctr">
              <a:buNone/>
              <a:defRPr sz="1600">
                <a:latin typeface="Times New Roman" panose="02020603050405020304" pitchFamily="18" charset="0"/>
                <a:cs typeface="Times New Roman" panose="02020603050405020304" pitchFamily="18" charset="0"/>
              </a:defRPr>
            </a:lvl1pPr>
            <a:lvl2pPr>
              <a:buNone/>
              <a:defRPr/>
            </a:lvl2pPr>
          </a:lstStyle>
          <a:p>
            <a:pPr lvl="0"/>
            <a:r>
              <a:rPr lang="de-DE" dirty="0"/>
              <a:t>Mastertextformat bearbeiten</a:t>
            </a:r>
          </a:p>
        </p:txBody>
      </p:sp>
      <p:sp>
        <p:nvSpPr>
          <p:cNvPr id="8" name="Onlinebild-Platzhalter 7">
            <a:extLst>
              <a:ext uri="{FF2B5EF4-FFF2-40B4-BE49-F238E27FC236}">
                <a16:creationId xmlns:a16="http://schemas.microsoft.com/office/drawing/2014/main" id="{FAA78FF5-2A44-C038-8C33-581E4612C4B9}"/>
              </a:ext>
            </a:extLst>
          </p:cNvPr>
          <p:cNvSpPr>
            <a:spLocks noGrp="1"/>
          </p:cNvSpPr>
          <p:nvPr>
            <p:ph type="clipArt" sz="quarter" idx="15"/>
          </p:nvPr>
        </p:nvSpPr>
        <p:spPr>
          <a:xfrm>
            <a:off x="2386065" y="2254597"/>
            <a:ext cx="7188609" cy="3098654"/>
          </a:xfrm>
        </p:spPr>
        <p:txBody>
          <a:bodyPr/>
          <a:lstStyle/>
          <a:p>
            <a:endParaRPr lang="es-ES_tradnl"/>
          </a:p>
        </p:txBody>
      </p:sp>
      <p:grpSp>
        <p:nvGrpSpPr>
          <p:cNvPr id="5" name="Gruppieren 4">
            <a:extLst>
              <a:ext uri="{FF2B5EF4-FFF2-40B4-BE49-F238E27FC236}">
                <a16:creationId xmlns:a16="http://schemas.microsoft.com/office/drawing/2014/main" id="{3DC88AFA-5823-4006-865A-291216A99A1D}"/>
              </a:ext>
            </a:extLst>
          </p:cNvPr>
          <p:cNvGrpSpPr/>
          <p:nvPr userDrawn="1"/>
        </p:nvGrpSpPr>
        <p:grpSpPr>
          <a:xfrm>
            <a:off x="606204" y="3429002"/>
            <a:ext cx="1039143" cy="1226891"/>
            <a:chOff x="2471323" y="3094239"/>
            <a:chExt cx="1039143" cy="1226891"/>
          </a:xfrm>
        </p:grpSpPr>
        <p:grpSp>
          <p:nvGrpSpPr>
            <p:cNvPr id="9" name="Gruppieren 8">
              <a:extLst>
                <a:ext uri="{FF2B5EF4-FFF2-40B4-BE49-F238E27FC236}">
                  <a16:creationId xmlns:a16="http://schemas.microsoft.com/office/drawing/2014/main" id="{D67975EE-02C4-F175-795B-93A638306DE2}"/>
                </a:ext>
              </a:extLst>
            </p:cNvPr>
            <p:cNvGrpSpPr/>
            <p:nvPr/>
          </p:nvGrpSpPr>
          <p:grpSpPr>
            <a:xfrm>
              <a:off x="2471323" y="3278090"/>
              <a:ext cx="1039143" cy="1043040"/>
              <a:chOff x="7954338" y="203337"/>
              <a:chExt cx="1275466" cy="1149452"/>
            </a:xfrm>
          </p:grpSpPr>
          <p:pic>
            <p:nvPicPr>
              <p:cNvPr id="14" name="Grafik 13">
                <a:extLst>
                  <a:ext uri="{FF2B5EF4-FFF2-40B4-BE49-F238E27FC236}">
                    <a16:creationId xmlns:a16="http://schemas.microsoft.com/office/drawing/2014/main" id="{8D070CE1-EC82-7F15-BBFD-68082F249B22}"/>
                  </a:ext>
                </a:extLst>
              </p:cNvPr>
              <p:cNvPicPr>
                <a:picLocks noChangeAspect="1"/>
              </p:cNvPicPr>
              <p:nvPr/>
            </p:nvPicPr>
            <p:blipFill>
              <a:blip r:embed="rId5"/>
              <a:srcRect l="22679" t="14811" r="19766" b="18544"/>
              <a:stretch>
                <a:fillRect/>
              </a:stretch>
            </p:blipFill>
            <p:spPr>
              <a:xfrm>
                <a:off x="7954338" y="203337"/>
                <a:ext cx="1275466" cy="1149452"/>
              </a:xfrm>
              <a:prstGeom prst="rect">
                <a:avLst/>
              </a:prstGeom>
            </p:spPr>
          </p:pic>
          <p:sp>
            <p:nvSpPr>
              <p:cNvPr id="16" name="Textfeld 15">
                <a:extLst>
                  <a:ext uri="{FF2B5EF4-FFF2-40B4-BE49-F238E27FC236}">
                    <a16:creationId xmlns:a16="http://schemas.microsoft.com/office/drawing/2014/main" id="{4AF5F29C-6703-E5DA-3E54-C687E6CC7606}"/>
                  </a:ext>
                </a:extLst>
              </p:cNvPr>
              <p:cNvSpPr txBox="1"/>
              <p:nvPr/>
            </p:nvSpPr>
            <p:spPr>
              <a:xfrm>
                <a:off x="8496320" y="1024996"/>
                <a:ext cx="622143" cy="288300"/>
              </a:xfrm>
              <a:prstGeom prst="rect">
                <a:avLst/>
              </a:prstGeom>
              <a:noFill/>
            </p:spPr>
            <p:txBody>
              <a:bodyPr wrap="none" rtlCol="0">
                <a:spAutoFit/>
              </a:bodyPr>
              <a:lstStyle/>
              <a:p>
                <a:r>
                  <a:rPr lang="es-ES_tradnl" sz="1100" dirty="0"/>
                  <a:t>(TD3)</a:t>
                </a:r>
              </a:p>
            </p:txBody>
          </p:sp>
        </p:grpSp>
        <p:sp>
          <p:nvSpPr>
            <p:cNvPr id="11" name="Textfeld 10">
              <a:extLst>
                <a:ext uri="{FF2B5EF4-FFF2-40B4-BE49-F238E27FC236}">
                  <a16:creationId xmlns:a16="http://schemas.microsoft.com/office/drawing/2014/main" id="{C0A244D5-E2F4-55A2-9535-F4C6F1162F3F}"/>
                </a:ext>
              </a:extLst>
            </p:cNvPr>
            <p:cNvSpPr txBox="1"/>
            <p:nvPr/>
          </p:nvSpPr>
          <p:spPr>
            <a:xfrm>
              <a:off x="2536282" y="3094239"/>
              <a:ext cx="861133" cy="261610"/>
            </a:xfrm>
            <a:prstGeom prst="rect">
              <a:avLst/>
            </a:prstGeom>
            <a:noFill/>
          </p:spPr>
          <p:txBody>
            <a:bodyPr wrap="none" rtlCol="0">
              <a:spAutoFit/>
            </a:bodyPr>
            <a:lstStyle/>
            <a:p>
              <a:r>
                <a:rPr lang="es-ES_tradnl" sz="1100" dirty="0"/>
                <a:t>Agentes RL</a:t>
              </a:r>
            </a:p>
          </p:txBody>
        </p:sp>
      </p:grpSp>
      <p:sp>
        <p:nvSpPr>
          <p:cNvPr id="35" name="Textfeld 34">
            <a:extLst>
              <a:ext uri="{FF2B5EF4-FFF2-40B4-BE49-F238E27FC236}">
                <a16:creationId xmlns:a16="http://schemas.microsoft.com/office/drawing/2014/main" id="{308D64B1-247C-C0A8-0B78-5ABD6A7629E1}"/>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del Aprendizaje</a:t>
            </a:r>
          </a:p>
        </p:txBody>
      </p:sp>
    </p:spTree>
    <p:extLst>
      <p:ext uri="{BB962C8B-B14F-4D97-AF65-F5344CB8AC3E}">
        <p14:creationId xmlns:p14="http://schemas.microsoft.com/office/powerpoint/2010/main" val="2151871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EVALUACION TABLA RMSE">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cxnSp>
        <p:nvCxnSpPr>
          <p:cNvPr id="10" name="Gerade Verbindung 9">
            <a:extLst>
              <a:ext uri="{FF2B5EF4-FFF2-40B4-BE49-F238E27FC236}">
                <a16:creationId xmlns:a16="http://schemas.microsoft.com/office/drawing/2014/main" id="{2015AB68-02CA-6B80-D8DC-4FA20BDB74DD}"/>
              </a:ext>
            </a:extLst>
          </p:cNvPr>
          <p:cNvCxnSpPr>
            <a:cxnSpLocks/>
          </p:cNvCxnSpPr>
          <p:nvPr userDrawn="1"/>
        </p:nvCxnSpPr>
        <p:spPr>
          <a:xfrm>
            <a:off x="520862" y="1850693"/>
            <a:ext cx="11169569"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24" name="Textplatzhalter 23">
            <a:extLst>
              <a:ext uri="{FF2B5EF4-FFF2-40B4-BE49-F238E27FC236}">
                <a16:creationId xmlns:a16="http://schemas.microsoft.com/office/drawing/2014/main" id="{B3EF8E9B-C7D0-2592-12B9-6291B02A5FA5}"/>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3901014" y="2449374"/>
            <a:ext cx="6862686" cy="3020412"/>
          </a:xfrm>
        </p:spPr>
        <p:txBody>
          <a:bodyPr/>
          <a:lstStyle>
            <a:lvl1pPr algn="ctr">
              <a:buNone/>
              <a:defRPr sz="1600">
                <a:latin typeface="Times New Roman" panose="02020603050405020304" pitchFamily="18" charset="0"/>
                <a:cs typeface="Times New Roman" panose="02020603050405020304" pitchFamily="18" charset="0"/>
              </a:defRPr>
            </a:lvl1pPr>
            <a:lvl2pPr>
              <a:buNone/>
              <a:defRPr/>
            </a:lvl2pPr>
          </a:lstStyle>
          <a:p>
            <a:pPr lvl="0"/>
            <a:r>
              <a:rPr lang="de-DE" dirty="0"/>
              <a:t>Mastertextformat bearbeiten</a:t>
            </a:r>
          </a:p>
        </p:txBody>
      </p:sp>
      <p:sp>
        <p:nvSpPr>
          <p:cNvPr id="35" name="Textfeld 34">
            <a:extLst>
              <a:ext uri="{FF2B5EF4-FFF2-40B4-BE49-F238E27FC236}">
                <a16:creationId xmlns:a16="http://schemas.microsoft.com/office/drawing/2014/main" id="{308D64B1-247C-C0A8-0B78-5ABD6A7629E1}"/>
              </a:ext>
            </a:extLst>
          </p:cNvPr>
          <p:cNvSpPr txBox="1"/>
          <p:nvPr userDrawn="1"/>
        </p:nvSpPr>
        <p:spPr>
          <a:xfrm>
            <a:off x="374790" y="256347"/>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del Aprendizaje</a:t>
            </a:r>
          </a:p>
        </p:txBody>
      </p:sp>
      <p:sp>
        <p:nvSpPr>
          <p:cNvPr id="2" name="Textfeld 1">
            <a:extLst>
              <a:ext uri="{FF2B5EF4-FFF2-40B4-BE49-F238E27FC236}">
                <a16:creationId xmlns:a16="http://schemas.microsoft.com/office/drawing/2014/main" id="{F068B4D2-1A49-F63B-10AE-75995C064D95}"/>
              </a:ext>
            </a:extLst>
          </p:cNvPr>
          <p:cNvSpPr txBox="1"/>
          <p:nvPr userDrawn="1"/>
        </p:nvSpPr>
        <p:spPr>
          <a:xfrm>
            <a:off x="-543695" y="5622324"/>
            <a:ext cx="184731" cy="369332"/>
          </a:xfrm>
          <a:prstGeom prst="rect">
            <a:avLst/>
          </a:prstGeom>
          <a:noFill/>
        </p:spPr>
        <p:txBody>
          <a:bodyPr wrap="none" rtlCol="0">
            <a:spAutoFit/>
          </a:bodyPr>
          <a:lstStyle/>
          <a:p>
            <a:endParaRPr lang="es-ES_tradnl" sz="1800" dirty="0"/>
          </a:p>
        </p:txBody>
      </p:sp>
      <p:sp>
        <p:nvSpPr>
          <p:cNvPr id="22" name="Inhaltsplatzhalter 28">
            <a:extLst>
              <a:ext uri="{FF2B5EF4-FFF2-40B4-BE49-F238E27FC236}">
                <a16:creationId xmlns:a16="http://schemas.microsoft.com/office/drawing/2014/main" id="{AFD1239B-68D5-E93B-312D-B6D4E061E4FD}"/>
              </a:ext>
            </a:extLst>
          </p:cNvPr>
          <p:cNvSpPr>
            <a:spLocks noGrp="1"/>
          </p:cNvSpPr>
          <p:nvPr>
            <p:ph sz="quarter" idx="16"/>
          </p:nvPr>
        </p:nvSpPr>
        <p:spPr>
          <a:xfrm>
            <a:off x="1694330" y="5653005"/>
            <a:ext cx="8032830" cy="677305"/>
          </a:xfrm>
        </p:spPr>
        <p:txBody>
          <a:bodyPr/>
          <a:lstStyle>
            <a:lvl1pPr algn="ctr">
              <a:buNone/>
              <a:defRPr sz="1600">
                <a:latin typeface="Times New Roman" panose="02020603050405020304" pitchFamily="18" charset="0"/>
                <a:cs typeface="Times New Roman" panose="02020603050405020304" pitchFamily="18" charset="0"/>
              </a:defRPr>
            </a:lvl1pPr>
            <a:lvl2pPr>
              <a:buNone/>
              <a:defRPr/>
            </a:lvl2pPr>
          </a:lstStyle>
          <a:p>
            <a:pPr lvl="0"/>
            <a:r>
              <a:rPr lang="de-DE" dirty="0"/>
              <a:t>Mastertextformat bearbeiten</a:t>
            </a:r>
          </a:p>
        </p:txBody>
      </p:sp>
    </p:spTree>
    <p:extLst>
      <p:ext uri="{BB962C8B-B14F-4D97-AF65-F5344CB8AC3E}">
        <p14:creationId xmlns:p14="http://schemas.microsoft.com/office/powerpoint/2010/main" val="16865146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OMINIO_ANGULAR_DETERMINSTA">
    <p:spTree>
      <p:nvGrpSpPr>
        <p:cNvPr id="1" name=""/>
        <p:cNvGrpSpPr/>
        <p:nvPr/>
      </p:nvGrpSpPr>
      <p:grpSpPr>
        <a:xfrm>
          <a:off x="0" y="0"/>
          <a:ext cx="0" cy="0"/>
          <a:chOff x="0" y="0"/>
          <a:chExt cx="0" cy="0"/>
        </a:xfrm>
      </p:grpSpPr>
      <p:pic>
        <p:nvPicPr>
          <p:cNvPr id="6" name="Imagen3">
            <a:extLst>
              <a:ext uri="{FF2B5EF4-FFF2-40B4-BE49-F238E27FC236}">
                <a16:creationId xmlns:a16="http://schemas.microsoft.com/office/drawing/2014/main" id="{A2703B11-D662-0761-2C28-295674204D40}"/>
              </a:ext>
            </a:extLst>
          </p:cNvPr>
          <p:cNvPicPr>
            <a:picLocks noChangeAspect="1"/>
          </p:cNvPicPr>
          <p:nvPr userDrawn="1"/>
        </p:nvPicPr>
        <p:blipFill>
          <a:blip r:embed="rId2"/>
          <a:stretch>
            <a:fillRect/>
          </a:stretch>
        </p:blipFill>
        <p:spPr bwMode="auto">
          <a:xfrm>
            <a:off x="9727159" y="198437"/>
            <a:ext cx="1732790" cy="866395"/>
          </a:xfrm>
          <a:prstGeom prst="rect">
            <a:avLst/>
          </a:prstGeom>
        </p:spPr>
      </p:pic>
      <p:cxnSp>
        <p:nvCxnSpPr>
          <p:cNvPr id="10" name="Gerade Verbindung 9">
            <a:extLst>
              <a:ext uri="{FF2B5EF4-FFF2-40B4-BE49-F238E27FC236}">
                <a16:creationId xmlns:a16="http://schemas.microsoft.com/office/drawing/2014/main" id="{2015AB68-02CA-6B80-D8DC-4FA20BDB74DD}"/>
              </a:ext>
            </a:extLst>
          </p:cNvPr>
          <p:cNvCxnSpPr>
            <a:cxnSpLocks/>
          </p:cNvCxnSpPr>
          <p:nvPr userDrawn="1"/>
        </p:nvCxnSpPr>
        <p:spPr>
          <a:xfrm>
            <a:off x="520862" y="1850693"/>
            <a:ext cx="11169569"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sp>
        <p:nvSpPr>
          <p:cNvPr id="12" name="Rechteck 11">
            <a:extLst>
              <a:ext uri="{FF2B5EF4-FFF2-40B4-BE49-F238E27FC236}">
                <a16:creationId xmlns:a16="http://schemas.microsoft.com/office/drawing/2014/main" id="{5D959E84-1BDC-3415-5E5F-2481B8EF4336}"/>
              </a:ext>
            </a:extLst>
          </p:cNvPr>
          <p:cNvSpPr/>
          <p:nvPr userDrawn="1"/>
        </p:nvSpPr>
        <p:spPr>
          <a:xfrm>
            <a:off x="-3818" y="-7818"/>
            <a:ext cx="12195818" cy="976185"/>
          </a:xfrm>
          <a:prstGeom prst="rect">
            <a:avLst/>
          </a:prstGeom>
          <a:solidFill>
            <a:srgbClr val="7F7F7F">
              <a:alpha val="2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sz="1800"/>
          </a:p>
        </p:txBody>
      </p:sp>
      <p:sp>
        <p:nvSpPr>
          <p:cNvPr id="24" name="Textplatzhalter 23">
            <a:extLst>
              <a:ext uri="{FF2B5EF4-FFF2-40B4-BE49-F238E27FC236}">
                <a16:creationId xmlns:a16="http://schemas.microsoft.com/office/drawing/2014/main" id="{B3EF8E9B-C7D0-2592-12B9-6291B02A5FA5}"/>
              </a:ext>
            </a:extLst>
          </p:cNvPr>
          <p:cNvSpPr>
            <a:spLocks noGrp="1"/>
          </p:cNvSpPr>
          <p:nvPr>
            <p:ph type="body" sz="quarter" idx="12"/>
          </p:nvPr>
        </p:nvSpPr>
        <p:spPr>
          <a:xfrm>
            <a:off x="520862" y="1446792"/>
            <a:ext cx="6994505" cy="449263"/>
          </a:xfrm>
        </p:spPr>
        <p:txBody>
          <a:bodyPr/>
          <a:lstStyle>
            <a:lvl1pPr>
              <a:buNone/>
              <a:defRPr sz="2000">
                <a:latin typeface="Times New Roman" panose="02020603050405020304" pitchFamily="18" charset="0"/>
                <a:cs typeface="Times New Roman" panose="02020603050405020304" pitchFamily="18" charset="0"/>
              </a:defRPr>
            </a:lvl1pPr>
          </a:lstStyle>
          <a:p>
            <a:endParaRPr lang="es-ES_tradnl" sz="200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29" name="Inhaltsplatzhalter 28">
            <a:extLst>
              <a:ext uri="{FF2B5EF4-FFF2-40B4-BE49-F238E27FC236}">
                <a16:creationId xmlns:a16="http://schemas.microsoft.com/office/drawing/2014/main" id="{529551D1-5D3F-5303-A7C7-338F40CEA024}"/>
              </a:ext>
            </a:extLst>
          </p:cNvPr>
          <p:cNvSpPr>
            <a:spLocks noGrp="1"/>
          </p:cNvSpPr>
          <p:nvPr>
            <p:ph sz="quarter" idx="14"/>
          </p:nvPr>
        </p:nvSpPr>
        <p:spPr>
          <a:xfrm>
            <a:off x="2154498" y="2390798"/>
            <a:ext cx="6862686" cy="3020412"/>
          </a:xfrm>
        </p:spPr>
        <p:txBody>
          <a:bodyPr/>
          <a:lstStyle>
            <a:lvl1pPr algn="ctr">
              <a:buNone/>
              <a:defRPr sz="1600">
                <a:latin typeface="Times New Roman" panose="02020603050405020304" pitchFamily="18" charset="0"/>
                <a:cs typeface="Times New Roman" panose="02020603050405020304" pitchFamily="18" charset="0"/>
              </a:defRPr>
            </a:lvl1pPr>
            <a:lvl2pPr>
              <a:buNone/>
              <a:defRPr/>
            </a:lvl2pPr>
          </a:lstStyle>
          <a:p>
            <a:pPr lvl="0"/>
            <a:r>
              <a:rPr lang="de-DE" dirty="0"/>
              <a:t>Mastertextformat bearbeiten</a:t>
            </a:r>
          </a:p>
        </p:txBody>
      </p:sp>
      <p:sp>
        <p:nvSpPr>
          <p:cNvPr id="35" name="Textfeld 34">
            <a:extLst>
              <a:ext uri="{FF2B5EF4-FFF2-40B4-BE49-F238E27FC236}">
                <a16:creationId xmlns:a16="http://schemas.microsoft.com/office/drawing/2014/main" id="{308D64B1-247C-C0A8-0B78-5ABD6A7629E1}"/>
              </a:ext>
            </a:extLst>
          </p:cNvPr>
          <p:cNvSpPr txBox="1"/>
          <p:nvPr userDrawn="1"/>
        </p:nvSpPr>
        <p:spPr>
          <a:xfrm>
            <a:off x="374790" y="256348"/>
            <a:ext cx="8271360" cy="523220"/>
          </a:xfrm>
          <a:prstGeom prst="rect">
            <a:avLst/>
          </a:prstGeom>
          <a:noFill/>
        </p:spPr>
        <p:txBody>
          <a:bodyPr wrap="square" rtlCol="0">
            <a:spAutoFit/>
          </a:bodyPr>
          <a:lstStyle/>
          <a:p>
            <a:r>
              <a:rPr lang="es-ES_tradnl" sz="2800" b="1" dirty="0">
                <a:solidFill>
                  <a:schemeClr val="bg2">
                    <a:lumMod val="10000"/>
                  </a:schemeClr>
                </a:solidFill>
                <a:latin typeface="Times New Roman" panose="02020603050405020304" pitchFamily="18" charset="0"/>
                <a:cs typeface="Times New Roman" panose="02020603050405020304" pitchFamily="18" charset="0"/>
              </a:rPr>
              <a:t>Evaluación en el Dominio Angular en Simulación</a:t>
            </a:r>
          </a:p>
        </p:txBody>
      </p:sp>
      <p:sp>
        <p:nvSpPr>
          <p:cNvPr id="2" name="Textfeld 1">
            <a:extLst>
              <a:ext uri="{FF2B5EF4-FFF2-40B4-BE49-F238E27FC236}">
                <a16:creationId xmlns:a16="http://schemas.microsoft.com/office/drawing/2014/main" id="{F068B4D2-1A49-F63B-10AE-75995C064D95}"/>
              </a:ext>
            </a:extLst>
          </p:cNvPr>
          <p:cNvSpPr txBox="1"/>
          <p:nvPr userDrawn="1"/>
        </p:nvSpPr>
        <p:spPr>
          <a:xfrm>
            <a:off x="-543695" y="5622324"/>
            <a:ext cx="184731" cy="369332"/>
          </a:xfrm>
          <a:prstGeom prst="rect">
            <a:avLst/>
          </a:prstGeom>
          <a:noFill/>
        </p:spPr>
        <p:txBody>
          <a:bodyPr wrap="none" rtlCol="0">
            <a:spAutoFit/>
          </a:bodyPr>
          <a:lstStyle/>
          <a:p>
            <a:endParaRPr lang="es-ES_tradnl" sz="1800" dirty="0"/>
          </a:p>
        </p:txBody>
      </p:sp>
      <p:sp>
        <p:nvSpPr>
          <p:cNvPr id="22" name="Inhaltsplatzhalter 28">
            <a:extLst>
              <a:ext uri="{FF2B5EF4-FFF2-40B4-BE49-F238E27FC236}">
                <a16:creationId xmlns:a16="http://schemas.microsoft.com/office/drawing/2014/main" id="{AFD1239B-68D5-E93B-312D-B6D4E061E4FD}"/>
              </a:ext>
            </a:extLst>
          </p:cNvPr>
          <p:cNvSpPr>
            <a:spLocks noGrp="1"/>
          </p:cNvSpPr>
          <p:nvPr>
            <p:ph sz="quarter" idx="16"/>
          </p:nvPr>
        </p:nvSpPr>
        <p:spPr>
          <a:xfrm>
            <a:off x="1694330" y="5653005"/>
            <a:ext cx="8032830" cy="677305"/>
          </a:xfrm>
        </p:spPr>
        <p:txBody>
          <a:bodyPr/>
          <a:lstStyle>
            <a:lvl1pPr algn="ctr">
              <a:buNone/>
              <a:defRPr sz="1600">
                <a:latin typeface="Times New Roman" panose="02020603050405020304" pitchFamily="18" charset="0"/>
                <a:cs typeface="Times New Roman" panose="02020603050405020304" pitchFamily="18" charset="0"/>
              </a:defRPr>
            </a:lvl1pPr>
            <a:lvl2pPr>
              <a:buNone/>
              <a:defRPr/>
            </a:lvl2pPr>
          </a:lstStyle>
          <a:p>
            <a:pPr lvl="0"/>
            <a:r>
              <a:rPr lang="de-DE" dirty="0"/>
              <a:t>Mastertextformat bearbeiten</a:t>
            </a:r>
          </a:p>
        </p:txBody>
      </p:sp>
      <p:pic>
        <p:nvPicPr>
          <p:cNvPr id="23" name="Grafik 22">
            <a:extLst>
              <a:ext uri="{FF2B5EF4-FFF2-40B4-BE49-F238E27FC236}">
                <a16:creationId xmlns:a16="http://schemas.microsoft.com/office/drawing/2014/main" id="{13020E74-8C7E-3BC9-5499-58771C934058}"/>
              </a:ext>
            </a:extLst>
          </p:cNvPr>
          <p:cNvPicPr>
            <a:picLocks noChangeAspect="1"/>
          </p:cNvPicPr>
          <p:nvPr userDrawn="1"/>
        </p:nvPicPr>
        <p:blipFill>
          <a:blip r:embed="rId3"/>
          <a:stretch>
            <a:fillRect/>
          </a:stretch>
        </p:blipFill>
        <p:spPr>
          <a:xfrm>
            <a:off x="9242383" y="4443286"/>
            <a:ext cx="2535870" cy="740082"/>
          </a:xfrm>
          <a:prstGeom prst="rect">
            <a:avLst/>
          </a:prstGeom>
        </p:spPr>
      </p:pic>
      <p:pic>
        <p:nvPicPr>
          <p:cNvPr id="25" name="Grafik 24">
            <a:extLst>
              <a:ext uri="{FF2B5EF4-FFF2-40B4-BE49-F238E27FC236}">
                <a16:creationId xmlns:a16="http://schemas.microsoft.com/office/drawing/2014/main" id="{9F1F9970-4195-4991-774F-95C6F7EF629F}"/>
              </a:ext>
            </a:extLst>
          </p:cNvPr>
          <p:cNvPicPr>
            <a:picLocks noChangeAspect="1"/>
          </p:cNvPicPr>
          <p:nvPr userDrawn="1"/>
        </p:nvPicPr>
        <p:blipFill>
          <a:blip r:embed="rId4"/>
          <a:stretch>
            <a:fillRect/>
          </a:stretch>
        </p:blipFill>
        <p:spPr>
          <a:xfrm>
            <a:off x="9393293" y="2736054"/>
            <a:ext cx="2152202" cy="1707232"/>
          </a:xfrm>
          <a:prstGeom prst="rect">
            <a:avLst/>
          </a:prstGeom>
        </p:spPr>
      </p:pic>
    </p:spTree>
    <p:extLst>
      <p:ext uri="{BB962C8B-B14F-4D97-AF65-F5344CB8AC3E}">
        <p14:creationId xmlns:p14="http://schemas.microsoft.com/office/powerpoint/2010/main" val="3040242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CA35F2D1-9063-4679-6493-6E6ED7EEA5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s-ES_tradnl"/>
          </a:p>
        </p:txBody>
      </p:sp>
      <p:sp>
        <p:nvSpPr>
          <p:cNvPr id="3" name="Textplatzhalter 2">
            <a:extLst>
              <a:ext uri="{FF2B5EF4-FFF2-40B4-BE49-F238E27FC236}">
                <a16:creationId xmlns:a16="http://schemas.microsoft.com/office/drawing/2014/main" id="{9A02BEDF-624E-BD40-EAC5-01A11D5791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s-ES_tradnl"/>
          </a:p>
        </p:txBody>
      </p:sp>
      <p:sp>
        <p:nvSpPr>
          <p:cNvPr id="4" name="Datumsplatzhalter 3">
            <a:extLst>
              <a:ext uri="{FF2B5EF4-FFF2-40B4-BE49-F238E27FC236}">
                <a16:creationId xmlns:a16="http://schemas.microsoft.com/office/drawing/2014/main" id="{F454D0B9-BC22-34B9-A610-236F3813A1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A042DA-47BD-6242-8692-1B7B2B83A490}" type="datetimeFigureOut">
              <a:rPr lang="es-ES_tradnl" smtClean="0"/>
              <a:t>12/4/26</a:t>
            </a:fld>
            <a:endParaRPr lang="es-ES_tradnl"/>
          </a:p>
        </p:txBody>
      </p:sp>
      <p:sp>
        <p:nvSpPr>
          <p:cNvPr id="5" name="Fußzeilenplatzhalter 4">
            <a:extLst>
              <a:ext uri="{FF2B5EF4-FFF2-40B4-BE49-F238E27FC236}">
                <a16:creationId xmlns:a16="http://schemas.microsoft.com/office/drawing/2014/main" id="{2768408C-2E36-05A8-D00C-CF4544A98A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_tradnl"/>
          </a:p>
        </p:txBody>
      </p:sp>
      <p:sp>
        <p:nvSpPr>
          <p:cNvPr id="6" name="Foliennummernplatzhalter 5">
            <a:extLst>
              <a:ext uri="{FF2B5EF4-FFF2-40B4-BE49-F238E27FC236}">
                <a16:creationId xmlns:a16="http://schemas.microsoft.com/office/drawing/2014/main" id="{0C0E3919-575C-8ECD-E2B2-EEB5316A10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D3621E-1B2E-9E4B-968A-5DD6C1D23C51}" type="slidenum">
              <a:rPr lang="es-ES_tradnl" smtClean="0"/>
              <a:t>‹Nr.›</a:t>
            </a:fld>
            <a:endParaRPr lang="es-ES_tradnl"/>
          </a:p>
        </p:txBody>
      </p:sp>
    </p:spTree>
    <p:extLst>
      <p:ext uri="{BB962C8B-B14F-4D97-AF65-F5344CB8AC3E}">
        <p14:creationId xmlns:p14="http://schemas.microsoft.com/office/powerpoint/2010/main" val="1584062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pn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06684-DB2F-1B67-84BE-A02B3C5EC20A}"/>
            </a:ext>
          </a:extLst>
        </p:cNvPr>
        <p:cNvGrpSpPr/>
        <p:nvPr/>
      </p:nvGrpSpPr>
      <p:grpSpPr>
        <a:xfrm>
          <a:off x="0" y="0"/>
          <a:ext cx="0" cy="0"/>
          <a:chOff x="0" y="0"/>
          <a:chExt cx="0" cy="0"/>
        </a:xfrm>
      </p:grpSpPr>
      <p:sp>
        <p:nvSpPr>
          <p:cNvPr id="49" name="Rechteck 48">
            <a:extLst>
              <a:ext uri="{FF2B5EF4-FFF2-40B4-BE49-F238E27FC236}">
                <a16:creationId xmlns:a16="http://schemas.microsoft.com/office/drawing/2014/main" id="{839997B1-6DDE-B7C5-BE5C-21FF5F3BBAFF}"/>
              </a:ext>
            </a:extLst>
          </p:cNvPr>
          <p:cNvSpPr/>
          <p:nvPr/>
        </p:nvSpPr>
        <p:spPr>
          <a:xfrm>
            <a:off x="-3818" y="-7820"/>
            <a:ext cx="12195818" cy="976185"/>
          </a:xfrm>
          <a:prstGeom prst="rect">
            <a:avLst/>
          </a:prstGeom>
          <a:solidFill>
            <a:schemeClr val="accent4">
              <a:alpha val="23922"/>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noProof="1"/>
          </a:p>
        </p:txBody>
      </p:sp>
      <p:pic>
        <p:nvPicPr>
          <p:cNvPr id="16" name="Imagen3">
            <a:extLst>
              <a:ext uri="{FF2B5EF4-FFF2-40B4-BE49-F238E27FC236}">
                <a16:creationId xmlns:a16="http://schemas.microsoft.com/office/drawing/2014/main" id="{0DBDE63D-3A4F-AAF1-47B7-08733F4ED7C2}"/>
              </a:ext>
            </a:extLst>
          </p:cNvPr>
          <p:cNvPicPr>
            <a:picLocks noChangeAspect="1"/>
          </p:cNvPicPr>
          <p:nvPr/>
        </p:nvPicPr>
        <p:blipFill>
          <a:blip r:embed="rId3"/>
          <a:stretch>
            <a:fillRect/>
          </a:stretch>
        </p:blipFill>
        <p:spPr bwMode="auto">
          <a:xfrm>
            <a:off x="9727160" y="198439"/>
            <a:ext cx="1732790" cy="866395"/>
          </a:xfrm>
          <a:prstGeom prst="rect">
            <a:avLst/>
          </a:prstGeom>
        </p:spPr>
      </p:pic>
      <p:sp>
        <p:nvSpPr>
          <p:cNvPr id="15" name="Textfeld 14">
            <a:extLst>
              <a:ext uri="{FF2B5EF4-FFF2-40B4-BE49-F238E27FC236}">
                <a16:creationId xmlns:a16="http://schemas.microsoft.com/office/drawing/2014/main" id="{E13901A6-B8D6-8F2A-4663-208666AFAC83}"/>
              </a:ext>
            </a:extLst>
          </p:cNvPr>
          <p:cNvSpPr txBox="1"/>
          <p:nvPr/>
        </p:nvSpPr>
        <p:spPr>
          <a:xfrm>
            <a:off x="-543697" y="5622324"/>
            <a:ext cx="184731" cy="369332"/>
          </a:xfrm>
          <a:prstGeom prst="rect">
            <a:avLst/>
          </a:prstGeom>
          <a:noFill/>
        </p:spPr>
        <p:txBody>
          <a:bodyPr wrap="none" rtlCol="0">
            <a:spAutoFit/>
          </a:bodyPr>
          <a:lstStyle/>
          <a:p>
            <a:endParaRPr lang="es-ES_tradnl" noProof="1"/>
          </a:p>
        </p:txBody>
      </p:sp>
      <p:cxnSp>
        <p:nvCxnSpPr>
          <p:cNvPr id="27" name="Gerade Verbindung 26">
            <a:extLst>
              <a:ext uri="{FF2B5EF4-FFF2-40B4-BE49-F238E27FC236}">
                <a16:creationId xmlns:a16="http://schemas.microsoft.com/office/drawing/2014/main" id="{F9008273-9A2B-8C75-0A89-D03245044C45}"/>
              </a:ext>
            </a:extLst>
          </p:cNvPr>
          <p:cNvCxnSpPr>
            <a:cxnSpLocks/>
          </p:cNvCxnSpPr>
          <p:nvPr/>
        </p:nvCxnSpPr>
        <p:spPr>
          <a:xfrm>
            <a:off x="376884" y="1796587"/>
            <a:ext cx="9900837" cy="0"/>
          </a:xfrm>
          <a:prstGeom prst="line">
            <a:avLst/>
          </a:prstGeom>
          <a:ln w="9525">
            <a:solidFill>
              <a:schemeClr val="bg2">
                <a:lumMod val="50000"/>
              </a:schemeClr>
            </a:solidFill>
          </a:ln>
        </p:spPr>
        <p:style>
          <a:lnRef idx="2">
            <a:schemeClr val="dk1"/>
          </a:lnRef>
          <a:fillRef idx="0">
            <a:schemeClr val="dk1"/>
          </a:fillRef>
          <a:effectRef idx="1">
            <a:schemeClr val="dk1"/>
          </a:effectRef>
          <a:fontRef idx="minor">
            <a:schemeClr val="tx1"/>
          </a:fontRef>
        </p:style>
      </p:cxnSp>
      <p:pic>
        <p:nvPicPr>
          <p:cNvPr id="2" name="Grafik 1">
            <a:extLst>
              <a:ext uri="{FF2B5EF4-FFF2-40B4-BE49-F238E27FC236}">
                <a16:creationId xmlns:a16="http://schemas.microsoft.com/office/drawing/2014/main" id="{6FCF158A-64BD-35AE-6479-2D2FEF5DC9AD}"/>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15429" t="14728" r="25176" b="10832"/>
          <a:stretch>
            <a:fillRect/>
          </a:stretch>
        </p:blipFill>
        <p:spPr>
          <a:xfrm>
            <a:off x="10593555" y="1347883"/>
            <a:ext cx="1142114" cy="824422"/>
          </a:xfrm>
          <a:prstGeom prst="rect">
            <a:avLst/>
          </a:prstGeom>
        </p:spPr>
      </p:pic>
      <p:sp>
        <p:nvSpPr>
          <p:cNvPr id="22" name="Textfeld 21">
            <a:extLst>
              <a:ext uri="{FF2B5EF4-FFF2-40B4-BE49-F238E27FC236}">
                <a16:creationId xmlns:a16="http://schemas.microsoft.com/office/drawing/2014/main" id="{F5581CEF-45B6-4CFA-66B2-49C17D825F24}"/>
              </a:ext>
            </a:extLst>
          </p:cNvPr>
          <p:cNvSpPr txBox="1"/>
          <p:nvPr/>
        </p:nvSpPr>
        <p:spPr>
          <a:xfrm>
            <a:off x="340469" y="1382633"/>
            <a:ext cx="10169848" cy="400110"/>
          </a:xfrm>
          <a:prstGeom prst="rect">
            <a:avLst/>
          </a:prstGeom>
          <a:noFill/>
        </p:spPr>
        <p:txBody>
          <a:bodyPr wrap="square" rtlCol="0">
            <a:spAutoFit/>
          </a:bodyPr>
          <a:lstStyle/>
          <a:p>
            <a:r>
              <a:rPr lang="es-ES_tradnl" sz="2000" noProof="1">
                <a:solidFill>
                  <a:schemeClr val="tx1">
                    <a:lumMod val="75000"/>
                    <a:lumOff val="25000"/>
                  </a:schemeClr>
                </a:solidFill>
                <a:latin typeface="Times New Roman" panose="02020603050405020304" pitchFamily="18" charset="0"/>
                <a:cs typeface="Times New Roman" panose="02020603050405020304" pitchFamily="18" charset="0"/>
              </a:rPr>
              <a:t>Seguimiento y Curriculum</a:t>
            </a:r>
            <a:endParaRPr lang="es-ES_tradnl" sz="2000" b="1" noProof="1">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0" name="Textfeld 29">
            <a:extLst>
              <a:ext uri="{FF2B5EF4-FFF2-40B4-BE49-F238E27FC236}">
                <a16:creationId xmlns:a16="http://schemas.microsoft.com/office/drawing/2014/main" id="{9527D1A2-3A78-5B27-D6ED-3A6BA5249D15}"/>
              </a:ext>
            </a:extLst>
          </p:cNvPr>
          <p:cNvSpPr txBox="1"/>
          <p:nvPr/>
        </p:nvSpPr>
        <p:spPr>
          <a:xfrm>
            <a:off x="374790" y="256347"/>
            <a:ext cx="8271360" cy="523220"/>
          </a:xfrm>
          <a:prstGeom prst="rect">
            <a:avLst/>
          </a:prstGeom>
          <a:noFill/>
        </p:spPr>
        <p:txBody>
          <a:bodyPr wrap="square" rtlCol="0">
            <a:spAutoFit/>
          </a:bodyPr>
          <a:lstStyle/>
          <a:p>
            <a:r>
              <a:rPr lang="es-ES_tradnl" sz="2800" b="1" noProof="1">
                <a:solidFill>
                  <a:schemeClr val="bg2">
                    <a:lumMod val="10000"/>
                  </a:schemeClr>
                </a:solidFill>
                <a:latin typeface="Times New Roman" panose="02020603050405020304" pitchFamily="18" charset="0"/>
                <a:cs typeface="Times New Roman" panose="02020603050405020304" pitchFamily="18" charset="0"/>
              </a:rPr>
              <a:t>Curriculum </a:t>
            </a:r>
          </a:p>
        </p:txBody>
      </p:sp>
      <p:cxnSp>
        <p:nvCxnSpPr>
          <p:cNvPr id="58" name="Gewinkelte Verbindung 57">
            <a:extLst>
              <a:ext uri="{FF2B5EF4-FFF2-40B4-BE49-F238E27FC236}">
                <a16:creationId xmlns:a16="http://schemas.microsoft.com/office/drawing/2014/main" id="{F20568B7-CD24-BC5F-B4A0-6E20451CAF27}"/>
              </a:ext>
            </a:extLst>
          </p:cNvPr>
          <p:cNvCxnSpPr>
            <a:cxnSpLocks/>
            <a:stCxn id="35" idx="2"/>
            <a:endCxn id="26" idx="0"/>
          </p:cNvCxnSpPr>
          <p:nvPr/>
        </p:nvCxnSpPr>
        <p:spPr>
          <a:xfrm rot="16200000" flipH="1">
            <a:off x="1878860" y="3299543"/>
            <a:ext cx="1193857" cy="1036592"/>
          </a:xfrm>
          <a:prstGeom prst="bentConnector3">
            <a:avLst>
              <a:gd name="adj1" fmla="val 50000"/>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85" name="Gruppieren 84">
            <a:extLst>
              <a:ext uri="{FF2B5EF4-FFF2-40B4-BE49-F238E27FC236}">
                <a16:creationId xmlns:a16="http://schemas.microsoft.com/office/drawing/2014/main" id="{F3289FF2-33A1-950D-611A-527906A56957}"/>
              </a:ext>
            </a:extLst>
          </p:cNvPr>
          <p:cNvGrpSpPr/>
          <p:nvPr/>
        </p:nvGrpSpPr>
        <p:grpSpPr>
          <a:xfrm>
            <a:off x="7246280" y="3559171"/>
            <a:ext cx="3264791" cy="2783336"/>
            <a:chOff x="6169323" y="3034088"/>
            <a:chExt cx="3264791" cy="2783336"/>
          </a:xfrm>
        </p:grpSpPr>
        <p:grpSp>
          <p:nvGrpSpPr>
            <p:cNvPr id="86" name="Gruppieren 85">
              <a:extLst>
                <a:ext uri="{FF2B5EF4-FFF2-40B4-BE49-F238E27FC236}">
                  <a16:creationId xmlns:a16="http://schemas.microsoft.com/office/drawing/2014/main" id="{7B9AEF02-F435-D5C4-E334-E55D62C0DC3A}"/>
                </a:ext>
              </a:extLst>
            </p:cNvPr>
            <p:cNvGrpSpPr/>
            <p:nvPr/>
          </p:nvGrpSpPr>
          <p:grpSpPr>
            <a:xfrm>
              <a:off x="7686988" y="4590533"/>
              <a:ext cx="1039143" cy="1226891"/>
              <a:chOff x="2340512" y="2888303"/>
              <a:chExt cx="1039143" cy="1226891"/>
            </a:xfrm>
          </p:grpSpPr>
          <p:grpSp>
            <p:nvGrpSpPr>
              <p:cNvPr id="89" name="Gruppieren 88">
                <a:extLst>
                  <a:ext uri="{FF2B5EF4-FFF2-40B4-BE49-F238E27FC236}">
                    <a16:creationId xmlns:a16="http://schemas.microsoft.com/office/drawing/2014/main" id="{A974CC3C-5F43-6330-B522-9B4C5F5BFAD0}"/>
                  </a:ext>
                </a:extLst>
              </p:cNvPr>
              <p:cNvGrpSpPr/>
              <p:nvPr/>
            </p:nvGrpSpPr>
            <p:grpSpPr>
              <a:xfrm>
                <a:off x="2340512" y="3072154"/>
                <a:ext cx="1039143" cy="1043040"/>
                <a:chOff x="7793778" y="-23609"/>
                <a:chExt cx="1275466" cy="1149452"/>
              </a:xfrm>
            </p:grpSpPr>
            <p:pic>
              <p:nvPicPr>
                <p:cNvPr id="91" name="Grafik 90">
                  <a:extLst>
                    <a:ext uri="{FF2B5EF4-FFF2-40B4-BE49-F238E27FC236}">
                      <a16:creationId xmlns:a16="http://schemas.microsoft.com/office/drawing/2014/main" id="{9D5F1DA4-AB78-201C-E572-2A22FC3B4911}"/>
                    </a:ext>
                  </a:extLst>
                </p:cNvPr>
                <p:cNvPicPr>
                  <a:picLocks noChangeAspect="1"/>
                </p:cNvPicPr>
                <p:nvPr/>
              </p:nvPicPr>
              <p:blipFill>
                <a:blip r:embed="rId6"/>
                <a:srcRect l="22679" t="14811" r="19766" b="18544"/>
                <a:stretch>
                  <a:fillRect/>
                </a:stretch>
              </p:blipFill>
              <p:spPr>
                <a:xfrm>
                  <a:off x="7793778" y="-23609"/>
                  <a:ext cx="1275466" cy="1149452"/>
                </a:xfrm>
                <a:prstGeom prst="rect">
                  <a:avLst/>
                </a:prstGeom>
              </p:spPr>
            </p:pic>
            <p:sp>
              <p:nvSpPr>
                <p:cNvPr id="92" name="Textfeld 91">
                  <a:extLst>
                    <a:ext uri="{FF2B5EF4-FFF2-40B4-BE49-F238E27FC236}">
                      <a16:creationId xmlns:a16="http://schemas.microsoft.com/office/drawing/2014/main" id="{2932641B-3141-A999-1088-0996E57A21FA}"/>
                    </a:ext>
                  </a:extLst>
                </p:cNvPr>
                <p:cNvSpPr txBox="1"/>
                <p:nvPr/>
              </p:nvSpPr>
              <p:spPr>
                <a:xfrm>
                  <a:off x="8402980" y="809204"/>
                  <a:ext cx="622143" cy="288300"/>
                </a:xfrm>
                <a:prstGeom prst="rect">
                  <a:avLst/>
                </a:prstGeom>
                <a:noFill/>
              </p:spPr>
              <p:txBody>
                <a:bodyPr wrap="none" rtlCol="0">
                  <a:spAutoFit/>
                </a:bodyPr>
                <a:lstStyle/>
                <a:p>
                  <a:r>
                    <a:rPr lang="es-ES_tradnl" sz="1100" noProof="1"/>
                    <a:t>(TD3)</a:t>
                  </a:r>
                </a:p>
              </p:txBody>
            </p:sp>
          </p:grpSp>
          <p:sp>
            <p:nvSpPr>
              <p:cNvPr id="90" name="Textfeld 89">
                <a:extLst>
                  <a:ext uri="{FF2B5EF4-FFF2-40B4-BE49-F238E27FC236}">
                    <a16:creationId xmlns:a16="http://schemas.microsoft.com/office/drawing/2014/main" id="{8830BF4A-A898-6115-D8EE-1D18FCEEC286}"/>
                  </a:ext>
                </a:extLst>
              </p:cNvPr>
              <p:cNvSpPr txBox="1"/>
              <p:nvPr/>
            </p:nvSpPr>
            <p:spPr>
              <a:xfrm>
                <a:off x="2405471" y="2888303"/>
                <a:ext cx="938077" cy="261610"/>
              </a:xfrm>
              <a:prstGeom prst="rect">
                <a:avLst/>
              </a:prstGeom>
              <a:noFill/>
            </p:spPr>
            <p:txBody>
              <a:bodyPr wrap="none" rtlCol="0">
                <a:spAutoFit/>
              </a:bodyPr>
              <a:lstStyle/>
              <a:p>
                <a:r>
                  <a:rPr lang="es-ES_tradnl" sz="1100" noProof="1"/>
                  <a:t>Agente 1000</a:t>
                </a:r>
              </a:p>
            </p:txBody>
          </p:sp>
        </p:grpSp>
        <p:sp>
          <p:nvSpPr>
            <p:cNvPr id="87" name="Textfeld 86">
              <a:extLst>
                <a:ext uri="{FF2B5EF4-FFF2-40B4-BE49-F238E27FC236}">
                  <a16:creationId xmlns:a16="http://schemas.microsoft.com/office/drawing/2014/main" id="{0C60D8ED-B3FC-917A-175B-7FA6D241C511}"/>
                </a:ext>
              </a:extLst>
            </p:cNvPr>
            <p:cNvSpPr txBox="1"/>
            <p:nvPr/>
          </p:nvSpPr>
          <p:spPr>
            <a:xfrm>
              <a:off x="6169323" y="5103715"/>
              <a:ext cx="1529586" cy="430887"/>
            </a:xfrm>
            <a:prstGeom prst="rect">
              <a:avLst/>
            </a:prstGeom>
            <a:noFill/>
          </p:spPr>
          <p:txBody>
            <a:bodyPr wrap="none" rtlCol="0">
              <a:spAutoFit/>
            </a:bodyPr>
            <a:lstStyle/>
            <a:p>
              <a:r>
                <a:rPr lang="es-ES_tradnl" sz="1100" b="1" noProof="1"/>
                <a:t>Agente seleccionado</a:t>
              </a:r>
            </a:p>
            <a:p>
              <a:r>
                <a:rPr lang="es-ES_tradnl" sz="1100" noProof="1"/>
                <a:t>Checkpoint300</a:t>
              </a:r>
            </a:p>
          </p:txBody>
        </p:sp>
        <p:sp>
          <p:nvSpPr>
            <p:cNvPr id="88" name="Textfeld 87">
              <a:extLst>
                <a:ext uri="{FF2B5EF4-FFF2-40B4-BE49-F238E27FC236}">
                  <a16:creationId xmlns:a16="http://schemas.microsoft.com/office/drawing/2014/main" id="{C8C384D0-1003-9EAD-D802-159DE13126A4}"/>
                </a:ext>
              </a:extLst>
            </p:cNvPr>
            <p:cNvSpPr txBox="1"/>
            <p:nvPr/>
          </p:nvSpPr>
          <p:spPr>
            <a:xfrm>
              <a:off x="7098991" y="3034088"/>
              <a:ext cx="2335123" cy="1615827"/>
            </a:xfrm>
            <a:prstGeom prst="rect">
              <a:avLst/>
            </a:prstGeom>
            <a:solidFill>
              <a:schemeClr val="accent6">
                <a:lumMod val="20000"/>
                <a:lumOff val="80000"/>
              </a:schemeClr>
            </a:solidFill>
            <a:ln>
              <a:noFill/>
            </a:ln>
          </p:spPr>
          <p:txBody>
            <a:bodyPr wrap="square" rtlCol="0">
              <a:spAutoFit/>
            </a:bodyPr>
            <a:lstStyle/>
            <a:p>
              <a:r>
                <a:rPr lang="es-ES_tradnl" sz="1100" noProof="1"/>
                <a:t>Entrenamiento: </a:t>
              </a:r>
            </a:p>
            <a:p>
              <a:r>
                <a:rPr lang="es-ES_tradnl" sz="1100" noProof="1"/>
                <a:t>Scen58, Reward_SystemI</a:t>
              </a:r>
            </a:p>
            <a:p>
              <a:r>
                <a:rPr lang="es-ES_tradnl" sz="1100" noProof="1"/>
                <a:t>Run_x488, 1000eps</a:t>
              </a:r>
            </a:p>
            <a:p>
              <a:r>
                <a:rPr lang="es-ES_tradnl" sz="1100" noProof="1"/>
                <a:t>o1ini:  Random</a:t>
              </a:r>
              <a:endParaRPr lang="es-ES_tradnl" sz="1100" noProof="1">
                <a:sym typeface="Wingdings" pitchFamily="2" charset="2"/>
              </a:endParaRPr>
            </a:p>
            <a:p>
              <a:r>
                <a:rPr lang="es-ES_tradnl" sz="1100" noProof="1">
                  <a:sym typeface="Wingdings" pitchFamily="2" charset="2"/>
                </a:rPr>
                <a:t>o1sp:</a:t>
              </a:r>
              <a:r>
                <a:rPr lang="es-ES_tradnl" sz="1100" noProof="1"/>
                <a:t> Random</a:t>
              </a:r>
              <a:endParaRPr lang="es-ES_tradnl" sz="1100" noProof="1">
                <a:sym typeface="Wingdings" pitchFamily="2" charset="2"/>
              </a:endParaRPr>
            </a:p>
            <a:p>
              <a:r>
                <a:rPr lang="es-ES_tradnl" sz="1100" noProof="1"/>
                <a:t>do1ini</a:t>
              </a:r>
              <a:r>
                <a:rPr lang="es-ES_tradnl" sz="1100" noProof="1">
                  <a:sym typeface="Wingdings" pitchFamily="2" charset="2"/>
                </a:rPr>
                <a:t>: </a:t>
              </a:r>
              <a:r>
                <a:rPr lang="es-ES_tradnl" sz="1100" noProof="1"/>
                <a:t>Random</a:t>
              </a:r>
              <a:endParaRPr lang="es-ES_tradnl" sz="1100" noProof="1">
                <a:sym typeface="Wingdings" pitchFamily="2" charset="2"/>
              </a:endParaRPr>
            </a:p>
            <a:p>
              <a:r>
                <a:rPr lang="es-ES_tradnl" sz="1100" noProof="1">
                  <a:sym typeface="Wingdings" pitchFamily="2" charset="2"/>
                </a:rPr>
                <a:t>Roll: </a:t>
              </a:r>
              <a:r>
                <a:rPr lang="es-ES_tradnl" sz="1100" noProof="1"/>
                <a:t>Random</a:t>
              </a:r>
              <a:endParaRPr lang="es-ES_tradnl" sz="1100" noProof="1">
                <a:sym typeface="Wingdings" pitchFamily="2" charset="2"/>
              </a:endParaRPr>
            </a:p>
            <a:p>
              <a:r>
                <a:rPr lang="es-ES_tradnl" sz="1100" noProof="1">
                  <a:sym typeface="Wingdings" pitchFamily="2" charset="2"/>
                </a:rPr>
                <a:t>Pitch:</a:t>
              </a:r>
              <a:r>
                <a:rPr lang="es-ES_tradnl" sz="1100" noProof="1"/>
                <a:t>Random</a:t>
              </a:r>
              <a:endParaRPr lang="es-ES_tradnl" sz="1100" noProof="1">
                <a:sym typeface="Wingdings" pitchFamily="2" charset="2"/>
              </a:endParaRPr>
            </a:p>
            <a:p>
              <a:r>
                <a:rPr lang="es-ES_tradnl" sz="1100" noProof="1">
                  <a:sym typeface="Wingdings" pitchFamily="2" charset="2"/>
                </a:rPr>
                <a:t>Delay: Random</a:t>
              </a:r>
            </a:p>
          </p:txBody>
        </p:sp>
      </p:grpSp>
      <p:cxnSp>
        <p:nvCxnSpPr>
          <p:cNvPr id="107" name="Gerade Verbindung mit Pfeil 106">
            <a:extLst>
              <a:ext uri="{FF2B5EF4-FFF2-40B4-BE49-F238E27FC236}">
                <a16:creationId xmlns:a16="http://schemas.microsoft.com/office/drawing/2014/main" id="{80ABDF9F-5582-6797-3013-7BA7752EFE1D}"/>
              </a:ext>
            </a:extLst>
          </p:cNvPr>
          <p:cNvCxnSpPr>
            <a:cxnSpLocks/>
          </p:cNvCxnSpPr>
          <p:nvPr/>
        </p:nvCxnSpPr>
        <p:spPr>
          <a:xfrm>
            <a:off x="5946010" y="4657826"/>
            <a:ext cx="1863028" cy="1"/>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5" name="Gewinkelte Verbindung 24">
            <a:extLst>
              <a:ext uri="{FF2B5EF4-FFF2-40B4-BE49-F238E27FC236}">
                <a16:creationId xmlns:a16="http://schemas.microsoft.com/office/drawing/2014/main" id="{BD05C2FA-5B3F-E8A6-F4BC-9EC5B0FFF410}"/>
              </a:ext>
            </a:extLst>
          </p:cNvPr>
          <p:cNvCxnSpPr>
            <a:cxnSpLocks/>
            <a:stCxn id="34" idx="1"/>
          </p:cNvCxnSpPr>
          <p:nvPr/>
        </p:nvCxnSpPr>
        <p:spPr>
          <a:xfrm rot="10800000" flipV="1">
            <a:off x="1111946" y="2735225"/>
            <a:ext cx="150548" cy="2299673"/>
          </a:xfrm>
          <a:prstGeom prst="bentConnector2">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nvGrpSpPr>
          <p:cNvPr id="29" name="Gruppieren 28">
            <a:extLst>
              <a:ext uri="{FF2B5EF4-FFF2-40B4-BE49-F238E27FC236}">
                <a16:creationId xmlns:a16="http://schemas.microsoft.com/office/drawing/2014/main" id="{C3EA3DC5-DEF7-3FFD-4978-C2E6EF3252DF}"/>
              </a:ext>
            </a:extLst>
          </p:cNvPr>
          <p:cNvGrpSpPr/>
          <p:nvPr/>
        </p:nvGrpSpPr>
        <p:grpSpPr>
          <a:xfrm>
            <a:off x="1262496" y="2029857"/>
            <a:ext cx="2870221" cy="1226891"/>
            <a:chOff x="1871007" y="4084191"/>
            <a:chExt cx="2870221" cy="1226891"/>
          </a:xfrm>
        </p:grpSpPr>
        <p:grpSp>
          <p:nvGrpSpPr>
            <p:cNvPr id="31" name="Gruppieren 30">
              <a:extLst>
                <a:ext uri="{FF2B5EF4-FFF2-40B4-BE49-F238E27FC236}">
                  <a16:creationId xmlns:a16="http://schemas.microsoft.com/office/drawing/2014/main" id="{C691D6E8-4C9B-8E84-FD4D-D3168CA38C07}"/>
                </a:ext>
              </a:extLst>
            </p:cNvPr>
            <p:cNvGrpSpPr/>
            <p:nvPr/>
          </p:nvGrpSpPr>
          <p:grpSpPr>
            <a:xfrm>
              <a:off x="1871007" y="4268042"/>
              <a:ext cx="1039143" cy="1043040"/>
              <a:chOff x="7954338" y="203337"/>
              <a:chExt cx="1275466" cy="1149452"/>
            </a:xfrm>
          </p:grpSpPr>
          <p:pic>
            <p:nvPicPr>
              <p:cNvPr id="34" name="Grafik 33">
                <a:extLst>
                  <a:ext uri="{FF2B5EF4-FFF2-40B4-BE49-F238E27FC236}">
                    <a16:creationId xmlns:a16="http://schemas.microsoft.com/office/drawing/2014/main" id="{07CB6DDB-2A15-F114-2B28-260793910193}"/>
                  </a:ext>
                </a:extLst>
              </p:cNvPr>
              <p:cNvPicPr>
                <a:picLocks noChangeAspect="1"/>
              </p:cNvPicPr>
              <p:nvPr/>
            </p:nvPicPr>
            <p:blipFill>
              <a:blip r:embed="rId6"/>
              <a:srcRect l="22679" t="14811" r="19766" b="18544"/>
              <a:stretch>
                <a:fillRect/>
              </a:stretch>
            </p:blipFill>
            <p:spPr>
              <a:xfrm>
                <a:off x="7954338" y="203337"/>
                <a:ext cx="1275466" cy="1149452"/>
              </a:xfrm>
              <a:prstGeom prst="rect">
                <a:avLst/>
              </a:prstGeom>
              <a:ln>
                <a:noFill/>
              </a:ln>
            </p:spPr>
          </p:pic>
          <p:sp>
            <p:nvSpPr>
              <p:cNvPr id="35" name="Textfeld 34">
                <a:extLst>
                  <a:ext uri="{FF2B5EF4-FFF2-40B4-BE49-F238E27FC236}">
                    <a16:creationId xmlns:a16="http://schemas.microsoft.com/office/drawing/2014/main" id="{F1C3F7C1-C147-F319-CB4B-184A3D3860FF}"/>
                  </a:ext>
                </a:extLst>
              </p:cNvPr>
              <p:cNvSpPr txBox="1"/>
              <p:nvPr/>
            </p:nvSpPr>
            <p:spPr>
              <a:xfrm>
                <a:off x="8496319" y="1024996"/>
                <a:ext cx="622143" cy="288300"/>
              </a:xfrm>
              <a:prstGeom prst="rect">
                <a:avLst/>
              </a:prstGeom>
              <a:noFill/>
              <a:ln>
                <a:noFill/>
              </a:ln>
            </p:spPr>
            <p:txBody>
              <a:bodyPr wrap="none" rtlCol="0">
                <a:spAutoFit/>
              </a:bodyPr>
              <a:lstStyle/>
              <a:p>
                <a:r>
                  <a:rPr lang="es-ES_tradnl" sz="1100" noProof="1"/>
                  <a:t>(TD3)</a:t>
                </a:r>
              </a:p>
            </p:txBody>
          </p:sp>
        </p:grpSp>
        <p:sp>
          <p:nvSpPr>
            <p:cNvPr id="32" name="Textfeld 31">
              <a:extLst>
                <a:ext uri="{FF2B5EF4-FFF2-40B4-BE49-F238E27FC236}">
                  <a16:creationId xmlns:a16="http://schemas.microsoft.com/office/drawing/2014/main" id="{C1FD6646-BF3A-CEEC-3B53-3D397DA6493A}"/>
                </a:ext>
              </a:extLst>
            </p:cNvPr>
            <p:cNvSpPr txBox="1"/>
            <p:nvPr/>
          </p:nvSpPr>
          <p:spPr>
            <a:xfrm>
              <a:off x="1935966" y="4084191"/>
              <a:ext cx="938077" cy="261610"/>
            </a:xfrm>
            <a:prstGeom prst="rect">
              <a:avLst/>
            </a:prstGeom>
            <a:noFill/>
            <a:ln>
              <a:noFill/>
            </a:ln>
          </p:spPr>
          <p:txBody>
            <a:bodyPr wrap="none" rtlCol="0">
              <a:spAutoFit/>
            </a:bodyPr>
            <a:lstStyle/>
            <a:p>
              <a:r>
                <a:rPr lang="es-ES_tradnl" sz="1100" noProof="1"/>
                <a:t>Agente 1100</a:t>
              </a:r>
            </a:p>
          </p:txBody>
        </p:sp>
        <p:sp>
          <p:nvSpPr>
            <p:cNvPr id="33" name="Textfeld 32">
              <a:extLst>
                <a:ext uri="{FF2B5EF4-FFF2-40B4-BE49-F238E27FC236}">
                  <a16:creationId xmlns:a16="http://schemas.microsoft.com/office/drawing/2014/main" id="{D13B8FF2-F2E2-9F15-D384-B80820FF260E}"/>
                </a:ext>
              </a:extLst>
            </p:cNvPr>
            <p:cNvSpPr txBox="1"/>
            <p:nvPr/>
          </p:nvSpPr>
          <p:spPr>
            <a:xfrm>
              <a:off x="2897735" y="4413471"/>
              <a:ext cx="1843493" cy="600164"/>
            </a:xfrm>
            <a:prstGeom prst="rect">
              <a:avLst/>
            </a:prstGeom>
            <a:noFill/>
            <a:ln>
              <a:noFill/>
            </a:ln>
          </p:spPr>
          <p:txBody>
            <a:bodyPr wrap="square" rtlCol="0">
              <a:spAutoFit/>
            </a:bodyPr>
            <a:lstStyle/>
            <a:p>
              <a:r>
                <a:rPr lang="es-ES_tradnl" sz="1100" noProof="1"/>
                <a:t>Scen58, Reward_SystemD</a:t>
              </a:r>
            </a:p>
            <a:p>
              <a:r>
                <a:rPr lang="es-ES_tradnl" sz="1100" noProof="1"/>
                <a:t>Run_x427, 1100eps</a:t>
              </a:r>
            </a:p>
            <a:p>
              <a:r>
                <a:rPr lang="es-ES_tradnl" sz="1100" noProof="1"/>
                <a:t>Checkpoint200</a:t>
              </a:r>
            </a:p>
          </p:txBody>
        </p:sp>
      </p:grpSp>
      <p:grpSp>
        <p:nvGrpSpPr>
          <p:cNvPr id="38" name="Gruppieren 37">
            <a:extLst>
              <a:ext uri="{FF2B5EF4-FFF2-40B4-BE49-F238E27FC236}">
                <a16:creationId xmlns:a16="http://schemas.microsoft.com/office/drawing/2014/main" id="{0305876B-990B-EB6E-42E3-C1BA09FA411E}"/>
              </a:ext>
            </a:extLst>
          </p:cNvPr>
          <p:cNvGrpSpPr/>
          <p:nvPr/>
        </p:nvGrpSpPr>
        <p:grpSpPr>
          <a:xfrm>
            <a:off x="3880139" y="3858646"/>
            <a:ext cx="2870221" cy="1226891"/>
            <a:chOff x="1871007" y="4084191"/>
            <a:chExt cx="2870221" cy="1226891"/>
          </a:xfrm>
        </p:grpSpPr>
        <p:grpSp>
          <p:nvGrpSpPr>
            <p:cNvPr id="39" name="Gruppieren 38">
              <a:extLst>
                <a:ext uri="{FF2B5EF4-FFF2-40B4-BE49-F238E27FC236}">
                  <a16:creationId xmlns:a16="http://schemas.microsoft.com/office/drawing/2014/main" id="{00659BAE-1A05-0F09-E6E4-6E9CE8AED302}"/>
                </a:ext>
              </a:extLst>
            </p:cNvPr>
            <p:cNvGrpSpPr/>
            <p:nvPr/>
          </p:nvGrpSpPr>
          <p:grpSpPr>
            <a:xfrm>
              <a:off x="1871007" y="4268042"/>
              <a:ext cx="1039143" cy="1043040"/>
              <a:chOff x="7954338" y="203337"/>
              <a:chExt cx="1275466" cy="1149452"/>
            </a:xfrm>
          </p:grpSpPr>
          <p:pic>
            <p:nvPicPr>
              <p:cNvPr id="42" name="Grafik 41">
                <a:extLst>
                  <a:ext uri="{FF2B5EF4-FFF2-40B4-BE49-F238E27FC236}">
                    <a16:creationId xmlns:a16="http://schemas.microsoft.com/office/drawing/2014/main" id="{CA436E14-5A8C-3359-595F-A8115280F53D}"/>
                  </a:ext>
                </a:extLst>
              </p:cNvPr>
              <p:cNvPicPr>
                <a:picLocks noChangeAspect="1"/>
              </p:cNvPicPr>
              <p:nvPr/>
            </p:nvPicPr>
            <p:blipFill>
              <a:blip r:embed="rId6"/>
              <a:srcRect l="22679" t="14811" r="19766" b="18544"/>
              <a:stretch>
                <a:fillRect/>
              </a:stretch>
            </p:blipFill>
            <p:spPr>
              <a:xfrm>
                <a:off x="7954338" y="203337"/>
                <a:ext cx="1275466" cy="1149452"/>
              </a:xfrm>
              <a:prstGeom prst="rect">
                <a:avLst/>
              </a:prstGeom>
              <a:ln>
                <a:noFill/>
              </a:ln>
            </p:spPr>
          </p:pic>
          <p:sp>
            <p:nvSpPr>
              <p:cNvPr id="43" name="Textfeld 42">
                <a:extLst>
                  <a:ext uri="{FF2B5EF4-FFF2-40B4-BE49-F238E27FC236}">
                    <a16:creationId xmlns:a16="http://schemas.microsoft.com/office/drawing/2014/main" id="{892C119F-CED1-9970-9F91-D12F640E0B65}"/>
                  </a:ext>
                </a:extLst>
              </p:cNvPr>
              <p:cNvSpPr txBox="1"/>
              <p:nvPr/>
            </p:nvSpPr>
            <p:spPr>
              <a:xfrm>
                <a:off x="8496319" y="1024996"/>
                <a:ext cx="622143" cy="288300"/>
              </a:xfrm>
              <a:prstGeom prst="rect">
                <a:avLst/>
              </a:prstGeom>
              <a:noFill/>
              <a:ln>
                <a:noFill/>
              </a:ln>
            </p:spPr>
            <p:txBody>
              <a:bodyPr wrap="none" rtlCol="0">
                <a:spAutoFit/>
              </a:bodyPr>
              <a:lstStyle/>
              <a:p>
                <a:r>
                  <a:rPr lang="es-ES_tradnl" sz="1100" noProof="1"/>
                  <a:t>(TD3)</a:t>
                </a:r>
              </a:p>
            </p:txBody>
          </p:sp>
        </p:grpSp>
        <p:sp>
          <p:nvSpPr>
            <p:cNvPr id="40" name="Textfeld 39">
              <a:extLst>
                <a:ext uri="{FF2B5EF4-FFF2-40B4-BE49-F238E27FC236}">
                  <a16:creationId xmlns:a16="http://schemas.microsoft.com/office/drawing/2014/main" id="{36295E8B-EBEF-3768-64E1-6920E316D64F}"/>
                </a:ext>
              </a:extLst>
            </p:cNvPr>
            <p:cNvSpPr txBox="1"/>
            <p:nvPr/>
          </p:nvSpPr>
          <p:spPr>
            <a:xfrm>
              <a:off x="1935966" y="4084191"/>
              <a:ext cx="938077" cy="261610"/>
            </a:xfrm>
            <a:prstGeom prst="rect">
              <a:avLst/>
            </a:prstGeom>
            <a:noFill/>
            <a:ln>
              <a:noFill/>
            </a:ln>
          </p:spPr>
          <p:txBody>
            <a:bodyPr wrap="none" rtlCol="0">
              <a:spAutoFit/>
            </a:bodyPr>
            <a:lstStyle/>
            <a:p>
              <a:r>
                <a:rPr lang="es-ES_tradnl" sz="1100" noProof="1"/>
                <a:t>Agente 1000</a:t>
              </a:r>
            </a:p>
          </p:txBody>
        </p:sp>
        <p:sp>
          <p:nvSpPr>
            <p:cNvPr id="41" name="Textfeld 40">
              <a:extLst>
                <a:ext uri="{FF2B5EF4-FFF2-40B4-BE49-F238E27FC236}">
                  <a16:creationId xmlns:a16="http://schemas.microsoft.com/office/drawing/2014/main" id="{48BBB458-F40C-D54E-5764-F840A74104DD}"/>
                </a:ext>
              </a:extLst>
            </p:cNvPr>
            <p:cNvSpPr txBox="1"/>
            <p:nvPr/>
          </p:nvSpPr>
          <p:spPr>
            <a:xfrm>
              <a:off x="2897735" y="4413471"/>
              <a:ext cx="1843493" cy="600164"/>
            </a:xfrm>
            <a:prstGeom prst="rect">
              <a:avLst/>
            </a:prstGeom>
            <a:noFill/>
            <a:ln>
              <a:noFill/>
            </a:ln>
          </p:spPr>
          <p:txBody>
            <a:bodyPr wrap="square" rtlCol="0">
              <a:spAutoFit/>
            </a:bodyPr>
            <a:lstStyle/>
            <a:p>
              <a:r>
                <a:rPr lang="es-ES_tradnl" sz="1100" noProof="1"/>
                <a:t>Scen58, Reward_SystemI</a:t>
              </a:r>
            </a:p>
            <a:p>
              <a:r>
                <a:rPr lang="es-ES_tradnl" sz="1100" noProof="1"/>
                <a:t>Run_x969, 1000eps</a:t>
              </a:r>
            </a:p>
            <a:p>
              <a:r>
                <a:rPr lang="es-ES_tradnl" sz="1100" noProof="1"/>
                <a:t>Checkpoint500</a:t>
              </a:r>
            </a:p>
          </p:txBody>
        </p:sp>
      </p:grpSp>
      <p:cxnSp>
        <p:nvCxnSpPr>
          <p:cNvPr id="12" name="Gerade Verbindung mit Pfeil 11">
            <a:extLst>
              <a:ext uri="{FF2B5EF4-FFF2-40B4-BE49-F238E27FC236}">
                <a16:creationId xmlns:a16="http://schemas.microsoft.com/office/drawing/2014/main" id="{CB385140-4F17-5A8B-616D-8E9E5DA7C966}"/>
              </a:ext>
            </a:extLst>
          </p:cNvPr>
          <p:cNvCxnSpPr>
            <a:cxnSpLocks/>
            <a:stCxn id="26" idx="3"/>
          </p:cNvCxnSpPr>
          <p:nvPr/>
        </p:nvCxnSpPr>
        <p:spPr>
          <a:xfrm>
            <a:off x="3188208" y="4545573"/>
            <a:ext cx="438457" cy="0"/>
          </a:xfrm>
          <a:prstGeom prst="straightConnector1">
            <a:avLst/>
          </a:prstGeom>
          <a:ln w="635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6" name="Textfeld 25">
            <a:extLst>
              <a:ext uri="{FF2B5EF4-FFF2-40B4-BE49-F238E27FC236}">
                <a16:creationId xmlns:a16="http://schemas.microsoft.com/office/drawing/2014/main" id="{7123FB11-A585-C742-1FBF-76A5B172EF6D}"/>
              </a:ext>
            </a:extLst>
          </p:cNvPr>
          <p:cNvSpPr txBox="1"/>
          <p:nvPr/>
        </p:nvSpPr>
        <p:spPr>
          <a:xfrm>
            <a:off x="2799960" y="4414768"/>
            <a:ext cx="388248" cy="261610"/>
          </a:xfrm>
          <a:prstGeom prst="rect">
            <a:avLst/>
          </a:prstGeom>
          <a:noFill/>
        </p:spPr>
        <p:txBody>
          <a:bodyPr wrap="none" rtlCol="0">
            <a:spAutoFit/>
          </a:bodyPr>
          <a:lstStyle/>
          <a:p>
            <a:r>
              <a:rPr lang="es-ES_tradnl" sz="1100" b="1" noProof="1"/>
              <a:t>(…)</a:t>
            </a:r>
            <a:endParaRPr lang="es-ES_tradnl" sz="1100" noProof="1"/>
          </a:p>
        </p:txBody>
      </p:sp>
      <p:sp>
        <p:nvSpPr>
          <p:cNvPr id="28" name="Textfeld 27">
            <a:extLst>
              <a:ext uri="{FF2B5EF4-FFF2-40B4-BE49-F238E27FC236}">
                <a16:creationId xmlns:a16="http://schemas.microsoft.com/office/drawing/2014/main" id="{B408B32F-B63A-6208-B07C-C65B2A920FAA}"/>
              </a:ext>
            </a:extLst>
          </p:cNvPr>
          <p:cNvSpPr txBox="1"/>
          <p:nvPr/>
        </p:nvSpPr>
        <p:spPr>
          <a:xfrm>
            <a:off x="942511" y="5048989"/>
            <a:ext cx="388248" cy="261610"/>
          </a:xfrm>
          <a:prstGeom prst="rect">
            <a:avLst/>
          </a:prstGeom>
          <a:noFill/>
        </p:spPr>
        <p:txBody>
          <a:bodyPr wrap="none" rtlCol="0">
            <a:spAutoFit/>
          </a:bodyPr>
          <a:lstStyle/>
          <a:p>
            <a:r>
              <a:rPr lang="es-ES_tradnl" sz="1100" b="1" noProof="1"/>
              <a:t>(…)</a:t>
            </a:r>
            <a:endParaRPr lang="es-ES_tradnl" sz="1100" noProof="1"/>
          </a:p>
        </p:txBody>
      </p:sp>
      <p:sp>
        <p:nvSpPr>
          <p:cNvPr id="3" name="Fußzeilenplatzhalter 2">
            <a:extLst>
              <a:ext uri="{FF2B5EF4-FFF2-40B4-BE49-F238E27FC236}">
                <a16:creationId xmlns:a16="http://schemas.microsoft.com/office/drawing/2014/main" id="{AD5EEB4B-E5EC-29A8-DAAB-CFB8A6E00715}"/>
              </a:ext>
            </a:extLst>
          </p:cNvPr>
          <p:cNvSpPr>
            <a:spLocks noGrp="1"/>
          </p:cNvSpPr>
          <p:nvPr>
            <p:ph type="ftr" sz="quarter" idx="11"/>
          </p:nvPr>
        </p:nvSpPr>
        <p:spPr>
          <a:xfrm>
            <a:off x="531341" y="6356350"/>
            <a:ext cx="10928609" cy="365125"/>
          </a:xfrm>
        </p:spPr>
        <p:txBody>
          <a:bodyPr/>
          <a:lstStyle/>
          <a:p>
            <a:r>
              <a:rPr lang="es-ES_tradnl" sz="900" noProof="1">
                <a:solidFill>
                  <a:schemeClr val="tx1"/>
                </a:solidFill>
              </a:rPr>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4241009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55AA8-CD1B-CDC1-8067-024F74ADA2D9}"/>
            </a:ext>
          </a:extLst>
        </p:cNvPr>
        <p:cNvGrpSpPr/>
        <p:nvPr/>
      </p:nvGrpSpPr>
      <p:grpSpPr>
        <a:xfrm>
          <a:off x="0" y="0"/>
          <a:ext cx="0" cy="0"/>
          <a:chOff x="0" y="0"/>
          <a:chExt cx="0" cy="0"/>
        </a:xfrm>
      </p:grpSpPr>
      <p:sp>
        <p:nvSpPr>
          <p:cNvPr id="6" name="Textplatzhalter 2">
            <a:extLst>
              <a:ext uri="{FF2B5EF4-FFF2-40B4-BE49-F238E27FC236}">
                <a16:creationId xmlns:a16="http://schemas.microsoft.com/office/drawing/2014/main" id="{ED8ED69F-BF91-CC3C-2994-0A1BBEA6A64B}"/>
              </a:ext>
            </a:extLst>
          </p:cNvPr>
          <p:cNvSpPr>
            <a:spLocks noGrp="1"/>
          </p:cNvSpPr>
          <p:nvPr>
            <p:ph type="body" sz="quarter" idx="12"/>
          </p:nvPr>
        </p:nvSpPr>
        <p:spPr/>
        <p:txBody>
          <a:bodyPr/>
          <a:lstStyle/>
          <a:p>
            <a:r>
              <a:rPr lang="es-ES_tradnl" noProof="1">
                <a:solidFill>
                  <a:schemeClr val="tx1">
                    <a:lumMod val="75000"/>
                    <a:lumOff val="25000"/>
                  </a:schemeClr>
                </a:solidFill>
              </a:rPr>
              <a:t>Curva de Aprendizaje y Métricas. Agente1000</a:t>
            </a:r>
          </a:p>
          <a:p>
            <a:endParaRPr lang="es-ES_tradnl" noProof="1"/>
          </a:p>
        </p:txBody>
      </p:sp>
      <mc:AlternateContent xmlns:mc="http://schemas.openxmlformats.org/markup-compatibility/2006">
        <mc:Choice xmlns:a14="http://schemas.microsoft.com/office/drawing/2010/main" Requires="a14">
          <p:graphicFrame>
            <p:nvGraphicFramePr>
              <p:cNvPr id="7" name="Inhaltsplatzhalter 28">
                <a:extLst>
                  <a:ext uri="{FF2B5EF4-FFF2-40B4-BE49-F238E27FC236}">
                    <a16:creationId xmlns:a16="http://schemas.microsoft.com/office/drawing/2014/main" id="{384C64DF-7FAD-E726-A51B-AD467BBD43A7}"/>
                  </a:ext>
                </a:extLst>
              </p:cNvPr>
              <p:cNvGraphicFramePr>
                <a:graphicFrameLocks noGrp="1"/>
              </p:cNvGraphicFramePr>
              <p:nvPr>
                <p:ph sz="quarter" idx="14"/>
              </p:nvPr>
            </p:nvGraphicFramePr>
            <p:xfrm>
              <a:off x="6556375" y="2636838"/>
              <a:ext cx="5190134" cy="3450082"/>
            </p:xfrm>
            <a:graphic>
              <a:graphicData uri="http://schemas.openxmlformats.org/drawingml/2006/table">
                <a:tbl>
                  <a:tblPr firstRow="1" firstCol="1" bandRow="1">
                    <a:tableStyleId>{5C22544A-7EE6-4342-B048-85BDC9FD1C3A}</a:tableStyleId>
                  </a:tblPr>
                  <a:tblGrid>
                    <a:gridCol w="1212478">
                      <a:extLst>
                        <a:ext uri="{9D8B030D-6E8A-4147-A177-3AD203B41FA5}">
                          <a16:colId xmlns:a16="http://schemas.microsoft.com/office/drawing/2014/main" val="2405561049"/>
                        </a:ext>
                      </a:extLst>
                    </a:gridCol>
                    <a:gridCol w="605933">
                      <a:extLst>
                        <a:ext uri="{9D8B030D-6E8A-4147-A177-3AD203B41FA5}">
                          <a16:colId xmlns:a16="http://schemas.microsoft.com/office/drawing/2014/main" val="488062266"/>
                        </a:ext>
                      </a:extLst>
                    </a:gridCol>
                    <a:gridCol w="678620">
                      <a:extLst>
                        <a:ext uri="{9D8B030D-6E8A-4147-A177-3AD203B41FA5}">
                          <a16:colId xmlns:a16="http://schemas.microsoft.com/office/drawing/2014/main" val="1893478119"/>
                        </a:ext>
                      </a:extLst>
                    </a:gridCol>
                    <a:gridCol w="244939">
                      <a:extLst>
                        <a:ext uri="{9D8B030D-6E8A-4147-A177-3AD203B41FA5}">
                          <a16:colId xmlns:a16="http://schemas.microsoft.com/office/drawing/2014/main" val="3116834067"/>
                        </a:ext>
                      </a:extLst>
                    </a:gridCol>
                    <a:gridCol w="1308376">
                      <a:extLst>
                        <a:ext uri="{9D8B030D-6E8A-4147-A177-3AD203B41FA5}">
                          <a16:colId xmlns:a16="http://schemas.microsoft.com/office/drawing/2014/main" val="2774520855"/>
                        </a:ext>
                      </a:extLst>
                    </a:gridCol>
                    <a:gridCol w="538742">
                      <a:extLst>
                        <a:ext uri="{9D8B030D-6E8A-4147-A177-3AD203B41FA5}">
                          <a16:colId xmlns:a16="http://schemas.microsoft.com/office/drawing/2014/main" val="1733927255"/>
                        </a:ext>
                      </a:extLst>
                    </a:gridCol>
                    <a:gridCol w="601046">
                      <a:extLst>
                        <a:ext uri="{9D8B030D-6E8A-4147-A177-3AD203B41FA5}">
                          <a16:colId xmlns:a16="http://schemas.microsoft.com/office/drawing/2014/main" val="798805586"/>
                        </a:ext>
                      </a:extLst>
                    </a:gridCol>
                  </a:tblGrid>
                  <a:tr h="0">
                    <a:tc gridSpan="3">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Training Stats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Advanced Agent Options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2757476921"/>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Métrica</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rPr>
                            <a:t>Valor</a:t>
                          </a: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Métrica</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249351327"/>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Total de episodios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𝑁</m:t>
                                    </m:r>
                                  </m:e>
                                  <m:sub>
                                    <m:r>
                                      <a:rPr lang="es-ES_tradnl" sz="900" noProof="1" dirty="0" smtClean="0">
                                        <a:solidFill>
                                          <a:schemeClr val="tx1"/>
                                        </a:solidFill>
                                        <a:effectLst/>
                                        <a:latin typeface="Cambria Math" panose="02040503050406030204" pitchFamily="18" charset="0"/>
                                      </a:rPr>
                                      <m:t>𝑒𝑝</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Tiempo muestreo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𝑇</m:t>
                                    </m:r>
                                  </m:e>
                                  <m:sub>
                                    <m:r>
                                      <a:rPr lang="es-ES_tradnl" sz="900" noProof="1" dirty="0" smtClean="0">
                                        <a:solidFill>
                                          <a:schemeClr val="tx1"/>
                                        </a:solidFill>
                                        <a:effectLst/>
                                        <a:latin typeface="Cambria Math" panose="02040503050406030204" pitchFamily="18" charset="0"/>
                                      </a:rPr>
                                      <m:t>𝑠</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0.01</a:t>
                          </a:r>
                        </a:p>
                      </a:txBody>
                      <a:tcPr marL="68580" marR="68580" marT="0" marB="0">
                        <a:noFill/>
                      </a:tcPr>
                    </a:tc>
                    <a:extLst>
                      <a:ext uri="{0D108BD9-81ED-4DB2-BD59-A6C34878D82A}">
                        <a16:rowId xmlns:a16="http://schemas.microsoft.com/office/drawing/2014/main" val="3651999875"/>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Recompensa total último episodio</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𝑅</m:t>
                                    </m:r>
                                  </m:e>
                                  <m:sub>
                                    <m:r>
                                      <a:rPr lang="es-ES_tradnl" sz="900" noProof="1" dirty="0" smtClean="0">
                                        <a:solidFill>
                                          <a:schemeClr val="tx1"/>
                                        </a:solidFill>
                                        <a:effectLst/>
                                        <a:latin typeface="Cambria Math" panose="02040503050406030204" pitchFamily="18" charset="0"/>
                                      </a:rPr>
                                      <m:t>𝑒𝑝</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-195.983</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Factor descuento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𝛾</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0.99</a:t>
                          </a:r>
                        </a:p>
                      </a:txBody>
                      <a:tcPr marL="68580" marR="68580" marT="0" marB="0">
                        <a:noFill/>
                      </a:tcPr>
                    </a:tc>
                    <a:extLst>
                      <a:ext uri="{0D108BD9-81ED-4DB2-BD59-A6C34878D82A}">
                        <a16:rowId xmlns:a16="http://schemas.microsoft.com/office/drawing/2014/main" val="1553189194"/>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Recompensa Media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14:m>
                            <m:oMathPara xmlns:m="http://schemas.openxmlformats.org/officeDocument/2006/math">
                              <m:oMathParaPr>
                                <m:jc m:val="left"/>
                              </m:oMathParaPr>
                              <m:oMath xmlns:m="http://schemas.openxmlformats.org/officeDocument/2006/math">
                                <m:acc>
                                  <m:accPr>
                                    <m:chr m:val="̅"/>
                                    <m:ctrlPr>
                                      <a:rPr lang="es-ES_tradnl" sz="900" i="1" noProof="1" dirty="0" smtClean="0">
                                        <a:solidFill>
                                          <a:schemeClr val="tx1"/>
                                        </a:solidFill>
                                        <a:effectLst/>
                                        <a:latin typeface="Cambria Math" panose="02040503050406030204" pitchFamily="18" charset="0"/>
                                      </a:rPr>
                                    </m:ctrlPr>
                                  </m:accPr>
                                  <m:e>
                                    <m:r>
                                      <a:rPr lang="es-ES_tradnl" sz="900" noProof="1" dirty="0" smtClean="0">
                                        <a:solidFill>
                                          <a:schemeClr val="tx1"/>
                                        </a:solidFill>
                                        <a:effectLst/>
                                        <a:latin typeface="Cambria Math" panose="02040503050406030204" pitchFamily="18" charset="0"/>
                                      </a:rPr>
                                      <m:t>𝑅</m:t>
                                    </m:r>
                                  </m:e>
                                </m:acc>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-172.063</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Tamaño del Batchize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𝐵</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64</a:t>
                          </a:r>
                        </a:p>
                      </a:txBody>
                      <a:tcPr marL="68580" marR="68580" marT="0" marB="0">
                        <a:noFill/>
                      </a:tcPr>
                    </a:tc>
                    <a:extLst>
                      <a:ext uri="{0D108BD9-81ED-4DB2-BD59-A6C34878D82A}">
                        <a16:rowId xmlns:a16="http://schemas.microsoft.com/office/drawing/2014/main" val="2369504454"/>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Pasos último episodio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Tamaño del Exp. Buffer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50000</a:t>
                          </a:r>
                        </a:p>
                      </a:txBody>
                      <a:tcPr marL="68580" marR="68580" marT="0" marB="0">
                        <a:noFill/>
                      </a:tcPr>
                    </a:tc>
                    <a:extLst>
                      <a:ext uri="{0D108BD9-81ED-4DB2-BD59-A6C34878D82A}">
                        <a16:rowId xmlns:a16="http://schemas.microsoft.com/office/drawing/2014/main" val="2218705704"/>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Número total de pasos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𝑁</m:t>
                                    </m:r>
                                  </m:e>
                                  <m:sub>
                                    <m:r>
                                      <a:rPr lang="es-ES_tradnl" sz="900" noProof="1" dirty="0" smtClean="0">
                                        <a:solidFill>
                                          <a:schemeClr val="tx1"/>
                                        </a:solidFill>
                                        <a:effectLst/>
                                        <a:latin typeface="Cambria Math" panose="02040503050406030204" pitchFamily="18" charset="0"/>
                                      </a:rPr>
                                      <m:t>𝑠𝑡𝑒𝑝𝑠</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600000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Modo del Buffer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Reset</a:t>
                          </a:r>
                        </a:p>
                      </a:txBody>
                      <a:tcPr marL="68580" marR="68580" marT="0" marB="0">
                        <a:noFill/>
                      </a:tcPr>
                    </a:tc>
                    <a:extLst>
                      <a:ext uri="{0D108BD9-81ED-4DB2-BD59-A6C34878D82A}">
                        <a16:rowId xmlns:a16="http://schemas.microsoft.com/office/drawing/2014/main" val="162980202"/>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Promedio pasos/eps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Taza aprendizaje actor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𝛼</m:t>
                                    </m:r>
                                  </m:e>
                                  <m:sub>
                                    <m:r>
                                      <a:rPr lang="es-ES_tradnl" sz="900" noProof="1" dirty="0" smtClean="0">
                                        <a:solidFill>
                                          <a:schemeClr val="tx1"/>
                                        </a:solidFill>
                                        <a:effectLst/>
                                        <a:latin typeface="Cambria Math" panose="02040503050406030204" pitchFamily="18" charset="0"/>
                                      </a:rPr>
                                      <m:t>𝑎</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1.0000e-04</a:t>
                          </a:r>
                        </a:p>
                      </a:txBody>
                      <a:tcPr marL="68580" marR="68580" marT="0" marB="0">
                        <a:noFill/>
                      </a:tcPr>
                    </a:tc>
                    <a:extLst>
                      <a:ext uri="{0D108BD9-81ED-4DB2-BD59-A6C34878D82A}">
                        <a16:rowId xmlns:a16="http://schemas.microsoft.com/office/drawing/2014/main" val="2246294582"/>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Valor Q estimado</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𝑄</m:t>
                                    </m:r>
                                  </m:e>
                                  <m:sub>
                                    <m:r>
                                      <a:rPr lang="es-ES_tradnl" sz="900" noProof="1" dirty="0" smtClean="0">
                                        <a:solidFill>
                                          <a:schemeClr val="tx1"/>
                                        </a:solidFill>
                                        <a:effectLst/>
                                        <a:latin typeface="Cambria Math" panose="02040503050406030204" pitchFamily="18" charset="0"/>
                                      </a:rPr>
                                      <m:t>0</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-135.065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Optimizador del actor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adam</a:t>
                          </a:r>
                        </a:p>
                      </a:txBody>
                      <a:tcPr marL="68580" marR="68580" marT="0" marB="0">
                        <a:noFill/>
                      </a:tcPr>
                    </a:tc>
                    <a:extLst>
                      <a:ext uri="{0D108BD9-81ED-4DB2-BD59-A6C34878D82A}">
                        <a16:rowId xmlns:a16="http://schemas.microsoft.com/office/drawing/2014/main" val="2461838232"/>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Taza aprendizaje critico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𝛼</m:t>
                                    </m:r>
                                  </m:e>
                                  <m:sub>
                                    <m:r>
                                      <a:rPr lang="es-ES_tradnl" sz="900" noProof="1" dirty="0" smtClean="0">
                                        <a:solidFill>
                                          <a:schemeClr val="tx1"/>
                                        </a:solidFill>
                                        <a:effectLst/>
                                        <a:latin typeface="Cambria Math" panose="02040503050406030204" pitchFamily="18" charset="0"/>
                                      </a:rPr>
                                      <m:t>𝑐</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0.001</a:t>
                          </a:r>
                        </a:p>
                      </a:txBody>
                      <a:tcPr marL="68580" marR="68580" marT="0" marB="0">
                        <a:noFill/>
                      </a:tcPr>
                    </a:tc>
                    <a:extLst>
                      <a:ext uri="{0D108BD9-81ED-4DB2-BD59-A6C34878D82A}">
                        <a16:rowId xmlns:a16="http://schemas.microsoft.com/office/drawing/2014/main" val="1074147338"/>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Optimizador del critico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adam</a:t>
                          </a:r>
                        </a:p>
                      </a:txBody>
                      <a:tcPr marL="68580" marR="68580" marT="0" marB="0">
                        <a:noFill/>
                      </a:tcPr>
                    </a:tc>
                    <a:extLst>
                      <a:ext uri="{0D108BD9-81ED-4DB2-BD59-A6C34878D82A}">
                        <a16:rowId xmlns:a16="http://schemas.microsoft.com/office/drawing/2014/main" val="1323057893"/>
                      </a:ext>
                    </a:extLst>
                  </a:tr>
                  <a:tr h="0">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Coeficiente actualización suave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𝜏</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rPr>
                            <a:t>0.005</a:t>
                          </a:r>
                        </a:p>
                      </a:txBody>
                      <a:tcPr marL="68580" marR="68580" marT="0" marB="0">
                        <a:noFill/>
                      </a:tcPr>
                    </a:tc>
                    <a:extLst>
                      <a:ext uri="{0D108BD9-81ED-4DB2-BD59-A6C34878D82A}">
                        <a16:rowId xmlns:a16="http://schemas.microsoft.com/office/drawing/2014/main" val="1763709122"/>
                      </a:ext>
                    </a:extLst>
                  </a:tr>
                  <a:tr h="0">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gridSpan="5">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591244666"/>
                      </a:ext>
                    </a:extLst>
                  </a:tr>
                  <a:tr h="0">
                    <a:tc gridSpan="3">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Exploration Gaussian Model</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 </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Target Policy Smoothing</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2292615868"/>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Métrica</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Métrica</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85791803"/>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𝜎</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0.15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𝜎</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0.1</a:t>
                          </a:r>
                        </a:p>
                      </a:txBody>
                      <a:tcPr marL="68580" marR="68580" marT="0" marB="0">
                        <a:noFill/>
                      </a:tcPr>
                    </a:tc>
                    <a:extLst>
                      <a:ext uri="{0D108BD9-81ED-4DB2-BD59-A6C34878D82A}">
                        <a16:rowId xmlns:a16="http://schemas.microsoft.com/office/drawing/2014/main" val="2266937107"/>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Mean</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𝜇</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Mean</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r>
                                  <a:rPr lang="es-ES_tradnl" sz="900" noProof="1" dirty="0" smtClean="0">
                                    <a:solidFill>
                                      <a:schemeClr val="tx1"/>
                                    </a:solidFill>
                                    <a:effectLst/>
                                    <a:latin typeface="Cambria Math" panose="02040503050406030204" pitchFamily="18" charset="0"/>
                                  </a:rPr>
                                  <m:t>𝜇</m:t>
                                </m:r>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oFill/>
                      </a:tcPr>
                    </a:tc>
                    <a:extLst>
                      <a:ext uri="{0D108BD9-81ED-4DB2-BD59-A6C34878D82A}">
                        <a16:rowId xmlns:a16="http://schemas.microsoft.com/office/drawing/2014/main" val="2023029594"/>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Lower Lim</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Lower Lim</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extLst>
                      <a:ext uri="{0D108BD9-81ED-4DB2-BD59-A6C34878D82A}">
                        <a16:rowId xmlns:a16="http://schemas.microsoft.com/office/drawing/2014/main" val="1473547265"/>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Upper Lim</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Upper Lim</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extLst>
                      <a:ext uri="{0D108BD9-81ED-4DB2-BD59-A6C34878D82A}">
                        <a16:rowId xmlns:a16="http://schemas.microsoft.com/office/drawing/2014/main" val="2127547154"/>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 decay</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𝜆</m:t>
                                    </m:r>
                                  </m:e>
                                  <m:sub>
                                    <m:r>
                                      <a:rPr lang="es-ES_tradnl" sz="900" noProof="1" dirty="0" smtClean="0">
                                        <a:solidFill>
                                          <a:schemeClr val="tx1"/>
                                        </a:solidFill>
                                        <a:effectLst/>
                                        <a:latin typeface="Cambria Math" panose="02040503050406030204" pitchFamily="18" charset="0"/>
                                      </a:rPr>
                                      <m:t>𝜎</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3.3582e-06</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 decay</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𝜆</m:t>
                                    </m:r>
                                  </m:e>
                                  <m:sub>
                                    <m:r>
                                      <a:rPr lang="es-ES_tradnl" sz="900" noProof="1" dirty="0" smtClean="0">
                                        <a:solidFill>
                                          <a:schemeClr val="tx1"/>
                                        </a:solidFill>
                                        <a:effectLst/>
                                        <a:latin typeface="Cambria Math" panose="02040503050406030204" pitchFamily="18" charset="0"/>
                                      </a:rPr>
                                      <m:t>𝜎</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2.6824e-06</a:t>
                          </a:r>
                        </a:p>
                      </a:txBody>
                      <a:tcPr marL="68580" marR="68580" marT="0" marB="0">
                        <a:noFill/>
                      </a:tcPr>
                    </a:tc>
                    <a:extLst>
                      <a:ext uri="{0D108BD9-81ED-4DB2-BD59-A6C34878D82A}">
                        <a16:rowId xmlns:a16="http://schemas.microsoft.com/office/drawing/2014/main" val="1513717025"/>
                      </a:ext>
                    </a:extLst>
                  </a:tr>
                  <a:tr h="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 min</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centerGroup"/>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𝜎</m:t>
                                    </m:r>
                                  </m:e>
                                  <m:sub>
                                    <m:r>
                                      <a:rPr lang="es-ES_tradnl" sz="900" noProof="1" dirty="0" smtClean="0">
                                        <a:solidFill>
                                          <a:schemeClr val="tx1"/>
                                        </a:solidFill>
                                        <a:effectLst/>
                                        <a:latin typeface="Cambria Math" panose="02040503050406030204" pitchFamily="18" charset="0"/>
                                      </a:rPr>
                                      <m:t>𝑚𝑖𝑛</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0.02</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 min</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14:m>
                            <m:oMathPara xmlns:m="http://schemas.openxmlformats.org/officeDocument/2006/math">
                              <m:oMathParaPr>
                                <m:jc m:val="left"/>
                              </m:oMathParaPr>
                              <m:oMath xmlns:m="http://schemas.openxmlformats.org/officeDocument/2006/math">
                                <m:sSub>
                                  <m:sSubPr>
                                    <m:ctrlPr>
                                      <a:rPr lang="es-ES_tradnl" sz="900" i="1" noProof="1" dirty="0" smtClean="0">
                                        <a:solidFill>
                                          <a:schemeClr val="tx1"/>
                                        </a:solidFill>
                                        <a:effectLst/>
                                        <a:latin typeface="Cambria Math" panose="02040503050406030204" pitchFamily="18" charset="0"/>
                                      </a:rPr>
                                    </m:ctrlPr>
                                  </m:sSubPr>
                                  <m:e>
                                    <m:r>
                                      <a:rPr lang="es-ES_tradnl" sz="900" noProof="1" dirty="0" smtClean="0">
                                        <a:solidFill>
                                          <a:schemeClr val="tx1"/>
                                        </a:solidFill>
                                        <a:effectLst/>
                                        <a:latin typeface="Cambria Math" panose="02040503050406030204" pitchFamily="18" charset="0"/>
                                      </a:rPr>
                                      <m:t>𝜎</m:t>
                                    </m:r>
                                  </m:e>
                                  <m:sub>
                                    <m:r>
                                      <a:rPr lang="es-ES_tradnl" sz="900" noProof="1" dirty="0" smtClean="0">
                                        <a:solidFill>
                                          <a:schemeClr val="tx1"/>
                                        </a:solidFill>
                                        <a:effectLst/>
                                        <a:latin typeface="Cambria Math" panose="02040503050406030204" pitchFamily="18" charset="0"/>
                                      </a:rPr>
                                      <m:t>𝑚𝑖𝑛</m:t>
                                    </m:r>
                                  </m:sub>
                                </m:sSub>
                              </m:oMath>
                            </m:oMathPara>
                          </a14:m>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0.02</a:t>
                          </a:r>
                        </a:p>
                      </a:txBody>
                      <a:tcPr marL="68580" marR="68580" marT="0" marB="0">
                        <a:noFill/>
                      </a:tcPr>
                    </a:tc>
                    <a:extLst>
                      <a:ext uri="{0D108BD9-81ED-4DB2-BD59-A6C34878D82A}">
                        <a16:rowId xmlns:a16="http://schemas.microsoft.com/office/drawing/2014/main" val="136909902"/>
                      </a:ext>
                    </a:extLst>
                  </a:tr>
                </a:tbl>
              </a:graphicData>
            </a:graphic>
          </p:graphicFrame>
        </mc:Choice>
        <mc:Fallback>
          <p:graphicFrame>
            <p:nvGraphicFramePr>
              <p:cNvPr id="7" name="Inhaltsplatzhalter 28">
                <a:extLst>
                  <a:ext uri="{FF2B5EF4-FFF2-40B4-BE49-F238E27FC236}">
                    <a16:creationId xmlns:a16="http://schemas.microsoft.com/office/drawing/2014/main" id="{384C64DF-7FAD-E726-A51B-AD467BBD43A7}"/>
                  </a:ext>
                </a:extLst>
              </p:cNvPr>
              <p:cNvGraphicFramePr>
                <a:graphicFrameLocks noGrp="1"/>
              </p:cNvGraphicFramePr>
              <p:nvPr>
                <p:ph sz="quarter" idx="14"/>
              </p:nvPr>
            </p:nvGraphicFramePr>
            <p:xfrm>
              <a:off x="6556375" y="2636838"/>
              <a:ext cx="5190134" cy="3450082"/>
            </p:xfrm>
            <a:graphic>
              <a:graphicData uri="http://schemas.openxmlformats.org/drawingml/2006/table">
                <a:tbl>
                  <a:tblPr firstRow="1" firstCol="1" bandRow="1">
                    <a:tableStyleId>{5C22544A-7EE6-4342-B048-85BDC9FD1C3A}</a:tableStyleId>
                  </a:tblPr>
                  <a:tblGrid>
                    <a:gridCol w="1212478">
                      <a:extLst>
                        <a:ext uri="{9D8B030D-6E8A-4147-A177-3AD203B41FA5}">
                          <a16:colId xmlns:a16="http://schemas.microsoft.com/office/drawing/2014/main" val="2405561049"/>
                        </a:ext>
                      </a:extLst>
                    </a:gridCol>
                    <a:gridCol w="605933">
                      <a:extLst>
                        <a:ext uri="{9D8B030D-6E8A-4147-A177-3AD203B41FA5}">
                          <a16:colId xmlns:a16="http://schemas.microsoft.com/office/drawing/2014/main" val="488062266"/>
                        </a:ext>
                      </a:extLst>
                    </a:gridCol>
                    <a:gridCol w="678620">
                      <a:extLst>
                        <a:ext uri="{9D8B030D-6E8A-4147-A177-3AD203B41FA5}">
                          <a16:colId xmlns:a16="http://schemas.microsoft.com/office/drawing/2014/main" val="1893478119"/>
                        </a:ext>
                      </a:extLst>
                    </a:gridCol>
                    <a:gridCol w="244939">
                      <a:extLst>
                        <a:ext uri="{9D8B030D-6E8A-4147-A177-3AD203B41FA5}">
                          <a16:colId xmlns:a16="http://schemas.microsoft.com/office/drawing/2014/main" val="3116834067"/>
                        </a:ext>
                      </a:extLst>
                    </a:gridCol>
                    <a:gridCol w="1308376">
                      <a:extLst>
                        <a:ext uri="{9D8B030D-6E8A-4147-A177-3AD203B41FA5}">
                          <a16:colId xmlns:a16="http://schemas.microsoft.com/office/drawing/2014/main" val="2774520855"/>
                        </a:ext>
                      </a:extLst>
                    </a:gridCol>
                    <a:gridCol w="538742">
                      <a:extLst>
                        <a:ext uri="{9D8B030D-6E8A-4147-A177-3AD203B41FA5}">
                          <a16:colId xmlns:a16="http://schemas.microsoft.com/office/drawing/2014/main" val="1733927255"/>
                        </a:ext>
                      </a:extLst>
                    </a:gridCol>
                    <a:gridCol w="601046">
                      <a:extLst>
                        <a:ext uri="{9D8B030D-6E8A-4147-A177-3AD203B41FA5}">
                          <a16:colId xmlns:a16="http://schemas.microsoft.com/office/drawing/2014/main" val="798805586"/>
                        </a:ext>
                      </a:extLst>
                    </a:gridCol>
                  </a:tblGrid>
                  <a:tr h="137160">
                    <a:tc gridSpan="3">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Training Stats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Advanced Agent Options</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2757476921"/>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Métrica</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rPr>
                            <a:t>Valor</a:t>
                          </a: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Métrica</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249351327"/>
                      </a:ext>
                    </a:extLst>
                  </a:tr>
                  <a:tr h="147701">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Total de episodios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nchor="ctr">
                        <a:blipFill>
                          <a:blip r:embed="rId2"/>
                          <a:stretch>
                            <a:fillRect l="-206383" t="-227273" r="-570213" b="-2236364"/>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Tiempo muestreo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744186" t="-227273" r="-113953" b="-2236364"/>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0.01</a:t>
                          </a:r>
                        </a:p>
                      </a:txBody>
                      <a:tcPr marL="68580" marR="68580" marT="0" marB="0">
                        <a:noFill/>
                      </a:tcPr>
                    </a:tc>
                    <a:extLst>
                      <a:ext uri="{0D108BD9-81ED-4DB2-BD59-A6C34878D82A}">
                        <a16:rowId xmlns:a16="http://schemas.microsoft.com/office/drawing/2014/main" val="3651999875"/>
                      </a:ext>
                    </a:extLst>
                  </a:tr>
                  <a:tr h="27432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Recompensa total último episodio</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nchor="ctr">
                        <a:blipFill>
                          <a:blip r:embed="rId2"/>
                          <a:stretch>
                            <a:fillRect l="-206383" t="-163636" r="-570213" b="-1018182"/>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-195.983</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Factor descuento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744186" t="-163636" r="-113953" b="-1018182"/>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0.99</a:t>
                          </a:r>
                        </a:p>
                      </a:txBody>
                      <a:tcPr marL="68580" marR="68580" marT="0" marB="0">
                        <a:noFill/>
                      </a:tcPr>
                    </a:tc>
                    <a:extLst>
                      <a:ext uri="{0D108BD9-81ED-4DB2-BD59-A6C34878D82A}">
                        <a16:rowId xmlns:a16="http://schemas.microsoft.com/office/drawing/2014/main" val="1553189194"/>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Recompensa Media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nchor="ctr">
                        <a:blipFill>
                          <a:blip r:embed="rId2"/>
                          <a:stretch>
                            <a:fillRect l="-206383" t="-527273" r="-570213" b="-1936364"/>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-172.063</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Tamaño del Batchize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744186" t="-527273" r="-113953" b="-1936364"/>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64</a:t>
                          </a:r>
                        </a:p>
                      </a:txBody>
                      <a:tcPr marL="68580" marR="68580" marT="0" marB="0">
                        <a:noFill/>
                      </a:tcPr>
                    </a:tc>
                    <a:extLst>
                      <a:ext uri="{0D108BD9-81ED-4DB2-BD59-A6C34878D82A}">
                        <a16:rowId xmlns:a16="http://schemas.microsoft.com/office/drawing/2014/main" val="2369504454"/>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Pasos último episodio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Tamaño del Exp. Buffer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50000</a:t>
                          </a:r>
                        </a:p>
                      </a:txBody>
                      <a:tcPr marL="68580" marR="68580" marT="0" marB="0">
                        <a:noFill/>
                      </a:tcPr>
                    </a:tc>
                    <a:extLst>
                      <a:ext uri="{0D108BD9-81ED-4DB2-BD59-A6C34878D82A}">
                        <a16:rowId xmlns:a16="http://schemas.microsoft.com/office/drawing/2014/main" val="2218705704"/>
                      </a:ext>
                    </a:extLst>
                  </a:tr>
                  <a:tr h="147701">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Número total de pasos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nchor="ctr">
                        <a:blipFill>
                          <a:blip r:embed="rId2"/>
                          <a:stretch>
                            <a:fillRect l="-206383" t="-727273" r="-570213" b="-1736364"/>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600000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Modo del Buffer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Reset</a:t>
                          </a:r>
                        </a:p>
                      </a:txBody>
                      <a:tcPr marL="68580" marR="68580" marT="0" marB="0">
                        <a:noFill/>
                      </a:tcPr>
                    </a:tc>
                    <a:extLst>
                      <a:ext uri="{0D108BD9-81ED-4DB2-BD59-A6C34878D82A}">
                        <a16:rowId xmlns:a16="http://schemas.microsoft.com/office/drawing/2014/main" val="162980202"/>
                      </a:ext>
                    </a:extLst>
                  </a:tr>
                  <a:tr h="27432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Promedio pasos/eps</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600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Taza aprendizaje actor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744186" t="-413636" r="-113953" b="-768182"/>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1.0000e-04</a:t>
                          </a:r>
                        </a:p>
                      </a:txBody>
                      <a:tcPr marL="68580" marR="68580" marT="0" marB="0">
                        <a:noFill/>
                      </a:tcPr>
                    </a:tc>
                    <a:extLst>
                      <a:ext uri="{0D108BD9-81ED-4DB2-BD59-A6C34878D82A}">
                        <a16:rowId xmlns:a16="http://schemas.microsoft.com/office/drawing/2014/main" val="2246294582"/>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Valor Q estimado</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nchor="ctr">
                        <a:blipFill>
                          <a:blip r:embed="rId2"/>
                          <a:stretch>
                            <a:fillRect l="-206383" t="-1027273" r="-570213" b="-1436364"/>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-135.065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Optimizador del actor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adam</a:t>
                          </a:r>
                        </a:p>
                      </a:txBody>
                      <a:tcPr marL="68580" marR="68580" marT="0" marB="0">
                        <a:noFill/>
                      </a:tcPr>
                    </a:tc>
                    <a:extLst>
                      <a:ext uri="{0D108BD9-81ED-4DB2-BD59-A6C34878D82A}">
                        <a16:rowId xmlns:a16="http://schemas.microsoft.com/office/drawing/2014/main" val="2461838232"/>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lgn="l">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Taza aprendizaje critico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744186" t="-1127273" r="-113953" b="-1336364"/>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0.001</a:t>
                          </a:r>
                        </a:p>
                      </a:txBody>
                      <a:tcPr marL="68580" marR="68580" marT="0" marB="0">
                        <a:noFill/>
                      </a:tcPr>
                    </a:tc>
                    <a:extLst>
                      <a:ext uri="{0D108BD9-81ED-4DB2-BD59-A6C34878D82A}">
                        <a16:rowId xmlns:a16="http://schemas.microsoft.com/office/drawing/2014/main" val="1074147338"/>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 </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Optimizador del critico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adam</a:t>
                          </a:r>
                        </a:p>
                      </a:txBody>
                      <a:tcPr marL="68580" marR="68580" marT="0" marB="0">
                        <a:noFill/>
                      </a:tcPr>
                    </a:tc>
                    <a:extLst>
                      <a:ext uri="{0D108BD9-81ED-4DB2-BD59-A6C34878D82A}">
                        <a16:rowId xmlns:a16="http://schemas.microsoft.com/office/drawing/2014/main" val="1323057893"/>
                      </a:ext>
                    </a:extLst>
                  </a:tr>
                  <a:tr h="274320">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Coeficiente actualización suave</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744186" t="-695238" r="-113953" b="-547619"/>
                          </a:stretch>
                        </a:blipFill>
                      </a:tcPr>
                    </a:tc>
                    <a:tc>
                      <a:txBody>
                        <a:bodyPr/>
                        <a:lstStyle/>
                        <a:p>
                          <a:pPr>
                            <a:buNone/>
                          </a:pPr>
                          <a:r>
                            <a:rPr lang="es-ES_tradnl" sz="900" noProof="1">
                              <a:effectLst/>
                              <a:latin typeface="Times New Roman" panose="02020603050405020304" pitchFamily="18" charset="0"/>
                              <a:ea typeface="Times New Roman" panose="02020603050405020304" pitchFamily="18" charset="0"/>
                              <a:cs typeface="Times New Roman" panose="02020603050405020304" pitchFamily="18" charset="0"/>
                            </a:rPr>
                            <a:t>0.005</a:t>
                          </a:r>
                        </a:p>
                      </a:txBody>
                      <a:tcPr marL="68580" marR="68580" marT="0" marB="0">
                        <a:noFill/>
                      </a:tcPr>
                    </a:tc>
                    <a:extLst>
                      <a:ext uri="{0D108BD9-81ED-4DB2-BD59-A6C34878D82A}">
                        <a16:rowId xmlns:a16="http://schemas.microsoft.com/office/drawing/2014/main" val="1763709122"/>
                      </a:ext>
                    </a:extLst>
                  </a:tr>
                  <a:tr h="137160">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gridSpan="5">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591244666"/>
                      </a:ext>
                    </a:extLst>
                  </a:tr>
                  <a:tr h="137160">
                    <a:tc gridSpan="3">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Exploration Gaussian Model</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 </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3">
                      <a:txBody>
                        <a:bodyPr/>
                        <a:lstStyle/>
                        <a:p>
                          <a:pPr>
                            <a:buNone/>
                          </a:pPr>
                          <a:r>
                            <a:rPr lang="es-ES_tradnl" sz="900" b="1" kern="1200" noProof="1">
                              <a:solidFill>
                                <a:schemeClr val="tx1"/>
                              </a:solidFill>
                              <a:effectLst/>
                              <a:latin typeface="Times New Roman" panose="02020603050405020304" pitchFamily="18" charset="0"/>
                              <a:ea typeface="+mn-ea"/>
                              <a:cs typeface="Times New Roman" panose="02020603050405020304" pitchFamily="18" charset="0"/>
                            </a:rPr>
                            <a:t>Target Policy Smoothing</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2292615868"/>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Métrica</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Métrica</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Símbolo</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Valor</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85791803"/>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206383" t="-1818182" r="-570213" b="-645455"/>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0.15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744186" t="-1818182" r="-113953" b="-645455"/>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0.1</a:t>
                          </a:r>
                        </a:p>
                      </a:txBody>
                      <a:tcPr marL="68580" marR="68580" marT="0" marB="0">
                        <a:noFill/>
                      </a:tcPr>
                    </a:tc>
                    <a:extLst>
                      <a:ext uri="{0D108BD9-81ED-4DB2-BD59-A6C34878D82A}">
                        <a16:rowId xmlns:a16="http://schemas.microsoft.com/office/drawing/2014/main" val="2266937107"/>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Mean</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206383" t="-1918182" r="-570213" b="-545455"/>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Mean</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744186" t="-1918182" r="-113953" b="-545455"/>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a:t>
                          </a:r>
                        </a:p>
                      </a:txBody>
                      <a:tcPr marL="68580" marR="68580" marT="0" marB="0">
                        <a:noFill/>
                      </a:tcPr>
                    </a:tc>
                    <a:extLst>
                      <a:ext uri="{0D108BD9-81ED-4DB2-BD59-A6C34878D82A}">
                        <a16:rowId xmlns:a16="http://schemas.microsoft.com/office/drawing/2014/main" val="2023029594"/>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Lower Lim</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Lower Lim</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extLst>
                      <a:ext uri="{0D108BD9-81ED-4DB2-BD59-A6C34878D82A}">
                        <a16:rowId xmlns:a16="http://schemas.microsoft.com/office/drawing/2014/main" val="1473547265"/>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Upper Lim</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Upper Lim</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0.5</a:t>
                          </a:r>
                        </a:p>
                      </a:txBody>
                      <a:tcPr marL="68580" marR="68580" marT="0" marB="0">
                        <a:noFill/>
                      </a:tcPr>
                    </a:tc>
                    <a:extLst>
                      <a:ext uri="{0D108BD9-81ED-4DB2-BD59-A6C34878D82A}">
                        <a16:rowId xmlns:a16="http://schemas.microsoft.com/office/drawing/2014/main" val="2127547154"/>
                      </a:ext>
                    </a:extLst>
                  </a:tr>
                  <a:tr h="27432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 decay</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206383" t="-1104545" r="-570213" b="-77273"/>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3.3582e-06</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 decay</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744186" t="-1104545" r="-113953" b="-77273"/>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2.6824e-06</a:t>
                          </a:r>
                        </a:p>
                      </a:txBody>
                      <a:tcPr marL="68580" marR="68580" marT="0" marB="0">
                        <a:noFill/>
                      </a:tcPr>
                    </a:tc>
                    <a:extLst>
                      <a:ext uri="{0D108BD9-81ED-4DB2-BD59-A6C34878D82A}">
                        <a16:rowId xmlns:a16="http://schemas.microsoft.com/office/drawing/2014/main" val="1513717025"/>
                      </a:ext>
                    </a:extLst>
                  </a:tr>
                  <a:tr h="137160">
                    <a:tc>
                      <a:txBody>
                        <a:bodyPr/>
                        <a:lstStyle/>
                        <a:p>
                          <a:pPr>
                            <a:buNone/>
                          </a:pPr>
                          <a:r>
                            <a:rPr lang="es-ES_tradnl" sz="900" b="0" noProof="1">
                              <a:solidFill>
                                <a:schemeClr val="tx1"/>
                              </a:solidFill>
                              <a:effectLst/>
                              <a:latin typeface="Times New Roman" panose="02020603050405020304" pitchFamily="18" charset="0"/>
                              <a:cs typeface="Times New Roman" panose="02020603050405020304" pitchFamily="18" charset="0"/>
                            </a:rPr>
                            <a:t>Std.Dev min</a:t>
                          </a:r>
                          <a:endParaRPr lang="es-ES_tradnl" sz="900" b="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206383" t="-2409091" r="-570213" b="-54545"/>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0.02</a:t>
                          </a: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 </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pPr>
                            <a:buNone/>
                          </a:pPr>
                          <a:r>
                            <a:rPr lang="es-ES_tradnl" sz="900" noProof="1">
                              <a:solidFill>
                                <a:schemeClr val="tx1"/>
                              </a:solidFill>
                              <a:effectLst/>
                              <a:latin typeface="Times New Roman" panose="02020603050405020304" pitchFamily="18" charset="0"/>
                              <a:cs typeface="Times New Roman" panose="02020603050405020304" pitchFamily="18" charset="0"/>
                            </a:rPr>
                            <a:t>Std.Dev min</a:t>
                          </a:r>
                          <a:endPar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oFill/>
                      </a:tcPr>
                    </a:tc>
                    <a:tc>
                      <a:txBody>
                        <a:bodyPr/>
                        <a:lstStyle/>
                        <a:p>
                          <a:endParaRPr lang="de-DE"/>
                        </a:p>
                      </a:txBody>
                      <a:tcPr marL="68580" marR="68580" marT="0" marB="0">
                        <a:blipFill>
                          <a:blip r:embed="rId2"/>
                          <a:stretch>
                            <a:fillRect l="-744186" t="-2409091" r="-113953" b="-54545"/>
                          </a:stretch>
                        </a:blipFill>
                      </a:tcPr>
                    </a:tc>
                    <a:tc>
                      <a:txBody>
                        <a:bodyPr/>
                        <a:lstStyle/>
                        <a:p>
                          <a:pP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0.02</a:t>
                          </a:r>
                        </a:p>
                      </a:txBody>
                      <a:tcPr marL="68580" marR="68580" marT="0" marB="0">
                        <a:noFill/>
                      </a:tcPr>
                    </a:tc>
                    <a:extLst>
                      <a:ext uri="{0D108BD9-81ED-4DB2-BD59-A6C34878D82A}">
                        <a16:rowId xmlns:a16="http://schemas.microsoft.com/office/drawing/2014/main" val="136909902"/>
                      </a:ext>
                    </a:extLst>
                  </a:tr>
                </a:tbl>
              </a:graphicData>
            </a:graphic>
          </p:graphicFrame>
        </mc:Fallback>
      </mc:AlternateContent>
      <p:pic>
        <p:nvPicPr>
          <p:cNvPr id="4" name="Onlinebild-Platzhalter 3">
            <a:extLst>
              <a:ext uri="{FF2B5EF4-FFF2-40B4-BE49-F238E27FC236}">
                <a16:creationId xmlns:a16="http://schemas.microsoft.com/office/drawing/2014/main" id="{8A48DB37-D757-028E-62DF-0CBFDB78ACE1}"/>
              </a:ext>
            </a:extLst>
          </p:cNvPr>
          <p:cNvPicPr>
            <a:picLocks noGrp="1" noChangeAspect="1"/>
          </p:cNvPicPr>
          <p:nvPr>
            <p:ph type="clipArt" sz="quarter" idx="15"/>
          </p:nvPr>
        </p:nvPicPr>
        <p:blipFill>
          <a:blip r:embed="rId3"/>
          <a:stretch>
            <a:fillRect/>
          </a:stretch>
        </p:blipFill>
        <p:spPr>
          <a:xfrm>
            <a:off x="393749" y="2636838"/>
            <a:ext cx="5953026" cy="3278187"/>
          </a:xfrm>
          <a:prstGeom prst="rect">
            <a:avLst/>
          </a:prstGeom>
        </p:spPr>
      </p:pic>
      <p:sp>
        <p:nvSpPr>
          <p:cNvPr id="2" name="Fußzeilenplatzhalter 2">
            <a:extLst>
              <a:ext uri="{FF2B5EF4-FFF2-40B4-BE49-F238E27FC236}">
                <a16:creationId xmlns:a16="http://schemas.microsoft.com/office/drawing/2014/main" id="{775B39A8-A526-6C2E-3005-9B8B760CEAD8}"/>
              </a:ext>
            </a:extLst>
          </p:cNvPr>
          <p:cNvSpPr txBox="1">
            <a:spLocks/>
          </p:cNvSpPr>
          <p:nvPr/>
        </p:nvSpPr>
        <p:spPr>
          <a:xfrm>
            <a:off x="531341" y="6356350"/>
            <a:ext cx="10928609"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2795371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EF731-00BF-5C6C-BE6E-1673FDA53DD6}"/>
            </a:ext>
          </a:extLst>
        </p:cNvPr>
        <p:cNvGrpSpPr/>
        <p:nvPr/>
      </p:nvGrpSpPr>
      <p:grpSpPr>
        <a:xfrm>
          <a:off x="0" y="0"/>
          <a:ext cx="0" cy="0"/>
          <a:chOff x="0" y="0"/>
          <a:chExt cx="0" cy="0"/>
        </a:xfrm>
      </p:grpSpPr>
      <p:sp>
        <p:nvSpPr>
          <p:cNvPr id="6" name="Inhaltsplatzhalter 5">
            <a:extLst>
              <a:ext uri="{FF2B5EF4-FFF2-40B4-BE49-F238E27FC236}">
                <a16:creationId xmlns:a16="http://schemas.microsoft.com/office/drawing/2014/main" id="{79A0EFCA-4577-0ABE-4FE2-73B3975F2128}"/>
              </a:ext>
            </a:extLst>
          </p:cNvPr>
          <p:cNvSpPr txBox="1">
            <a:spLocks noGrp="1"/>
          </p:cNvSpPr>
          <p:nvPr>
            <p:ph sz="quarter" idx="14"/>
          </p:nvPr>
        </p:nvSpPr>
        <p:spPr>
          <a:xfrm>
            <a:off x="1289304" y="5656422"/>
            <a:ext cx="9418320" cy="674031"/>
          </a:xfrm>
          <a:prstGeom prst="rect">
            <a:avLst/>
          </a:prstGeom>
          <a:noFill/>
        </p:spPr>
        <p:txBody>
          <a:bodyPr wrap="square" rtlCol="0">
            <a:spAutoFit/>
          </a:bodyPr>
          <a:lstStyle/>
          <a:p>
            <a:r>
              <a:rPr lang="es-ES_tradnl" sz="1400" dirty="0"/>
              <a:t>El RMSE presenta un mínimo consistente en la región central del dominio angular, donde el agente alcanza su mayor precisión. Hacia los extremos, el error aumenta de forma progresiva, evidenciando una limitación estructural en la generalización global del controlador, incluso tras el entrenamiento</a:t>
            </a:r>
          </a:p>
        </p:txBody>
      </p:sp>
      <p:sp>
        <p:nvSpPr>
          <p:cNvPr id="7" name="Textplatzhalter 6">
            <a:extLst>
              <a:ext uri="{FF2B5EF4-FFF2-40B4-BE49-F238E27FC236}">
                <a16:creationId xmlns:a16="http://schemas.microsoft.com/office/drawing/2014/main" id="{E6329C6F-3120-4155-2E8C-D82326FCBDE7}"/>
              </a:ext>
            </a:extLst>
          </p:cNvPr>
          <p:cNvSpPr txBox="1">
            <a:spLocks noGrp="1"/>
          </p:cNvSpPr>
          <p:nvPr>
            <p:ph type="body" sz="quarter" idx="12"/>
          </p:nvPr>
        </p:nvSpPr>
        <p:spPr>
          <a:xfrm>
            <a:off x="520861" y="1446790"/>
            <a:ext cx="10012101" cy="774571"/>
          </a:xfrm>
          <a:prstGeom prst="rect">
            <a:avLst/>
          </a:prstGeom>
          <a:noFill/>
        </p:spPr>
        <p:txBody>
          <a:bodyPr wrap="square" rtlCol="0">
            <a:spAutoFit/>
          </a:bodyPr>
          <a:lstStyle/>
          <a:p>
            <a:r>
              <a:rPr lang="es-ES_tradnl" noProof="1">
                <a:solidFill>
                  <a:schemeClr val="tx1">
                    <a:lumMod val="75000"/>
                    <a:lumOff val="25000"/>
                  </a:schemeClr>
                </a:solidFill>
              </a:rPr>
              <a:t>Top3 Curvas RMSE en el Dominio Angular</a:t>
            </a:r>
            <a:endParaRPr lang="es-ES_tradnl" b="1" noProof="1">
              <a:solidFill>
                <a:schemeClr val="tx1">
                  <a:lumMod val="75000"/>
                  <a:lumOff val="25000"/>
                </a:schemeClr>
              </a:solidFill>
            </a:endParaRPr>
          </a:p>
          <a:p>
            <a:endParaRPr lang="es-ES_tradnl" b="1" noProof="1">
              <a:solidFill>
                <a:schemeClr val="tx1">
                  <a:lumMod val="75000"/>
                  <a:lumOff val="25000"/>
                </a:schemeClr>
              </a:solidFill>
            </a:endParaRPr>
          </a:p>
        </p:txBody>
      </p:sp>
      <p:pic>
        <p:nvPicPr>
          <p:cNvPr id="4" name="Onlinebild-Platzhalter 3">
            <a:extLst>
              <a:ext uri="{FF2B5EF4-FFF2-40B4-BE49-F238E27FC236}">
                <a16:creationId xmlns:a16="http://schemas.microsoft.com/office/drawing/2014/main" id="{BAAB34AA-89E0-7677-769D-02E15A2A01E8}"/>
              </a:ext>
            </a:extLst>
          </p:cNvPr>
          <p:cNvPicPr>
            <a:picLocks noGrp="1" noChangeAspect="1"/>
          </p:cNvPicPr>
          <p:nvPr>
            <p:ph type="clipArt" sz="quarter" idx="15"/>
          </p:nvPr>
        </p:nvPicPr>
        <p:blipFill>
          <a:blip r:embed="rId2"/>
          <a:stretch>
            <a:fillRect/>
          </a:stretch>
        </p:blipFill>
        <p:spPr>
          <a:xfrm>
            <a:off x="3062241" y="2254250"/>
            <a:ext cx="5835744" cy="3098800"/>
          </a:xfrm>
          <a:prstGeom prst="rect">
            <a:avLst/>
          </a:prstGeom>
        </p:spPr>
      </p:pic>
      <p:sp>
        <p:nvSpPr>
          <p:cNvPr id="2" name="Fußzeilenplatzhalter 2">
            <a:extLst>
              <a:ext uri="{FF2B5EF4-FFF2-40B4-BE49-F238E27FC236}">
                <a16:creationId xmlns:a16="http://schemas.microsoft.com/office/drawing/2014/main" id="{7E49CEA5-892B-3153-82B3-9CF103EA83FE}"/>
              </a:ext>
            </a:extLst>
          </p:cNvPr>
          <p:cNvSpPr txBox="1">
            <a:spLocks/>
          </p:cNvSpPr>
          <p:nvPr/>
        </p:nvSpPr>
        <p:spPr>
          <a:xfrm>
            <a:off x="531341" y="6356350"/>
            <a:ext cx="10928609"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5973589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55DBB-32CF-D344-B695-B2042B1EF48F}"/>
            </a:ext>
          </a:extLst>
        </p:cNvPr>
        <p:cNvGrpSpPr/>
        <p:nvPr/>
      </p:nvGrpSpPr>
      <p:grpSpPr>
        <a:xfrm>
          <a:off x="0" y="0"/>
          <a:ext cx="0" cy="0"/>
          <a:chOff x="0" y="0"/>
          <a:chExt cx="0" cy="0"/>
        </a:xfrm>
      </p:grpSpPr>
      <p:sp>
        <p:nvSpPr>
          <p:cNvPr id="3" name="Inhaltsplatzhalter 2">
            <a:extLst>
              <a:ext uri="{FF2B5EF4-FFF2-40B4-BE49-F238E27FC236}">
                <a16:creationId xmlns:a16="http://schemas.microsoft.com/office/drawing/2014/main" id="{6F861D68-F1D8-4E24-B4A3-82ACD1C0DF1F}"/>
              </a:ext>
            </a:extLst>
          </p:cNvPr>
          <p:cNvSpPr>
            <a:spLocks noGrp="1"/>
          </p:cNvSpPr>
          <p:nvPr>
            <p:ph sz="quarter" idx="14"/>
          </p:nvPr>
        </p:nvSpPr>
        <p:spPr>
          <a:xfrm>
            <a:off x="1847088" y="5590699"/>
            <a:ext cx="8906255" cy="899826"/>
          </a:xfrm>
        </p:spPr>
        <p:txBody>
          <a:bodyPr>
            <a:noAutofit/>
          </a:bodyPr>
          <a:lstStyle/>
          <a:p>
            <a:r>
              <a:rPr lang="es-ES_tradnl" sz="1400" dirty="0"/>
              <a:t>El proceso de entrenamiento no muestra una convergencia monótona, sino oscilaciones asociadas a la complejidad del entorno y a la exploración. El mejor desempeño se alcanza en checkpoints intermedios, lo que indica que un mayor número de episodios no garantiza mejoras adicionales y puede introducir degradaciones en la política aprendida.</a:t>
            </a:r>
          </a:p>
        </p:txBody>
      </p:sp>
      <p:sp>
        <p:nvSpPr>
          <p:cNvPr id="6" name="Textplatzhalter 6">
            <a:extLst>
              <a:ext uri="{FF2B5EF4-FFF2-40B4-BE49-F238E27FC236}">
                <a16:creationId xmlns:a16="http://schemas.microsoft.com/office/drawing/2014/main" id="{6C85B89D-E2D5-0788-6C11-DC6E7E01FF34}"/>
              </a:ext>
            </a:extLst>
          </p:cNvPr>
          <p:cNvSpPr txBox="1">
            <a:spLocks noGrp="1"/>
          </p:cNvSpPr>
          <p:nvPr>
            <p:ph type="body" sz="quarter" idx="12"/>
          </p:nvPr>
        </p:nvSpPr>
        <p:spPr>
          <a:xfrm>
            <a:off x="520861" y="1446790"/>
            <a:ext cx="9503059" cy="369332"/>
          </a:xfrm>
          <a:prstGeom prst="rect">
            <a:avLst/>
          </a:prstGeom>
          <a:noFill/>
        </p:spPr>
        <p:txBody>
          <a:bodyPr wrap="square" rtlCol="0">
            <a:spAutoFit/>
          </a:bodyPr>
          <a:lstStyle/>
          <a:p>
            <a:r>
              <a:rPr lang="es-ES_tradnl" noProof="1">
                <a:solidFill>
                  <a:schemeClr val="tx1">
                    <a:lumMod val="75000"/>
                    <a:lumOff val="25000"/>
                  </a:schemeClr>
                </a:solidFill>
              </a:rPr>
              <a:t>Progresión del RMSE durante el entrenamiento</a:t>
            </a:r>
            <a:endParaRPr lang="es-ES_tradnl" b="1" noProof="1">
              <a:solidFill>
                <a:schemeClr val="tx1">
                  <a:lumMod val="75000"/>
                  <a:lumOff val="25000"/>
                </a:schemeClr>
              </a:solidFill>
            </a:endParaRPr>
          </a:p>
        </p:txBody>
      </p:sp>
      <p:sp>
        <p:nvSpPr>
          <p:cNvPr id="2" name="Fußzeilenplatzhalter 2">
            <a:extLst>
              <a:ext uri="{FF2B5EF4-FFF2-40B4-BE49-F238E27FC236}">
                <a16:creationId xmlns:a16="http://schemas.microsoft.com/office/drawing/2014/main" id="{E6A7227B-B2E7-97B6-2B7F-E564ABC441C9}"/>
              </a:ext>
            </a:extLst>
          </p:cNvPr>
          <p:cNvSpPr txBox="1">
            <a:spLocks/>
          </p:cNvSpPr>
          <p:nvPr/>
        </p:nvSpPr>
        <p:spPr>
          <a:xfrm>
            <a:off x="531341" y="6356350"/>
            <a:ext cx="10928609"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t>TFM – Master Inteligencia Artificial – Control Monoarticular aplicado en manipuladores móviles utilizando aprendizaje por refuerzo  –  Ricardo Enrique  Sarabia Palacio</a:t>
            </a:r>
          </a:p>
        </p:txBody>
      </p:sp>
      <p:pic>
        <p:nvPicPr>
          <p:cNvPr id="7" name="Onlinebild-Platzhalter 6">
            <a:extLst>
              <a:ext uri="{FF2B5EF4-FFF2-40B4-BE49-F238E27FC236}">
                <a16:creationId xmlns:a16="http://schemas.microsoft.com/office/drawing/2014/main" id="{D6F8DD21-46A3-780E-86F3-CED6137EA44C}"/>
              </a:ext>
            </a:extLst>
          </p:cNvPr>
          <p:cNvPicPr>
            <a:picLocks noGrp="1" noChangeAspect="1"/>
          </p:cNvPicPr>
          <p:nvPr>
            <p:ph type="clipArt" sz="quarter" idx="15"/>
          </p:nvPr>
        </p:nvPicPr>
        <p:blipFill>
          <a:blip r:embed="rId2"/>
          <a:stretch>
            <a:fillRect/>
          </a:stretch>
        </p:blipFill>
        <p:spPr>
          <a:xfrm>
            <a:off x="2731168" y="2033337"/>
            <a:ext cx="6388769" cy="3319713"/>
          </a:xfrm>
          <a:prstGeom prst="rect">
            <a:avLst/>
          </a:prstGeom>
        </p:spPr>
      </p:pic>
    </p:spTree>
    <p:extLst>
      <p:ext uri="{BB962C8B-B14F-4D97-AF65-F5344CB8AC3E}">
        <p14:creationId xmlns:p14="http://schemas.microsoft.com/office/powerpoint/2010/main" val="1821242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E01A8-AA4C-8564-02DA-93D37ED63C3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0349E890-0075-EBD4-9A37-036DD9E547C0}"/>
              </a:ext>
            </a:extLst>
          </p:cNvPr>
          <p:cNvSpPr>
            <a:spLocks noGrp="1"/>
          </p:cNvSpPr>
          <p:nvPr>
            <p:ph type="body" sz="quarter" idx="12"/>
          </p:nvPr>
        </p:nvSpPr>
        <p:spPr>
          <a:xfrm>
            <a:off x="520861" y="1446790"/>
            <a:ext cx="9086126" cy="449263"/>
          </a:xfrm>
        </p:spPr>
        <p:txBody>
          <a:bodyPr>
            <a:normAutofit fontScale="92500"/>
          </a:bodyPr>
          <a:lstStyle/>
          <a:p>
            <a:r>
              <a:rPr lang="es-ES_tradnl" noProof="1">
                <a:solidFill>
                  <a:schemeClr val="tx1">
                    <a:lumMod val="75000"/>
                    <a:lumOff val="25000"/>
                  </a:schemeClr>
                </a:solidFill>
              </a:rPr>
              <a:t>Selección del Agente en base a su rendimiento. Evaluación Determinista en la simulación</a:t>
            </a:r>
            <a:endParaRPr lang="es-ES_tradnl" b="1" noProof="1">
              <a:solidFill>
                <a:schemeClr val="tx1">
                  <a:lumMod val="75000"/>
                  <a:lumOff val="25000"/>
                </a:schemeClr>
              </a:solidFill>
            </a:endParaRPr>
          </a:p>
          <a:p>
            <a:endParaRPr lang="es-ES_tradnl" noProof="1"/>
          </a:p>
        </p:txBody>
      </p:sp>
      <p:sp>
        <p:nvSpPr>
          <p:cNvPr id="4" name="Inhaltsplatzhalter 3">
            <a:extLst>
              <a:ext uri="{FF2B5EF4-FFF2-40B4-BE49-F238E27FC236}">
                <a16:creationId xmlns:a16="http://schemas.microsoft.com/office/drawing/2014/main" id="{C5843043-15D9-6DAE-9013-799F6576FDE2}"/>
              </a:ext>
            </a:extLst>
          </p:cNvPr>
          <p:cNvSpPr>
            <a:spLocks noGrp="1"/>
          </p:cNvSpPr>
          <p:nvPr>
            <p:ph sz="quarter" idx="16"/>
          </p:nvPr>
        </p:nvSpPr>
        <p:spPr>
          <a:xfrm>
            <a:off x="1694330" y="5653005"/>
            <a:ext cx="9174298" cy="677305"/>
          </a:xfrm>
        </p:spPr>
        <p:txBody>
          <a:bodyPr>
            <a:noAutofit/>
          </a:bodyPr>
          <a:lstStyle/>
          <a:p>
            <a:r>
              <a:rPr lang="es-ES_tradnl" sz="1400" dirty="0"/>
              <a:t>El agente300 seleccionado presenta el mejor compromiso global entre error medio, dispersión angular y comportamiento en extremos. La selección no responde únicamente al mínimo RMSE, sino a un equilibrio entre precisión y estabilidad en todo el dominio de operación.</a:t>
            </a:r>
            <a:endParaRPr lang="es-ES_tradnl" sz="1400" noProof="1"/>
          </a:p>
        </p:txBody>
      </p:sp>
      <mc:AlternateContent xmlns:mc="http://schemas.openxmlformats.org/markup-compatibility/2006">
        <mc:Choice xmlns:a14="http://schemas.microsoft.com/office/drawing/2010/main" Requires="a14">
          <p:graphicFrame>
            <p:nvGraphicFramePr>
              <p:cNvPr id="5" name="Inhaltsplatzhalter 4">
                <a:extLst>
                  <a:ext uri="{FF2B5EF4-FFF2-40B4-BE49-F238E27FC236}">
                    <a16:creationId xmlns:a16="http://schemas.microsoft.com/office/drawing/2014/main" id="{BC23F005-571B-0ECC-CC95-07EECF2545BF}"/>
                  </a:ext>
                </a:extLst>
              </p:cNvPr>
              <p:cNvGraphicFramePr>
                <a:graphicFrameLocks noGrp="1"/>
              </p:cNvGraphicFramePr>
              <p:nvPr>
                <p:ph sz="quarter" idx="14"/>
              </p:nvPr>
            </p:nvGraphicFramePr>
            <p:xfrm>
              <a:off x="3900490" y="2449515"/>
              <a:ext cx="6748805" cy="2969333"/>
            </p:xfrm>
            <a:graphic>
              <a:graphicData uri="http://schemas.openxmlformats.org/drawingml/2006/table">
                <a:tbl>
                  <a:tblPr firstRow="1" firstCol="1" bandRow="1">
                    <a:tableStyleId>{5C22544A-7EE6-4342-B048-85BDC9FD1C3A}</a:tableStyleId>
                  </a:tblPr>
                  <a:tblGrid>
                    <a:gridCol w="746820">
                      <a:extLst>
                        <a:ext uri="{9D8B030D-6E8A-4147-A177-3AD203B41FA5}">
                          <a16:colId xmlns:a16="http://schemas.microsoft.com/office/drawing/2014/main" val="2827808625"/>
                        </a:ext>
                      </a:extLst>
                    </a:gridCol>
                    <a:gridCol w="1109204">
                      <a:extLst>
                        <a:ext uri="{9D8B030D-6E8A-4147-A177-3AD203B41FA5}">
                          <a16:colId xmlns:a16="http://schemas.microsoft.com/office/drawing/2014/main" val="2804800256"/>
                        </a:ext>
                      </a:extLst>
                    </a:gridCol>
                    <a:gridCol w="1098476">
                      <a:extLst>
                        <a:ext uri="{9D8B030D-6E8A-4147-A177-3AD203B41FA5}">
                          <a16:colId xmlns:a16="http://schemas.microsoft.com/office/drawing/2014/main" val="3404630540"/>
                        </a:ext>
                      </a:extLst>
                    </a:gridCol>
                    <a:gridCol w="1010265">
                      <a:extLst>
                        <a:ext uri="{9D8B030D-6E8A-4147-A177-3AD203B41FA5}">
                          <a16:colId xmlns:a16="http://schemas.microsoft.com/office/drawing/2014/main" val="2864191071"/>
                        </a:ext>
                      </a:extLst>
                    </a:gridCol>
                    <a:gridCol w="929205">
                      <a:extLst>
                        <a:ext uri="{9D8B030D-6E8A-4147-A177-3AD203B41FA5}">
                          <a16:colId xmlns:a16="http://schemas.microsoft.com/office/drawing/2014/main" val="878613398"/>
                        </a:ext>
                      </a:extLst>
                    </a:gridCol>
                    <a:gridCol w="844570">
                      <a:extLst>
                        <a:ext uri="{9D8B030D-6E8A-4147-A177-3AD203B41FA5}">
                          <a16:colId xmlns:a16="http://schemas.microsoft.com/office/drawing/2014/main" val="372759601"/>
                        </a:ext>
                      </a:extLst>
                    </a:gridCol>
                    <a:gridCol w="1010265">
                      <a:extLst>
                        <a:ext uri="{9D8B030D-6E8A-4147-A177-3AD203B41FA5}">
                          <a16:colId xmlns:a16="http://schemas.microsoft.com/office/drawing/2014/main" val="3930562926"/>
                        </a:ext>
                      </a:extLst>
                    </a:gridCol>
                  </a:tblGrid>
                  <a:tr h="483117">
                    <a:tc gridSpan="7">
                      <a:txBody>
                        <a:bodyPr/>
                        <a:lstStyle/>
                        <a:p>
                          <a:pP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Tabla con posición de los agentes según sus métricas </a:t>
                          </a:r>
                        </a:p>
                        <a:p>
                          <a:pP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txBody>
                      <a:tcPr marL="68580" marR="68580" marT="0" marB="0">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524343187"/>
                      </a:ext>
                    </a:extLst>
                  </a:tr>
                  <a:tr h="227114">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Position</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Agente</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𝑅𝑀𝑆</m:t>
                                </m:r>
                                <m:sSub>
                                  <m:sSubPr>
                                    <m:ctrlP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𝑔𝑙𝑜𝑏𝑎𝑙</m:t>
                                    </m:r>
                                  </m:sub>
                                </m:sSub>
                              </m:oMath>
                            </m:oMathPara>
                          </a14:m>
                          <a:endPar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𝑅𝑀𝑆</m:t>
                                </m:r>
                                <m:sSub>
                                  <m:sSubPr>
                                    <m:ctrlP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oMath>
                            </m:oMathPara>
                          </a14:m>
                          <a:endPar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sSub>
                                  <m:sSubPr>
                                    <m:ctrlP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m:rPr>
                                        <m:sty m:val="p"/>
                                      </m:rPr>
                                      <a:rPr lang="es-ES_tradnl" sz="900"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σ</m:t>
                                    </m:r>
                                  </m:e>
                                  <m:sub>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𝑎𝑛𝑔𝑢𝑙𝑎𝑟</m:t>
                                    </m:r>
                                  </m:sub>
                                </m:sSub>
                              </m:oMath>
                            </m:oMathPara>
                          </a14:m>
                          <a:endPar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14:m>
                            <m:oMathPara xmlns:m="http://schemas.openxmlformats.org/officeDocument/2006/math">
                              <m:oMathParaPr>
                                <m:jc m:val="centerGroup"/>
                              </m:oMathParaPr>
                              <m:oMath xmlns:m="http://schemas.openxmlformats.org/officeDocument/2006/math">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𝑅𝑎𝑡𝑖</m:t>
                                </m:r>
                                <m:sSub>
                                  <m:sSubPr>
                                    <m:ctrlP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𝑜</m:t>
                                    </m:r>
                                  </m:e>
                                  <m:sub>
                                    <m:r>
                                      <a:rPr lang="es-ES_tradnl" sz="900" i="1" noProof="1" dirty="0" smtClean="0">
                                        <a:solidFill>
                                          <a:sysClr val="windowText" lastClr="000000"/>
                                        </a:solidFill>
                                        <a:effectLst/>
                                        <a:latin typeface="Cambria Math" panose="02040503050406030204" pitchFamily="18" charset="0"/>
                                        <a:ea typeface="Times New Roman" panose="02020603050405020304" pitchFamily="18" charset="0"/>
                                        <a:cs typeface="Times New Roman" panose="02020603050405020304" pitchFamily="18" charset="0"/>
                                      </a:rPr>
                                      <m:t>𝑒𝑥𝑡</m:t>
                                    </m:r>
                                  </m:sub>
                                </m:sSub>
                              </m:oMath>
                            </m:oMathPara>
                          </a14:m>
                          <a:endPar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i="1"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AUC</a:t>
                          </a:r>
                          <a:endPar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2638124"/>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Agent300.mat</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36.8605</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72.4756</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19.4134</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1.9662</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35.3029</a:t>
                          </a: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520458715"/>
                      </a:ext>
                    </a:extLst>
                  </a:tr>
                  <a:tr h="226818">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Agent200.mat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37.0402</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69.7293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17.2820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1.8825</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35.5885</a:t>
                          </a:r>
                        </a:p>
                      </a:txBody>
                      <a:tcPr marL="68580" marR="68580" marT="0" marB="0">
                        <a:noFill/>
                      </a:tcPr>
                    </a:tc>
                    <a:extLst>
                      <a:ext uri="{0D108BD9-81ED-4DB2-BD59-A6C34878D82A}">
                        <a16:rowId xmlns:a16="http://schemas.microsoft.com/office/drawing/2014/main" val="2047234824"/>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Agent400.mat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39.2867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75.4535</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17.4646</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1.9206</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38.0429</a:t>
                          </a:r>
                        </a:p>
                      </a:txBody>
                      <a:tcPr marL="68580" marR="68580" marT="0" marB="0">
                        <a:noFill/>
                      </a:tcPr>
                    </a:tc>
                    <a:extLst>
                      <a:ext uri="{0D108BD9-81ED-4DB2-BD59-A6C34878D82A}">
                        <a16:rowId xmlns:a16="http://schemas.microsoft.com/office/drawing/2014/main" val="1544789796"/>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Agent100.mat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39.8603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79.8937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19.1098</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2.0043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38.4253</a:t>
                          </a:r>
                        </a:p>
                      </a:txBody>
                      <a:tcPr marL="68580" marR="68580" marT="0" marB="0">
                        <a:noFill/>
                      </a:tcPr>
                    </a:tc>
                    <a:extLst>
                      <a:ext uri="{0D108BD9-81ED-4DB2-BD59-A6C34878D82A}">
                        <a16:rowId xmlns:a16="http://schemas.microsoft.com/office/drawing/2014/main" val="3610691002"/>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Agent1000.mat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40.4916</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82.4769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21.9402</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2.0369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38.9010</a:t>
                          </a:r>
                        </a:p>
                      </a:txBody>
                      <a:tcPr marL="68580" marR="68580" marT="0" marB="0">
                        <a:noFill/>
                      </a:tcPr>
                    </a:tc>
                    <a:extLst>
                      <a:ext uri="{0D108BD9-81ED-4DB2-BD59-A6C34878D82A}">
                        <a16:rowId xmlns:a16="http://schemas.microsoft.com/office/drawing/2014/main" val="2592708556"/>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6</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Agent700.mat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42.7140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73.2960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17.2925</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1.7160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41.6420</a:t>
                          </a:r>
                        </a:p>
                      </a:txBody>
                      <a:tcPr marL="68580" marR="68580" marT="0" marB="0">
                        <a:noFill/>
                      </a:tcPr>
                    </a:tc>
                    <a:extLst>
                      <a:ext uri="{0D108BD9-81ED-4DB2-BD59-A6C34878D82A}">
                        <a16:rowId xmlns:a16="http://schemas.microsoft.com/office/drawing/2014/main" val="2371250826"/>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Agent600.mat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44.1162</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77.5349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19.8403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1.7575</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42.5048</a:t>
                          </a:r>
                        </a:p>
                      </a:txBody>
                      <a:tcPr marL="68580" marR="68580" marT="0" marB="0">
                        <a:noFill/>
                      </a:tcPr>
                    </a:tc>
                    <a:extLst>
                      <a:ext uri="{0D108BD9-81ED-4DB2-BD59-A6C34878D82A}">
                        <a16:rowId xmlns:a16="http://schemas.microsoft.com/office/drawing/2014/main" val="3072749595"/>
                      </a:ext>
                    </a:extLst>
                  </a:tr>
                  <a:tr h="210092">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Agent800.mat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45.1127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77.8606</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18.2310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1.7259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44.1669</a:t>
                          </a:r>
                        </a:p>
                      </a:txBody>
                      <a:tcPr marL="68580" marR="68580" marT="0" marB="0">
                        <a:noFill/>
                      </a:tcPr>
                    </a:tc>
                    <a:extLst>
                      <a:ext uri="{0D108BD9-81ED-4DB2-BD59-A6C34878D82A}">
                        <a16:rowId xmlns:a16="http://schemas.microsoft.com/office/drawing/2014/main" val="3437179832"/>
                      </a:ext>
                    </a:extLst>
                  </a:tr>
                  <a:tr h="210092">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Agent900.mat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47.8977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179.8421</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50.2923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3.7547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40.9533</a:t>
                          </a:r>
                        </a:p>
                      </a:txBody>
                      <a:tcPr marL="68580" marR="68580" marT="0" marB="0">
                        <a:noFill/>
                      </a:tcPr>
                    </a:tc>
                    <a:extLst>
                      <a:ext uri="{0D108BD9-81ED-4DB2-BD59-A6C34878D82A}">
                        <a16:rowId xmlns:a16="http://schemas.microsoft.com/office/drawing/2014/main" val="3572674504"/>
                      </a:ext>
                    </a:extLst>
                  </a:tr>
                  <a:tr h="317690">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Agent500.mat</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54.0507</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107.8342</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36.0303</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1.9951</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51.6330</a:t>
                          </a: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704188"/>
                      </a:ext>
                    </a:extLst>
                  </a:tr>
                </a:tbl>
              </a:graphicData>
            </a:graphic>
          </p:graphicFrame>
        </mc:Choice>
        <mc:Fallback>
          <p:graphicFrame>
            <p:nvGraphicFramePr>
              <p:cNvPr id="5" name="Inhaltsplatzhalter 4">
                <a:extLst>
                  <a:ext uri="{FF2B5EF4-FFF2-40B4-BE49-F238E27FC236}">
                    <a16:creationId xmlns:a16="http://schemas.microsoft.com/office/drawing/2014/main" id="{BC23F005-571B-0ECC-CC95-07EECF2545BF}"/>
                  </a:ext>
                </a:extLst>
              </p:cNvPr>
              <p:cNvGraphicFramePr>
                <a:graphicFrameLocks noGrp="1"/>
              </p:cNvGraphicFramePr>
              <p:nvPr>
                <p:ph sz="quarter" idx="14"/>
              </p:nvPr>
            </p:nvGraphicFramePr>
            <p:xfrm>
              <a:off x="3900490" y="2449515"/>
              <a:ext cx="6748805" cy="2969333"/>
            </p:xfrm>
            <a:graphic>
              <a:graphicData uri="http://schemas.openxmlformats.org/drawingml/2006/table">
                <a:tbl>
                  <a:tblPr firstRow="1" firstCol="1" bandRow="1">
                    <a:tableStyleId>{5C22544A-7EE6-4342-B048-85BDC9FD1C3A}</a:tableStyleId>
                  </a:tblPr>
                  <a:tblGrid>
                    <a:gridCol w="746820">
                      <a:extLst>
                        <a:ext uri="{9D8B030D-6E8A-4147-A177-3AD203B41FA5}">
                          <a16:colId xmlns:a16="http://schemas.microsoft.com/office/drawing/2014/main" val="2827808625"/>
                        </a:ext>
                      </a:extLst>
                    </a:gridCol>
                    <a:gridCol w="1109204">
                      <a:extLst>
                        <a:ext uri="{9D8B030D-6E8A-4147-A177-3AD203B41FA5}">
                          <a16:colId xmlns:a16="http://schemas.microsoft.com/office/drawing/2014/main" val="2804800256"/>
                        </a:ext>
                      </a:extLst>
                    </a:gridCol>
                    <a:gridCol w="1098476">
                      <a:extLst>
                        <a:ext uri="{9D8B030D-6E8A-4147-A177-3AD203B41FA5}">
                          <a16:colId xmlns:a16="http://schemas.microsoft.com/office/drawing/2014/main" val="3404630540"/>
                        </a:ext>
                      </a:extLst>
                    </a:gridCol>
                    <a:gridCol w="1010265">
                      <a:extLst>
                        <a:ext uri="{9D8B030D-6E8A-4147-A177-3AD203B41FA5}">
                          <a16:colId xmlns:a16="http://schemas.microsoft.com/office/drawing/2014/main" val="2864191071"/>
                        </a:ext>
                      </a:extLst>
                    </a:gridCol>
                    <a:gridCol w="929205">
                      <a:extLst>
                        <a:ext uri="{9D8B030D-6E8A-4147-A177-3AD203B41FA5}">
                          <a16:colId xmlns:a16="http://schemas.microsoft.com/office/drawing/2014/main" val="878613398"/>
                        </a:ext>
                      </a:extLst>
                    </a:gridCol>
                    <a:gridCol w="844570">
                      <a:extLst>
                        <a:ext uri="{9D8B030D-6E8A-4147-A177-3AD203B41FA5}">
                          <a16:colId xmlns:a16="http://schemas.microsoft.com/office/drawing/2014/main" val="372759601"/>
                        </a:ext>
                      </a:extLst>
                    </a:gridCol>
                    <a:gridCol w="1010265">
                      <a:extLst>
                        <a:ext uri="{9D8B030D-6E8A-4147-A177-3AD203B41FA5}">
                          <a16:colId xmlns:a16="http://schemas.microsoft.com/office/drawing/2014/main" val="3930562926"/>
                        </a:ext>
                      </a:extLst>
                    </a:gridCol>
                  </a:tblGrid>
                  <a:tr h="483117">
                    <a:tc gridSpan="7">
                      <a:txBody>
                        <a:bodyPr/>
                        <a:lstStyle/>
                        <a:p>
                          <a:pP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Tabla con posición de los agentes según sus métricas </a:t>
                          </a:r>
                        </a:p>
                        <a:p>
                          <a:pP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p>
                      </a:txBody>
                      <a:tcPr marL="68580" marR="68580" marT="0" marB="0">
                        <a:lnB w="12700" cap="flat" cmpd="sng" algn="ctr">
                          <a:solidFill>
                            <a:schemeClr val="tx1"/>
                          </a:solidFill>
                          <a:prstDash val="solid"/>
                          <a:round/>
                          <a:headEnd type="none" w="med" len="med"/>
                          <a:tailEnd type="none" w="med" len="med"/>
                        </a:lnB>
                        <a:noFill/>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tc hMerge="1">
                      <a:txBody>
                        <a:bodyPr/>
                        <a:lstStyle/>
                        <a:p>
                          <a:endParaRPr lang="es-ES_tradnl"/>
                        </a:p>
                      </a:txBody>
                      <a:tcPr/>
                    </a:tc>
                    <a:extLst>
                      <a:ext uri="{0D108BD9-81ED-4DB2-BD59-A6C34878D82A}">
                        <a16:rowId xmlns:a16="http://schemas.microsoft.com/office/drawing/2014/main" val="1524343187"/>
                      </a:ext>
                    </a:extLst>
                  </a:tr>
                  <a:tr h="227114">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Position</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Agente</a:t>
                          </a: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de-DE"/>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68966" t="-222222" r="-345977" b="-1005556"/>
                          </a:stretch>
                        </a:blipFill>
                      </a:tcPr>
                    </a:tc>
                    <a:tc>
                      <a:txBody>
                        <a:bodyPr/>
                        <a:lstStyle/>
                        <a:p>
                          <a:endParaRPr lang="de-DE"/>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2500" t="-222222" r="-276250" b="-1005556"/>
                          </a:stretch>
                        </a:blipFill>
                      </a:tcPr>
                    </a:tc>
                    <a:tc>
                      <a:txBody>
                        <a:bodyPr/>
                        <a:lstStyle/>
                        <a:p>
                          <a:endParaRPr lang="de-DE"/>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30137" t="-222222" r="-202740" b="-1005556"/>
                          </a:stretch>
                        </a:blipFill>
                      </a:tcPr>
                    </a:tc>
                    <a:tc>
                      <a:txBody>
                        <a:bodyPr/>
                        <a:lstStyle/>
                        <a:p>
                          <a:endParaRPr lang="de-DE"/>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586364" t="-222222" r="-124242" b="-1005556"/>
                          </a:stretch>
                        </a:blipFill>
                      </a:tcPr>
                    </a:tc>
                    <a:tc>
                      <a:txBody>
                        <a:bodyPr/>
                        <a:lstStyle/>
                        <a:p>
                          <a:pPr algn="ctr">
                            <a:buNone/>
                          </a:pPr>
                          <a:r>
                            <a:rPr lang="es-ES_tradnl" sz="900" i="1"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rPr>
                            <a:t>AUC</a:t>
                          </a:r>
                          <a:endParaRPr lang="es-ES_tradnl" sz="900" noProof="1">
                            <a:solidFill>
                              <a:sysClr val="windowText" lastClr="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32638124"/>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Agent300.mat</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36.8605</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72.4756</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19.4134</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1.9662</a:t>
                          </a:r>
                        </a:p>
                      </a:txBody>
                      <a:tcPr marL="68580" marR="68580" marT="0" marB="0">
                        <a:lnT w="12700" cap="flat" cmpd="sng" algn="ctr">
                          <a:solidFill>
                            <a:schemeClr val="tx1"/>
                          </a:solidFill>
                          <a:prstDash val="solid"/>
                          <a:round/>
                          <a:headEnd type="none" w="med" len="med"/>
                          <a:tailEnd type="none" w="med" len="med"/>
                        </a:lnT>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35.3029</a:t>
                          </a:r>
                        </a:p>
                      </a:txBody>
                      <a:tcPr marL="68580" marR="68580" marT="0" marB="0">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3520458715"/>
                      </a:ext>
                    </a:extLst>
                  </a:tr>
                  <a:tr h="226818">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2</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Agent200.mat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37.0402</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69.7293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17.2820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1.8825</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35.5885</a:t>
                          </a:r>
                        </a:p>
                      </a:txBody>
                      <a:tcPr marL="68580" marR="68580" marT="0" marB="0">
                        <a:noFill/>
                      </a:tcPr>
                    </a:tc>
                    <a:extLst>
                      <a:ext uri="{0D108BD9-81ED-4DB2-BD59-A6C34878D82A}">
                        <a16:rowId xmlns:a16="http://schemas.microsoft.com/office/drawing/2014/main" val="2047234824"/>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Agent400.mat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39.2867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75.4535</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17.4646</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1.9206</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38.0429</a:t>
                          </a:r>
                        </a:p>
                      </a:txBody>
                      <a:tcPr marL="68580" marR="68580" marT="0" marB="0">
                        <a:noFill/>
                      </a:tcPr>
                    </a:tc>
                    <a:extLst>
                      <a:ext uri="{0D108BD9-81ED-4DB2-BD59-A6C34878D82A}">
                        <a16:rowId xmlns:a16="http://schemas.microsoft.com/office/drawing/2014/main" val="1544789796"/>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4</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Agent100.mat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39.8603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79.8937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19.1098</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2.0043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38.4253</a:t>
                          </a:r>
                        </a:p>
                      </a:txBody>
                      <a:tcPr marL="68580" marR="68580" marT="0" marB="0">
                        <a:noFill/>
                      </a:tcPr>
                    </a:tc>
                    <a:extLst>
                      <a:ext uri="{0D108BD9-81ED-4DB2-BD59-A6C34878D82A}">
                        <a16:rowId xmlns:a16="http://schemas.microsoft.com/office/drawing/2014/main" val="3610691002"/>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5</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Agent1000.mat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40.4916</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82.4769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21.9402</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2.0369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38.9010</a:t>
                          </a:r>
                        </a:p>
                      </a:txBody>
                      <a:tcPr marL="68580" marR="68580" marT="0" marB="0">
                        <a:noFill/>
                      </a:tcPr>
                    </a:tc>
                    <a:extLst>
                      <a:ext uri="{0D108BD9-81ED-4DB2-BD59-A6C34878D82A}">
                        <a16:rowId xmlns:a16="http://schemas.microsoft.com/office/drawing/2014/main" val="2592708556"/>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6</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Agent700.mat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42.7140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73.2960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17.2925</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1.7160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41.6420</a:t>
                          </a:r>
                        </a:p>
                      </a:txBody>
                      <a:tcPr marL="68580" marR="68580" marT="0" marB="0">
                        <a:noFill/>
                      </a:tcPr>
                    </a:tc>
                    <a:extLst>
                      <a:ext uri="{0D108BD9-81ED-4DB2-BD59-A6C34878D82A}">
                        <a16:rowId xmlns:a16="http://schemas.microsoft.com/office/drawing/2014/main" val="2371250826"/>
                      </a:ext>
                    </a:extLst>
                  </a:tr>
                  <a:tr h="215735">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Agent600.mat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44.1162</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77.5349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19.8403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1.7575</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42.5048</a:t>
                          </a:r>
                        </a:p>
                      </a:txBody>
                      <a:tcPr marL="68580" marR="68580" marT="0" marB="0">
                        <a:noFill/>
                      </a:tcPr>
                    </a:tc>
                    <a:extLst>
                      <a:ext uri="{0D108BD9-81ED-4DB2-BD59-A6C34878D82A}">
                        <a16:rowId xmlns:a16="http://schemas.microsoft.com/office/drawing/2014/main" val="3072749595"/>
                      </a:ext>
                    </a:extLst>
                  </a:tr>
                  <a:tr h="210092">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8</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Agent800.mat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45.1127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77.8606</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18.2310</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1.7259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44.1669</a:t>
                          </a:r>
                        </a:p>
                      </a:txBody>
                      <a:tcPr marL="68580" marR="68580" marT="0" marB="0">
                        <a:noFill/>
                      </a:tcPr>
                    </a:tc>
                    <a:extLst>
                      <a:ext uri="{0D108BD9-81ED-4DB2-BD59-A6C34878D82A}">
                        <a16:rowId xmlns:a16="http://schemas.microsoft.com/office/drawing/2014/main" val="3437179832"/>
                      </a:ext>
                    </a:extLst>
                  </a:tr>
                  <a:tr h="210092">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9</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Agent900.mat</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47.8977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179.8421</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50.2923</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3.7547</a:t>
                          </a:r>
                        </a:p>
                      </a:txBody>
                      <a:tcPr marL="68580" marR="68580" marT="0" marB="0">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40.9533</a:t>
                          </a:r>
                        </a:p>
                      </a:txBody>
                      <a:tcPr marL="68580" marR="68580" marT="0" marB="0">
                        <a:noFill/>
                      </a:tcPr>
                    </a:tc>
                    <a:extLst>
                      <a:ext uri="{0D108BD9-81ED-4DB2-BD59-A6C34878D82A}">
                        <a16:rowId xmlns:a16="http://schemas.microsoft.com/office/drawing/2014/main" val="3572674504"/>
                      </a:ext>
                    </a:extLst>
                  </a:tr>
                  <a:tr h="317690">
                    <a:tc>
                      <a:txBody>
                        <a:bodyPr/>
                        <a:lstStyle/>
                        <a:p>
                          <a:pPr algn="ctr">
                            <a:buNone/>
                          </a:pPr>
                          <a:r>
                            <a:rPr lang="es-ES_tradnl" sz="900" noProof="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10</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Agent500.mat</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54.0507</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107.8342</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36.0303</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1.9951</a:t>
                          </a:r>
                        </a:p>
                      </a:txBody>
                      <a:tcPr marL="68580" marR="68580" marT="0" marB="0">
                        <a:lnB w="12700" cap="flat" cmpd="sng" algn="ctr">
                          <a:solidFill>
                            <a:schemeClr val="tx1"/>
                          </a:solidFill>
                          <a:prstDash val="solid"/>
                          <a:round/>
                          <a:headEnd type="none" w="med" len="med"/>
                          <a:tailEnd type="none" w="med" len="med"/>
                        </a:lnB>
                        <a:noFill/>
                      </a:tcPr>
                    </a:tc>
                    <a:tc>
                      <a:txBody>
                        <a:bodyPr/>
                        <a:lstStyle/>
                        <a:p>
                          <a:pPr algn="ctr">
                            <a:buNone/>
                          </a:pPr>
                          <a:r>
                            <a:rPr lang="es-ES_tradnl" sz="900" dirty="0">
                              <a:effectLst/>
                              <a:latin typeface="Times New Roman" panose="02020603050405020304" pitchFamily="18" charset="0"/>
                              <a:ea typeface="Times New Roman" panose="02020603050405020304" pitchFamily="18" charset="0"/>
                              <a:cs typeface="Times New Roman" panose="02020603050405020304" pitchFamily="18" charset="0"/>
                            </a:rPr>
                            <a:t>51.6330</a:t>
                          </a:r>
                        </a:p>
                      </a:txBody>
                      <a:tcPr marL="68580" marR="68580" marT="0" marB="0">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704188"/>
                      </a:ext>
                    </a:extLst>
                  </a:tr>
                </a:tbl>
              </a:graphicData>
            </a:graphic>
          </p:graphicFrame>
        </mc:Fallback>
      </mc:AlternateContent>
      <p:grpSp>
        <p:nvGrpSpPr>
          <p:cNvPr id="6" name="Gruppieren 5">
            <a:extLst>
              <a:ext uri="{FF2B5EF4-FFF2-40B4-BE49-F238E27FC236}">
                <a16:creationId xmlns:a16="http://schemas.microsoft.com/office/drawing/2014/main" id="{CE325AD9-3760-7C6C-9A10-EE5C042EF0E9}"/>
              </a:ext>
            </a:extLst>
          </p:cNvPr>
          <p:cNvGrpSpPr/>
          <p:nvPr/>
        </p:nvGrpSpPr>
        <p:grpSpPr>
          <a:xfrm>
            <a:off x="431109" y="2568053"/>
            <a:ext cx="2335123" cy="2787389"/>
            <a:chOff x="7015754" y="3707990"/>
            <a:chExt cx="2335123" cy="2787389"/>
          </a:xfrm>
        </p:grpSpPr>
        <p:grpSp>
          <p:nvGrpSpPr>
            <p:cNvPr id="7" name="Gruppieren 6">
              <a:extLst>
                <a:ext uri="{FF2B5EF4-FFF2-40B4-BE49-F238E27FC236}">
                  <a16:creationId xmlns:a16="http://schemas.microsoft.com/office/drawing/2014/main" id="{72758854-6FE5-A1EB-E818-9BDC6DE8F5CD}"/>
                </a:ext>
              </a:extLst>
            </p:cNvPr>
            <p:cNvGrpSpPr/>
            <p:nvPr/>
          </p:nvGrpSpPr>
          <p:grpSpPr>
            <a:xfrm>
              <a:off x="7686988" y="4590533"/>
              <a:ext cx="1039143" cy="1226891"/>
              <a:chOff x="2340512" y="2888303"/>
              <a:chExt cx="1039143" cy="1226891"/>
            </a:xfrm>
          </p:grpSpPr>
          <p:grpSp>
            <p:nvGrpSpPr>
              <p:cNvPr id="10" name="Gruppieren 9">
                <a:extLst>
                  <a:ext uri="{FF2B5EF4-FFF2-40B4-BE49-F238E27FC236}">
                    <a16:creationId xmlns:a16="http://schemas.microsoft.com/office/drawing/2014/main" id="{F4E04563-B329-0854-4EB7-BD1D61D0F3A1}"/>
                  </a:ext>
                </a:extLst>
              </p:cNvPr>
              <p:cNvGrpSpPr/>
              <p:nvPr/>
            </p:nvGrpSpPr>
            <p:grpSpPr>
              <a:xfrm>
                <a:off x="2340512" y="3072154"/>
                <a:ext cx="1039143" cy="1043040"/>
                <a:chOff x="7793778" y="-23609"/>
                <a:chExt cx="1275466" cy="1149452"/>
              </a:xfrm>
            </p:grpSpPr>
            <p:pic>
              <p:nvPicPr>
                <p:cNvPr id="12" name="Grafik 11">
                  <a:extLst>
                    <a:ext uri="{FF2B5EF4-FFF2-40B4-BE49-F238E27FC236}">
                      <a16:creationId xmlns:a16="http://schemas.microsoft.com/office/drawing/2014/main" id="{C4E267C1-85D8-CE12-0608-8F77AB9AC40F}"/>
                    </a:ext>
                  </a:extLst>
                </p:cNvPr>
                <p:cNvPicPr>
                  <a:picLocks noChangeAspect="1"/>
                </p:cNvPicPr>
                <p:nvPr/>
              </p:nvPicPr>
              <p:blipFill>
                <a:blip r:embed="rId3"/>
                <a:srcRect l="22679" t="14811" r="19766" b="18544"/>
                <a:stretch>
                  <a:fillRect/>
                </a:stretch>
              </p:blipFill>
              <p:spPr>
                <a:xfrm>
                  <a:off x="7793778" y="-23609"/>
                  <a:ext cx="1275466" cy="1149452"/>
                </a:xfrm>
                <a:prstGeom prst="rect">
                  <a:avLst/>
                </a:prstGeom>
              </p:spPr>
            </p:pic>
            <p:sp>
              <p:nvSpPr>
                <p:cNvPr id="13" name="Textfeld 12">
                  <a:extLst>
                    <a:ext uri="{FF2B5EF4-FFF2-40B4-BE49-F238E27FC236}">
                      <a16:creationId xmlns:a16="http://schemas.microsoft.com/office/drawing/2014/main" id="{052917AA-174C-5D32-192C-B4B50F691C43}"/>
                    </a:ext>
                  </a:extLst>
                </p:cNvPr>
                <p:cNvSpPr txBox="1"/>
                <p:nvPr/>
              </p:nvSpPr>
              <p:spPr>
                <a:xfrm>
                  <a:off x="8402980" y="809204"/>
                  <a:ext cx="622143" cy="288300"/>
                </a:xfrm>
                <a:prstGeom prst="rect">
                  <a:avLst/>
                </a:prstGeom>
                <a:noFill/>
              </p:spPr>
              <p:txBody>
                <a:bodyPr wrap="none" rtlCol="0">
                  <a:spAutoFit/>
                </a:bodyPr>
                <a:lstStyle/>
                <a:p>
                  <a:r>
                    <a:rPr lang="es-ES_tradnl" sz="1100" noProof="1"/>
                    <a:t>(TD3)</a:t>
                  </a:r>
                </a:p>
              </p:txBody>
            </p:sp>
          </p:grpSp>
          <p:sp>
            <p:nvSpPr>
              <p:cNvPr id="11" name="Textfeld 10">
                <a:extLst>
                  <a:ext uri="{FF2B5EF4-FFF2-40B4-BE49-F238E27FC236}">
                    <a16:creationId xmlns:a16="http://schemas.microsoft.com/office/drawing/2014/main" id="{11AF879A-AB5F-7C7E-5E14-3C605238F4BE}"/>
                  </a:ext>
                </a:extLst>
              </p:cNvPr>
              <p:cNvSpPr txBox="1"/>
              <p:nvPr/>
            </p:nvSpPr>
            <p:spPr>
              <a:xfrm>
                <a:off x="2405471" y="2888303"/>
                <a:ext cx="938077" cy="261610"/>
              </a:xfrm>
              <a:prstGeom prst="rect">
                <a:avLst/>
              </a:prstGeom>
              <a:noFill/>
            </p:spPr>
            <p:txBody>
              <a:bodyPr wrap="none" rtlCol="0">
                <a:spAutoFit/>
              </a:bodyPr>
              <a:lstStyle/>
              <a:p>
                <a:r>
                  <a:rPr lang="es-ES_tradnl" sz="1100" noProof="1"/>
                  <a:t>Agente 1000</a:t>
                </a:r>
              </a:p>
            </p:txBody>
          </p:sp>
        </p:grpSp>
        <p:sp>
          <p:nvSpPr>
            <p:cNvPr id="8" name="Textfeld 7">
              <a:extLst>
                <a:ext uri="{FF2B5EF4-FFF2-40B4-BE49-F238E27FC236}">
                  <a16:creationId xmlns:a16="http://schemas.microsoft.com/office/drawing/2014/main" id="{495A776E-3E57-69FA-0A92-477778114209}"/>
                </a:ext>
              </a:extLst>
            </p:cNvPr>
            <p:cNvSpPr txBox="1"/>
            <p:nvPr/>
          </p:nvSpPr>
          <p:spPr>
            <a:xfrm>
              <a:off x="7441766" y="6064492"/>
              <a:ext cx="1529586" cy="430887"/>
            </a:xfrm>
            <a:prstGeom prst="rect">
              <a:avLst/>
            </a:prstGeom>
            <a:noFill/>
          </p:spPr>
          <p:txBody>
            <a:bodyPr wrap="none" rtlCol="0">
              <a:spAutoFit/>
            </a:bodyPr>
            <a:lstStyle/>
            <a:p>
              <a:r>
                <a:rPr lang="es-ES_tradnl" sz="1100" b="1" noProof="1"/>
                <a:t>Agente seleccionado</a:t>
              </a:r>
            </a:p>
            <a:p>
              <a:r>
                <a:rPr lang="es-ES_tradnl" sz="1100" noProof="1"/>
                <a:t>Checkpoint300</a:t>
              </a:r>
            </a:p>
          </p:txBody>
        </p:sp>
        <p:sp>
          <p:nvSpPr>
            <p:cNvPr id="9" name="Textfeld 8">
              <a:extLst>
                <a:ext uri="{FF2B5EF4-FFF2-40B4-BE49-F238E27FC236}">
                  <a16:creationId xmlns:a16="http://schemas.microsoft.com/office/drawing/2014/main" id="{11C20275-AFB6-7E5F-2F2F-914FC97166C7}"/>
                </a:ext>
              </a:extLst>
            </p:cNvPr>
            <p:cNvSpPr txBox="1"/>
            <p:nvPr/>
          </p:nvSpPr>
          <p:spPr>
            <a:xfrm>
              <a:off x="7015754" y="3707990"/>
              <a:ext cx="2335123" cy="600164"/>
            </a:xfrm>
            <a:prstGeom prst="rect">
              <a:avLst/>
            </a:prstGeom>
            <a:solidFill>
              <a:schemeClr val="accent6">
                <a:lumMod val="20000"/>
                <a:lumOff val="80000"/>
              </a:schemeClr>
            </a:solidFill>
            <a:ln>
              <a:noFill/>
            </a:ln>
          </p:spPr>
          <p:txBody>
            <a:bodyPr wrap="square" rtlCol="0">
              <a:spAutoFit/>
            </a:bodyPr>
            <a:lstStyle/>
            <a:p>
              <a:r>
                <a:rPr lang="es-ES_tradnl" sz="1100" noProof="1"/>
                <a:t>Entrenamiento: </a:t>
              </a:r>
            </a:p>
            <a:p>
              <a:r>
                <a:rPr lang="es-ES_tradnl" sz="1100" noProof="1"/>
                <a:t>Scen58, Reward_SystemI</a:t>
              </a:r>
            </a:p>
            <a:p>
              <a:r>
                <a:rPr lang="es-ES_tradnl" sz="1100" noProof="1"/>
                <a:t>Run_x488, 1000eps</a:t>
              </a:r>
            </a:p>
          </p:txBody>
        </p:sp>
      </p:grpSp>
      <p:sp>
        <p:nvSpPr>
          <p:cNvPr id="3" name="Fußzeilenplatzhalter 2">
            <a:extLst>
              <a:ext uri="{FF2B5EF4-FFF2-40B4-BE49-F238E27FC236}">
                <a16:creationId xmlns:a16="http://schemas.microsoft.com/office/drawing/2014/main" id="{38D09C8E-70C1-7C59-7EA1-057DB5301AA5}"/>
              </a:ext>
            </a:extLst>
          </p:cNvPr>
          <p:cNvSpPr txBox="1">
            <a:spLocks/>
          </p:cNvSpPr>
          <p:nvPr/>
        </p:nvSpPr>
        <p:spPr>
          <a:xfrm>
            <a:off x="531341" y="6356350"/>
            <a:ext cx="10928609"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700434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AB927-7713-A69E-B2BE-55E8D257E0AB}"/>
            </a:ext>
          </a:extLst>
        </p:cNvPr>
        <p:cNvGrpSpPr/>
        <p:nvPr/>
      </p:nvGrpSpPr>
      <p:grpSpPr>
        <a:xfrm>
          <a:off x="0" y="0"/>
          <a:ext cx="0" cy="0"/>
          <a:chOff x="0" y="0"/>
          <a:chExt cx="0" cy="0"/>
        </a:xfrm>
      </p:grpSpPr>
      <p:sp>
        <p:nvSpPr>
          <p:cNvPr id="4" name="Inhaltsplatzhalter 3">
            <a:extLst>
              <a:ext uri="{FF2B5EF4-FFF2-40B4-BE49-F238E27FC236}">
                <a16:creationId xmlns:a16="http://schemas.microsoft.com/office/drawing/2014/main" id="{916816BD-5E1C-4E36-5489-0E15C0D748ED}"/>
              </a:ext>
            </a:extLst>
          </p:cNvPr>
          <p:cNvSpPr>
            <a:spLocks noGrp="1"/>
          </p:cNvSpPr>
          <p:nvPr>
            <p:ph sz="quarter" idx="16"/>
          </p:nvPr>
        </p:nvSpPr>
        <p:spPr>
          <a:xfrm>
            <a:off x="962526" y="5494382"/>
            <a:ext cx="9613232" cy="677305"/>
          </a:xfrm>
        </p:spPr>
        <p:txBody>
          <a:bodyPr>
            <a:noAutofit/>
          </a:bodyPr>
          <a:lstStyle/>
          <a:p>
            <a:r>
              <a:rPr lang="es-ES_tradnl" sz="1400" dirty="0"/>
              <a:t>El agente concentra su desempeño óptimo en la región central del dominio angular, donde el error es mínimo y la política es más estable. Sin embargo, se observa una degradación significativa del rendimiento hacia los extremos, reflejando una pérdida de capacidad de generalización bajo condiciones más exigentes del entorno.</a:t>
            </a:r>
          </a:p>
        </p:txBody>
      </p:sp>
      <mc:AlternateContent xmlns:mc="http://schemas.openxmlformats.org/markup-compatibility/2006">
        <mc:Choice xmlns:a14="http://schemas.microsoft.com/office/drawing/2010/main" Requires="a14">
          <p:sp>
            <p:nvSpPr>
              <p:cNvPr id="6" name="Textplatzhalter 1">
                <a:extLst>
                  <a:ext uri="{FF2B5EF4-FFF2-40B4-BE49-F238E27FC236}">
                    <a16:creationId xmlns:a16="http://schemas.microsoft.com/office/drawing/2014/main" id="{45191AEA-B90E-5779-4C04-5A46EB1BCB81}"/>
                  </a:ext>
                </a:extLst>
              </p:cNvPr>
              <p:cNvSpPr>
                <a:spLocks noGrp="1"/>
              </p:cNvSpPr>
              <p:nvPr>
                <p:ph type="body" sz="quarter" idx="12"/>
              </p:nvPr>
            </p:nvSpPr>
            <p:spPr/>
            <p:txBody>
              <a:bodyPr/>
              <a:lstStyle/>
              <a:p>
                <a14:m>
                  <m:oMath xmlns:m="http://schemas.openxmlformats.org/officeDocument/2006/math">
                    <m:sSub>
                      <m:sSubPr>
                        <m:ctrlPr>
                          <a:rPr lang="es-ES_tradnl" i="1" noProof="1" dirty="0">
                            <a:latin typeface="Cambria Math" panose="02040503050406030204" pitchFamily="18" charset="0"/>
                          </a:rPr>
                        </m:ctrlPr>
                      </m:sSubPr>
                      <m:e>
                        <m:r>
                          <a:rPr lang="es-ES_tradnl" i="1" noProof="1" dirty="0">
                            <a:latin typeface="Cambria Math" panose="02040503050406030204" pitchFamily="18" charset="0"/>
                          </a:rPr>
                          <m:t>𝑅𝑀𝑆𝐸</m:t>
                        </m:r>
                      </m:e>
                      <m:sub>
                        <m:r>
                          <a:rPr lang="es-ES_tradnl" i="1" noProof="1" dirty="0">
                            <a:latin typeface="Cambria Math" panose="02040503050406030204" pitchFamily="18" charset="0"/>
                          </a:rPr>
                          <m:t>𝑖</m:t>
                        </m:r>
                      </m:sub>
                    </m:sSub>
                  </m:oMath>
                </a14:m>
                <a:r>
                  <a:rPr lang="es-ES_tradnl" noProof="1"/>
                  <a:t> en dominio angular del Agente300</a:t>
                </a:r>
              </a:p>
            </p:txBody>
          </p:sp>
        </mc:Choice>
        <mc:Fallback>
          <p:sp>
            <p:nvSpPr>
              <p:cNvPr id="6" name="Textplatzhalter 1">
                <a:extLst>
                  <a:ext uri="{FF2B5EF4-FFF2-40B4-BE49-F238E27FC236}">
                    <a16:creationId xmlns:a16="http://schemas.microsoft.com/office/drawing/2014/main" id="{45191AEA-B90E-5779-4C04-5A46EB1BCB81}"/>
                  </a:ext>
                </a:extLst>
              </p:cNvPr>
              <p:cNvSpPr>
                <a:spLocks noGrp="1" noRot="1" noChangeAspect="1" noMove="1" noResize="1" noEditPoints="1" noAdjustHandles="1" noChangeArrowheads="1" noChangeShapeType="1" noTextEdit="1"/>
              </p:cNvSpPr>
              <p:nvPr>
                <p:ph type="body" sz="quarter" idx="12"/>
              </p:nvPr>
            </p:nvSpPr>
            <p:spPr>
              <a:blipFill>
                <a:blip r:embed="rId2"/>
                <a:stretch>
                  <a:fillRect t="-10811" b="-5405"/>
                </a:stretch>
              </a:blipFill>
            </p:spPr>
            <p:txBody>
              <a:bodyPr/>
              <a:lstStyle/>
              <a:p>
                <a:r>
                  <a:rPr lang="es-ES_tradnl">
                    <a:noFill/>
                  </a:rPr>
                  <a:t> </a:t>
                </a:r>
              </a:p>
            </p:txBody>
          </p:sp>
        </mc:Fallback>
      </mc:AlternateContent>
      <p:sp>
        <p:nvSpPr>
          <p:cNvPr id="7" name="Textfeld 6">
            <a:extLst>
              <a:ext uri="{FF2B5EF4-FFF2-40B4-BE49-F238E27FC236}">
                <a16:creationId xmlns:a16="http://schemas.microsoft.com/office/drawing/2014/main" id="{F5698978-0858-D5B3-4D19-B78E7B710349}"/>
              </a:ext>
            </a:extLst>
          </p:cNvPr>
          <p:cNvSpPr txBox="1"/>
          <p:nvPr/>
        </p:nvSpPr>
        <p:spPr>
          <a:xfrm>
            <a:off x="8980231" y="5094275"/>
            <a:ext cx="2903359" cy="215444"/>
          </a:xfrm>
          <a:prstGeom prst="rect">
            <a:avLst/>
          </a:prstGeom>
          <a:noFill/>
        </p:spPr>
        <p:txBody>
          <a:bodyPr wrap="none" rtlCol="0">
            <a:spAutoFit/>
          </a:bodyPr>
          <a:lstStyle/>
          <a:p>
            <a:r>
              <a:rPr lang="es-ES_tradnl" sz="800" noProof="1"/>
              <a:t>Estado baseline: Pitch = 0°, Roll = 0° , o1ini=0° , do1ini=0rad/s </a:t>
            </a:r>
          </a:p>
        </p:txBody>
      </p:sp>
      <p:pic>
        <p:nvPicPr>
          <p:cNvPr id="8" name="Inhaltsplatzhalter 7">
            <a:extLst>
              <a:ext uri="{FF2B5EF4-FFF2-40B4-BE49-F238E27FC236}">
                <a16:creationId xmlns:a16="http://schemas.microsoft.com/office/drawing/2014/main" id="{04E79819-CBA0-170A-ACB3-0B9F5DB6DF89}"/>
              </a:ext>
            </a:extLst>
          </p:cNvPr>
          <p:cNvPicPr>
            <a:picLocks noGrp="1" noChangeAspect="1"/>
          </p:cNvPicPr>
          <p:nvPr>
            <p:ph sz="quarter" idx="14"/>
          </p:nvPr>
        </p:nvPicPr>
        <p:blipFill>
          <a:blip r:embed="rId3"/>
          <a:stretch>
            <a:fillRect/>
          </a:stretch>
        </p:blipFill>
        <p:spPr>
          <a:xfrm>
            <a:off x="2740992" y="2390775"/>
            <a:ext cx="5689253" cy="3021013"/>
          </a:xfrm>
          <a:prstGeom prst="rect">
            <a:avLst/>
          </a:prstGeom>
        </p:spPr>
      </p:pic>
      <p:sp>
        <p:nvSpPr>
          <p:cNvPr id="2" name="Fußzeilenplatzhalter 2">
            <a:extLst>
              <a:ext uri="{FF2B5EF4-FFF2-40B4-BE49-F238E27FC236}">
                <a16:creationId xmlns:a16="http://schemas.microsoft.com/office/drawing/2014/main" id="{FAD97B34-3A35-0227-1EFA-F59C347841F2}"/>
              </a:ext>
            </a:extLst>
          </p:cNvPr>
          <p:cNvSpPr txBox="1">
            <a:spLocks/>
          </p:cNvSpPr>
          <p:nvPr/>
        </p:nvSpPr>
        <p:spPr>
          <a:xfrm>
            <a:off x="531341" y="6356350"/>
            <a:ext cx="10928609" cy="365125"/>
          </a:xfrm>
          <a:prstGeom prst="rect">
            <a:avLst/>
          </a:prstGeom>
        </p:spPr>
        <p:txBody>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ES_tradnl" sz="900" noProof="1"/>
              <a:t>TFM – Master Inteligencia Artificial – Control Monoarticular aplicado en manipuladores móviles utilizando aprendizaje por refuerzo  –  Ricardo Enrique  Sarabia Palacio</a:t>
            </a:r>
          </a:p>
        </p:txBody>
      </p:sp>
    </p:spTree>
    <p:extLst>
      <p:ext uri="{BB962C8B-B14F-4D97-AF65-F5344CB8AC3E}">
        <p14:creationId xmlns:p14="http://schemas.microsoft.com/office/powerpoint/2010/main" val="1251275094"/>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797</Words>
  <Application>Microsoft Macintosh PowerPoint</Application>
  <PresentationFormat>Breitbild</PresentationFormat>
  <Paragraphs>265</Paragraphs>
  <Slides>6</Slides>
  <Notes>1</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6</vt:i4>
      </vt:variant>
    </vt:vector>
  </HeadingPairs>
  <TitlesOfParts>
    <vt:vector size="13" baseType="lpstr">
      <vt:lpstr>Aptos</vt:lpstr>
      <vt:lpstr>Aptos Display</vt:lpstr>
      <vt:lpstr>Arial</vt:lpstr>
      <vt:lpstr>Cambria Math</vt:lpstr>
      <vt:lpstr>Times New Roman</vt:lpstr>
      <vt:lpstr>Wingdings</vt:lpstr>
      <vt:lpstr>Office</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ricardo sarabia</dc:creator>
  <cp:lastModifiedBy>ricardo sarabia</cp:lastModifiedBy>
  <cp:revision>2</cp:revision>
  <dcterms:created xsi:type="dcterms:W3CDTF">2026-04-12T11:26:52Z</dcterms:created>
  <dcterms:modified xsi:type="dcterms:W3CDTF">2026-04-12T11:50:10Z</dcterms:modified>
</cp:coreProperties>
</file>