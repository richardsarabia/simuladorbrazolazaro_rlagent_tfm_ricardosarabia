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553" r:id="rId2"/>
    <p:sldId id="562" r:id="rId3"/>
    <p:sldId id="563" r:id="rId4"/>
    <p:sldId id="564" r:id="rId5"/>
    <p:sldId id="566" r:id="rId6"/>
    <p:sldId id="565" r:id="rId7"/>
    <p:sldId id="567" r:id="rId8"/>
    <p:sldId id="568"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5"/>
  </p:normalViewPr>
  <p:slideViewPr>
    <p:cSldViewPr snapToGrid="0">
      <p:cViewPr varScale="1">
        <p:scale>
          <a:sx n="101" d="100"/>
          <a:sy n="101" d="100"/>
        </p:scale>
        <p:origin x="119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EA0572-A21C-9642-9095-B4FDDE3E8C30}" type="doc">
      <dgm:prSet loTypeId="urn:microsoft.com/office/officeart/2005/8/layout/hChevron3" loCatId="" qsTypeId="urn:microsoft.com/office/officeart/2005/8/quickstyle/simple1" qsCatId="simple" csTypeId="urn:microsoft.com/office/officeart/2005/8/colors/accent1_2" csCatId="accent1" phldr="1"/>
      <dgm:spPr/>
    </dgm:pt>
    <dgm:pt modelId="{B5EC3431-46F9-8E43-ABB8-05CB6224B6C0}">
      <dgm:prSet phldrT="[Text]"/>
      <dgm:spPr/>
      <dgm:t>
        <a:bodyPr/>
        <a:lstStyle/>
        <a:p>
          <a:r>
            <a:rPr lang="es-ES_tradnl" noProof="1"/>
            <a:t>Plataforma Plana</a:t>
          </a:r>
        </a:p>
      </dgm:t>
    </dgm:pt>
    <dgm:pt modelId="{A1C1792E-106C-9F4E-94BF-1EB93FC8D6E5}" type="parTrans" cxnId="{BFB80B76-3EEF-6F4F-9003-FACEBDEEF919}">
      <dgm:prSet/>
      <dgm:spPr/>
      <dgm:t>
        <a:bodyPr/>
        <a:lstStyle/>
        <a:p>
          <a:endParaRPr lang="de-DE"/>
        </a:p>
      </dgm:t>
    </dgm:pt>
    <dgm:pt modelId="{2B2187F0-2C9A-6342-8D0E-8DCE5F82D182}" type="sibTrans" cxnId="{BFB80B76-3EEF-6F4F-9003-FACEBDEEF919}">
      <dgm:prSet/>
      <dgm:spPr/>
      <dgm:t>
        <a:bodyPr/>
        <a:lstStyle/>
        <a:p>
          <a:endParaRPr lang="de-DE"/>
        </a:p>
      </dgm:t>
    </dgm:pt>
    <dgm:pt modelId="{5EB27ED7-BFD5-7B41-A999-8D59D5C3BC40}" type="pres">
      <dgm:prSet presAssocID="{28EA0572-A21C-9642-9095-B4FDDE3E8C30}" presName="Name0" presStyleCnt="0">
        <dgm:presLayoutVars>
          <dgm:dir/>
          <dgm:resizeHandles val="exact"/>
        </dgm:presLayoutVars>
      </dgm:prSet>
      <dgm:spPr/>
    </dgm:pt>
    <dgm:pt modelId="{4D789688-5F6B-5743-B5E9-23B680B527E3}" type="pres">
      <dgm:prSet presAssocID="{B5EC3431-46F9-8E43-ABB8-05CB6224B6C0}" presName="parTxOnly" presStyleLbl="node1" presStyleIdx="0" presStyleCnt="1" custLinFactNeighborX="-12348" custLinFactNeighborY="-5411">
        <dgm:presLayoutVars>
          <dgm:bulletEnabled val="1"/>
        </dgm:presLayoutVars>
      </dgm:prSet>
      <dgm:spPr/>
    </dgm:pt>
  </dgm:ptLst>
  <dgm:cxnLst>
    <dgm:cxn modelId="{45BE880B-AAA8-CE4F-ACB1-92C7594C18DD}" type="presOf" srcId="{B5EC3431-46F9-8E43-ABB8-05CB6224B6C0}" destId="{4D789688-5F6B-5743-B5E9-23B680B527E3}" srcOrd="0" destOrd="0" presId="urn:microsoft.com/office/officeart/2005/8/layout/hChevron3"/>
    <dgm:cxn modelId="{BFB80B76-3EEF-6F4F-9003-FACEBDEEF919}" srcId="{28EA0572-A21C-9642-9095-B4FDDE3E8C30}" destId="{B5EC3431-46F9-8E43-ABB8-05CB6224B6C0}" srcOrd="0" destOrd="0" parTransId="{A1C1792E-106C-9F4E-94BF-1EB93FC8D6E5}" sibTransId="{2B2187F0-2C9A-6342-8D0E-8DCE5F82D182}"/>
    <dgm:cxn modelId="{741171BA-99F5-2D43-B019-13C442CC9A56}" type="presOf" srcId="{28EA0572-A21C-9642-9095-B4FDDE3E8C30}" destId="{5EB27ED7-BFD5-7B41-A999-8D59D5C3BC40}" srcOrd="0" destOrd="0" presId="urn:microsoft.com/office/officeart/2005/8/layout/hChevron3"/>
    <dgm:cxn modelId="{2EADC346-63D6-BA46-8731-962DC6832C65}" type="presParOf" srcId="{5EB27ED7-BFD5-7B41-A999-8D59D5C3BC40}" destId="{4D789688-5F6B-5743-B5E9-23B680B527E3}" srcOrd="0"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789688-5F6B-5743-B5E9-23B680B527E3}">
      <dsp:nvSpPr>
        <dsp:cNvPr id="0" name=""/>
        <dsp:cNvSpPr/>
      </dsp:nvSpPr>
      <dsp:spPr>
        <a:xfrm>
          <a:off x="0" y="0"/>
          <a:ext cx="8746828" cy="2160293"/>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10" tIns="173355" rIns="86678" bIns="173355" numCol="1" spcCol="1270" anchor="ctr" anchorCtr="0">
          <a:noAutofit/>
        </a:bodyPr>
        <a:lstStyle/>
        <a:p>
          <a:pPr marL="0" lvl="0" indent="0" algn="ctr" defTabSz="2889250">
            <a:lnSpc>
              <a:spcPct val="90000"/>
            </a:lnSpc>
            <a:spcBef>
              <a:spcPct val="0"/>
            </a:spcBef>
            <a:spcAft>
              <a:spcPct val="35000"/>
            </a:spcAft>
            <a:buNone/>
          </a:pPr>
          <a:r>
            <a:rPr lang="es-ES_tradnl" sz="6500" kern="1200" noProof="1"/>
            <a:t>Plataforma Plana</a:t>
          </a:r>
        </a:p>
      </dsp:txBody>
      <dsp:txXfrm>
        <a:off x="0" y="0"/>
        <a:ext cx="8206755" cy="216029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F699D-0759-D046-BAF2-652A9A3B4BD2}" type="datetimeFigureOut">
              <a:rPr lang="es-ES_tradnl" smtClean="0"/>
              <a:t>6/4/26</a:t>
            </a:fld>
            <a:endParaRPr lang="es-ES_tradnl"/>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9AB0BD-5C8F-B34C-A0C5-23ADDCAD34A0}" type="slidenum">
              <a:rPr lang="es-ES_tradnl" smtClean="0"/>
              <a:t>‹Nr.›</a:t>
            </a:fld>
            <a:endParaRPr lang="es-ES_tradnl"/>
          </a:p>
        </p:txBody>
      </p:sp>
    </p:spTree>
    <p:extLst>
      <p:ext uri="{BB962C8B-B14F-4D97-AF65-F5344CB8AC3E}">
        <p14:creationId xmlns:p14="http://schemas.microsoft.com/office/powerpoint/2010/main" val="161317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97BE5-7634-87D4-9398-16E330FA351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F8C3FAF-99DA-32F8-AC08-2E7EEF4AC8D9}"/>
              </a:ext>
            </a:extLst>
          </p:cNvPr>
          <p:cNvSpPr>
            <a:spLocks noGrp="1" noRot="1" noChangeAspect="1"/>
          </p:cNvSpPr>
          <p:nvPr>
            <p:ph type="sldImg"/>
          </p:nvPr>
        </p:nvSpPr>
        <p:spPr>
          <a:xfrm>
            <a:off x="685800" y="1143000"/>
            <a:ext cx="5486400" cy="3086100"/>
          </a:xfrm>
        </p:spPr>
        <p:txBody>
          <a:bodyPr/>
          <a:lstStyle/>
          <a:p>
            <a:endParaRPr lang="es-ES_tradnl" dirty="0"/>
          </a:p>
        </p:txBody>
      </p:sp>
      <p:sp>
        <p:nvSpPr>
          <p:cNvPr id="3" name="Notizenplatzhalter 2">
            <a:extLst>
              <a:ext uri="{FF2B5EF4-FFF2-40B4-BE49-F238E27FC236}">
                <a16:creationId xmlns:a16="http://schemas.microsoft.com/office/drawing/2014/main" id="{E5581955-AF8A-4D23-3679-8626251E604D}"/>
              </a:ext>
            </a:extLst>
          </p:cNvPr>
          <p:cNvSpPr>
            <a:spLocks noGrp="1"/>
          </p:cNvSpPr>
          <p:nvPr>
            <p:ph type="body" idx="1"/>
          </p:nvPr>
        </p:nvSpPr>
        <p:spPr/>
        <p:txBody>
          <a:bodyPr/>
          <a:lstStyle/>
          <a:p>
            <a:endParaRPr lang="es-ES_tradnl" dirty="0"/>
          </a:p>
        </p:txBody>
      </p:sp>
      <p:sp>
        <p:nvSpPr>
          <p:cNvPr id="4" name="Foliennummernplatzhalter 3">
            <a:extLst>
              <a:ext uri="{FF2B5EF4-FFF2-40B4-BE49-F238E27FC236}">
                <a16:creationId xmlns:a16="http://schemas.microsoft.com/office/drawing/2014/main" id="{9258CA0E-EB81-A000-3B06-C9B23BBC5240}"/>
              </a:ext>
            </a:extLst>
          </p:cNvPr>
          <p:cNvSpPr>
            <a:spLocks noGrp="1"/>
          </p:cNvSpPr>
          <p:nvPr>
            <p:ph type="sldNum" sz="quarter" idx="5"/>
          </p:nvPr>
        </p:nvSpPr>
        <p:spPr/>
        <p:txBody>
          <a:bodyPr/>
          <a:lstStyle/>
          <a:p>
            <a:fld id="{F84785C0-5D3C-044C-86BD-FEC1FEF91D7D}" type="slidenum">
              <a:rPr lang="es-ES_tradnl" smtClean="0"/>
              <a:t>1</a:t>
            </a:fld>
            <a:endParaRPr lang="es-ES_tradnl" dirty="0"/>
          </a:p>
        </p:txBody>
      </p:sp>
    </p:spTree>
    <p:extLst>
      <p:ext uri="{BB962C8B-B14F-4D97-AF65-F5344CB8AC3E}">
        <p14:creationId xmlns:p14="http://schemas.microsoft.com/office/powerpoint/2010/main" val="620391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445F78-D4E8-AF9D-0A57-2A4C2CBD0F4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8BAD7181-CD1F-05A8-34C6-7E65A09285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6E7A5532-3C74-CA8F-A9A6-73EAFEB85ED9}"/>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684A7A53-30EC-8497-4C67-3AFE50090595}"/>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D071BEDA-B302-D912-3120-6D28C977D318}"/>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16400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20BA91-B830-5677-5EF3-D868DB728889}"/>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2F09FE04-46D5-DCD7-81D3-CBFE4D641F6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2551F83B-3738-525C-A518-B157765F9290}"/>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A5835650-8318-23CF-DF6D-657A1C6A1ED0}"/>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79A2B669-79D9-A72A-807E-38E07A4BD40C}"/>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24058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409686-B737-A5FC-33FF-8108652DB66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E3852ABC-E2CB-34A0-D5B1-BABBAAE40C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B8E41B5-5C80-7EA4-18F1-A2D861E95CEE}"/>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FF0BF777-6751-C764-23DC-8319069484B2}"/>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A340E1B8-5F5D-D5EB-6A6A-7ABCF546E6AE}"/>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1199374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951810-A70E-00A1-7CD7-E8398D9FA96C}"/>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75702672-1668-C4A4-1B46-8461D4EAA7F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417EC616-8D99-1B6C-CBA7-47E18B04ECA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40C6016F-247C-2941-F27D-F3206FB73B79}"/>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6" name="Fußzeilenplatzhalter 5">
            <a:extLst>
              <a:ext uri="{FF2B5EF4-FFF2-40B4-BE49-F238E27FC236}">
                <a16:creationId xmlns:a16="http://schemas.microsoft.com/office/drawing/2014/main" id="{E0F4DC76-2264-3E84-4155-EF9F3510E1D1}"/>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0A8E229C-37A5-E53E-8130-1E4CDA78DE80}"/>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468579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74E399-931F-FBE0-0621-9A5E99D41FD1}"/>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C68A7700-1EB9-C2B4-00FD-C1699D1674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ED75808-3724-5BAC-2959-A56F94DAD71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65C6D0FF-32BB-165A-9FCA-B004C16A79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FDA99A9-AFFF-5745-A9AF-95A98BEBF07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BE08C34D-D779-EC23-6942-3DA15F04BBDA}"/>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8" name="Fußzeilenplatzhalter 7">
            <a:extLst>
              <a:ext uri="{FF2B5EF4-FFF2-40B4-BE49-F238E27FC236}">
                <a16:creationId xmlns:a16="http://schemas.microsoft.com/office/drawing/2014/main" id="{1EFD2B83-6A6C-0DB3-97CA-5A4253019468}"/>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A8D888F9-B5F7-DB1B-2469-F89B235C49D8}"/>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307313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7D062E-0ED0-C6D7-B303-9E4C2DB472B9}"/>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016D5193-E9FE-08A5-A7D0-56E114F51DFA}"/>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4" name="Fußzeilenplatzhalter 3">
            <a:extLst>
              <a:ext uri="{FF2B5EF4-FFF2-40B4-BE49-F238E27FC236}">
                <a16:creationId xmlns:a16="http://schemas.microsoft.com/office/drawing/2014/main" id="{6FB84FEA-8308-19AF-959E-531661F7CAD1}"/>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957CCF65-7D46-5B6B-2CC7-0D423225DB10}"/>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419264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E999E3A-6273-C6C2-522F-B39A47FFA918}"/>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3" name="Fußzeilenplatzhalter 2">
            <a:extLst>
              <a:ext uri="{FF2B5EF4-FFF2-40B4-BE49-F238E27FC236}">
                <a16:creationId xmlns:a16="http://schemas.microsoft.com/office/drawing/2014/main" id="{411B7133-92BE-12CF-0F59-1714AA3ADF18}"/>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ADF35CDE-1212-9B6B-AA91-D469B8E08263}"/>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344658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5815B-A78A-4C16-3D42-8D51F239DAF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3EC5161F-B569-0F30-F93D-406C43BEA2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56E74195-3825-A57C-90D8-2FB007438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07A5EDA-F6F9-E3EF-F07B-6FD65E410551}"/>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6" name="Fußzeilenplatzhalter 5">
            <a:extLst>
              <a:ext uri="{FF2B5EF4-FFF2-40B4-BE49-F238E27FC236}">
                <a16:creationId xmlns:a16="http://schemas.microsoft.com/office/drawing/2014/main" id="{E329D2B0-A9AE-AAAD-E80F-7B671964F0E2}"/>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F3F79A15-314D-5AAD-4AEC-3BF8FAE34BCC}"/>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158925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96A7AE-321D-FA2A-A683-C687A786C81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96F0684E-1F45-99A0-B01F-2F0BFB9CB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256AB760-7FD3-7C65-6FAB-C6888E9EF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CF20D25-5FD0-05FC-E528-9B585B427EA4}"/>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6" name="Fußzeilenplatzhalter 5">
            <a:extLst>
              <a:ext uri="{FF2B5EF4-FFF2-40B4-BE49-F238E27FC236}">
                <a16:creationId xmlns:a16="http://schemas.microsoft.com/office/drawing/2014/main" id="{517CDF99-4759-C23E-E94B-CBDF84930694}"/>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0FDD9FE8-D203-C2FC-44F2-848EB33F4E6D}"/>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90191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0B6C70-8DD0-A1CF-D104-D547F163C910}"/>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1F22681E-997A-58A2-9576-B3C201B1198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40BB6FA0-A1A0-EAB0-6F6A-709523DC65A8}"/>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9FF1DBD7-D15F-06A3-05FC-73E0C5F9C44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3F525C59-83DE-4CFB-4FE3-FE4D0791E0BC}"/>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2315578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4EC2591-C5FC-FABC-0E4F-378550CD7BB5}"/>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44B91722-E3B7-A983-01EA-800ED2694EC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66B9F16C-F542-0887-9121-E58AABD12ADD}"/>
              </a:ext>
            </a:extLst>
          </p:cNvPr>
          <p:cNvSpPr>
            <a:spLocks noGrp="1"/>
          </p:cNvSpPr>
          <p:nvPr>
            <p:ph type="dt" sz="half" idx="10"/>
          </p:nvPr>
        </p:nvSpPr>
        <p:spPr/>
        <p:txBody>
          <a:body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205C26A3-0693-E417-C54C-F24798AAC752}"/>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26D3D47D-AB3C-43E1-D09E-CA9D3831F3C7}"/>
              </a:ext>
            </a:extLst>
          </p:cNvPr>
          <p:cNvSpPr>
            <a:spLocks noGrp="1"/>
          </p:cNvSpPr>
          <p:nvPr>
            <p:ph type="sldNum" sz="quarter" idx="12"/>
          </p:nvPr>
        </p:nvSpPr>
        <p:spPr/>
        <p:txBody>
          <a:body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3041183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valuacion_R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390198" y="5092979"/>
            <a:ext cx="4534893" cy="636457"/>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 name="Onlinebild-Platzhalter 13">
            <a:extLst>
              <a:ext uri="{FF2B5EF4-FFF2-40B4-BE49-F238E27FC236}">
                <a16:creationId xmlns:a16="http://schemas.microsoft.com/office/drawing/2014/main" id="{FD9EF390-3AFD-9D64-1273-017BE22D9A62}"/>
              </a:ext>
            </a:extLst>
          </p:cNvPr>
          <p:cNvSpPr>
            <a:spLocks noGrp="1"/>
          </p:cNvSpPr>
          <p:nvPr>
            <p:ph type="clipArt" sz="quarter" idx="15"/>
          </p:nvPr>
        </p:nvSpPr>
        <p:spPr>
          <a:xfrm>
            <a:off x="520862" y="2150672"/>
            <a:ext cx="5365750" cy="4008437"/>
          </a:xfrm>
        </p:spPr>
        <p:txBody>
          <a:bodyPr/>
          <a:lstStyle/>
          <a:p>
            <a:endParaRPr lang="es-ES_tradnl"/>
          </a:p>
        </p:txBody>
      </p:sp>
      <p:pic>
        <p:nvPicPr>
          <p:cNvPr id="21" name="Grafik 20">
            <a:extLst>
              <a:ext uri="{FF2B5EF4-FFF2-40B4-BE49-F238E27FC236}">
                <a16:creationId xmlns:a16="http://schemas.microsoft.com/office/drawing/2014/main" id="{95360E26-BFAE-B334-4899-0F825BFBC344}"/>
              </a:ext>
            </a:extLst>
          </p:cNvPr>
          <p:cNvPicPr>
            <a:picLocks noChangeAspect="1"/>
          </p:cNvPicPr>
          <p:nvPr userDrawn="1"/>
        </p:nvPicPr>
        <p:blipFill>
          <a:blip r:embed="rId5"/>
          <a:stretch>
            <a:fillRect/>
          </a:stretch>
        </p:blipFill>
        <p:spPr>
          <a:xfrm>
            <a:off x="6353093" y="2077326"/>
            <a:ext cx="2721697" cy="2147028"/>
          </a:xfrm>
          <a:prstGeom prst="rect">
            <a:avLst/>
          </a:prstGeom>
        </p:spPr>
      </p:pic>
      <p:sp>
        <p:nvSpPr>
          <p:cNvPr id="22" name="Inhaltsplatzhalter 28">
            <a:extLst>
              <a:ext uri="{FF2B5EF4-FFF2-40B4-BE49-F238E27FC236}">
                <a16:creationId xmlns:a16="http://schemas.microsoft.com/office/drawing/2014/main" id="{BE6DE186-B408-4201-17FA-17FDB7A4014C}"/>
              </a:ext>
            </a:extLst>
          </p:cNvPr>
          <p:cNvSpPr>
            <a:spLocks noGrp="1"/>
          </p:cNvSpPr>
          <p:nvPr>
            <p:ph sz="quarter" idx="16"/>
          </p:nvPr>
        </p:nvSpPr>
        <p:spPr>
          <a:xfrm>
            <a:off x="6353093" y="4424206"/>
            <a:ext cx="4571997" cy="465600"/>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4120928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valuacion_RL_Signa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05928" y="4961947"/>
            <a:ext cx="11065209" cy="1007846"/>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Onlinebild-Platzhalter 13">
            <a:extLst>
              <a:ext uri="{FF2B5EF4-FFF2-40B4-BE49-F238E27FC236}">
                <a16:creationId xmlns:a16="http://schemas.microsoft.com/office/drawing/2014/main" id="{3A0C70E0-48D5-A72C-4A82-0E880E0730C9}"/>
              </a:ext>
            </a:extLst>
          </p:cNvPr>
          <p:cNvSpPr>
            <a:spLocks noGrp="1"/>
          </p:cNvSpPr>
          <p:nvPr>
            <p:ph type="clipArt" sz="quarter" idx="15"/>
          </p:nvPr>
        </p:nvSpPr>
        <p:spPr>
          <a:xfrm>
            <a:off x="3583277" y="2077327"/>
            <a:ext cx="5271637" cy="2506018"/>
          </a:xfrm>
        </p:spPr>
        <p:txBody>
          <a:bodyPr/>
          <a:lstStyle/>
          <a:p>
            <a:endParaRPr lang="es-ES_tradnl"/>
          </a:p>
        </p:txBody>
      </p:sp>
      <p:sp>
        <p:nvSpPr>
          <p:cNvPr id="11" name="Inhaltsplatzhalter 28">
            <a:extLst>
              <a:ext uri="{FF2B5EF4-FFF2-40B4-BE49-F238E27FC236}">
                <a16:creationId xmlns:a16="http://schemas.microsoft.com/office/drawing/2014/main" id="{E03F487B-0478-3EA0-504F-340815C8A137}"/>
              </a:ext>
            </a:extLst>
          </p:cNvPr>
          <p:cNvSpPr>
            <a:spLocks noGrp="1"/>
          </p:cNvSpPr>
          <p:nvPr>
            <p:ph sz="quarter" idx="16"/>
          </p:nvPr>
        </p:nvSpPr>
        <p:spPr>
          <a:xfrm>
            <a:off x="561487" y="2465822"/>
            <a:ext cx="2688490" cy="2027633"/>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2046924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9070804D-67DE-A520-3364-1D982BDCDB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FEF700E1-C2E0-AA93-458F-7798FAB2C0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09E205C5-5CB4-3DB3-86DB-6676DA2254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D2E7F-D026-F044-BEC7-BA709E8C5B85}" type="datetimeFigureOut">
              <a:rPr lang="es-ES_tradnl" smtClean="0"/>
              <a:t>6/4/26</a:t>
            </a:fld>
            <a:endParaRPr lang="es-ES_tradnl"/>
          </a:p>
        </p:txBody>
      </p:sp>
      <p:sp>
        <p:nvSpPr>
          <p:cNvPr id="5" name="Fußzeilenplatzhalter 4">
            <a:extLst>
              <a:ext uri="{FF2B5EF4-FFF2-40B4-BE49-F238E27FC236}">
                <a16:creationId xmlns:a16="http://schemas.microsoft.com/office/drawing/2014/main" id="{92962F31-2391-85F0-7919-FAC9B94AAD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6300E144-68E6-98BB-4C7D-79041A6627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228659-8552-6541-A019-5AE8FAFA9C2C}" type="slidenum">
              <a:rPr lang="es-ES_tradnl" smtClean="0"/>
              <a:t>‹Nr.›</a:t>
            </a:fld>
            <a:endParaRPr lang="es-ES_tradnl"/>
          </a:p>
        </p:txBody>
      </p:sp>
    </p:spTree>
    <p:extLst>
      <p:ext uri="{BB962C8B-B14F-4D97-AF65-F5344CB8AC3E}">
        <p14:creationId xmlns:p14="http://schemas.microsoft.com/office/powerpoint/2010/main" val="143797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emf"/><Relationship Id="rId1" Type="http://schemas.openxmlformats.org/officeDocument/2006/relationships/slideLayout" Target="../slideLayouts/slideLayout13.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2A82E-7E2F-2FA6-6932-2E6E08EFCB17}"/>
            </a:ext>
          </a:extLst>
        </p:cNvPr>
        <p:cNvGrpSpPr/>
        <p:nvPr/>
      </p:nvGrpSpPr>
      <p:grpSpPr>
        <a:xfrm>
          <a:off x="0" y="0"/>
          <a:ext cx="0" cy="0"/>
          <a:chOff x="0" y="0"/>
          <a:chExt cx="0" cy="0"/>
        </a:xfrm>
      </p:grpSpPr>
      <p:sp>
        <p:nvSpPr>
          <p:cNvPr id="35" name="Rechteck 34">
            <a:extLst>
              <a:ext uri="{FF2B5EF4-FFF2-40B4-BE49-F238E27FC236}">
                <a16:creationId xmlns:a16="http://schemas.microsoft.com/office/drawing/2014/main" id="{87226F7C-92A9-6F77-AAA4-15381C03EE8C}"/>
              </a:ext>
            </a:extLst>
          </p:cNvPr>
          <p:cNvSpPr/>
          <p:nvPr/>
        </p:nvSpPr>
        <p:spPr>
          <a:xfrm>
            <a:off x="-3818" y="-7820"/>
            <a:ext cx="12195818" cy="1134716"/>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pic>
        <p:nvPicPr>
          <p:cNvPr id="16" name="Imagen3">
            <a:extLst>
              <a:ext uri="{FF2B5EF4-FFF2-40B4-BE49-F238E27FC236}">
                <a16:creationId xmlns:a16="http://schemas.microsoft.com/office/drawing/2014/main" id="{3DB0E3F1-B07C-4FCF-7363-4D5C512BED6E}"/>
              </a:ext>
            </a:extLst>
          </p:cNvPr>
          <p:cNvPicPr>
            <a:picLocks noChangeAspect="1"/>
          </p:cNvPicPr>
          <p:nvPr/>
        </p:nvPicPr>
        <p:blipFill>
          <a:blip r:embed="rId3"/>
          <a:stretch>
            <a:fillRect/>
          </a:stretch>
        </p:blipFill>
        <p:spPr bwMode="auto">
          <a:xfrm>
            <a:off x="9727160" y="198439"/>
            <a:ext cx="1732790" cy="866395"/>
          </a:xfrm>
          <a:prstGeom prst="rect">
            <a:avLst/>
          </a:prstGeom>
        </p:spPr>
      </p:pic>
      <p:sp>
        <p:nvSpPr>
          <p:cNvPr id="15" name="Textfeld 14">
            <a:extLst>
              <a:ext uri="{FF2B5EF4-FFF2-40B4-BE49-F238E27FC236}">
                <a16:creationId xmlns:a16="http://schemas.microsoft.com/office/drawing/2014/main" id="{7E95130A-19D9-9985-440F-0240F301CFE9}"/>
              </a:ext>
            </a:extLst>
          </p:cNvPr>
          <p:cNvSpPr txBox="1"/>
          <p:nvPr/>
        </p:nvSpPr>
        <p:spPr>
          <a:xfrm>
            <a:off x="-543697" y="5622324"/>
            <a:ext cx="184731" cy="369332"/>
          </a:xfrm>
          <a:prstGeom prst="rect">
            <a:avLst/>
          </a:prstGeom>
          <a:noFill/>
        </p:spPr>
        <p:txBody>
          <a:bodyPr wrap="none" rtlCol="0">
            <a:spAutoFit/>
          </a:bodyPr>
          <a:lstStyle/>
          <a:p>
            <a:endParaRPr lang="es-ES_tradnl" noProof="1"/>
          </a:p>
        </p:txBody>
      </p:sp>
      <p:sp>
        <p:nvSpPr>
          <p:cNvPr id="5" name="Textfeld 4">
            <a:extLst>
              <a:ext uri="{FF2B5EF4-FFF2-40B4-BE49-F238E27FC236}">
                <a16:creationId xmlns:a16="http://schemas.microsoft.com/office/drawing/2014/main" id="{49A8C59C-547E-AE61-53C8-69BB5198ABF1}"/>
              </a:ext>
            </a:extLst>
          </p:cNvPr>
          <p:cNvSpPr txBox="1"/>
          <p:nvPr/>
        </p:nvSpPr>
        <p:spPr>
          <a:xfrm>
            <a:off x="-844952" y="2720051"/>
            <a:ext cx="184731" cy="369332"/>
          </a:xfrm>
          <a:prstGeom prst="rect">
            <a:avLst/>
          </a:prstGeom>
          <a:noFill/>
        </p:spPr>
        <p:txBody>
          <a:bodyPr wrap="none" rtlCol="0">
            <a:spAutoFit/>
          </a:bodyPr>
          <a:lstStyle/>
          <a:p>
            <a:endParaRPr lang="es-ES_tradnl" noProof="1"/>
          </a:p>
        </p:txBody>
      </p:sp>
      <p:graphicFrame>
        <p:nvGraphicFramePr>
          <p:cNvPr id="4" name="Diagramm 3">
            <a:extLst>
              <a:ext uri="{FF2B5EF4-FFF2-40B4-BE49-F238E27FC236}">
                <a16:creationId xmlns:a16="http://schemas.microsoft.com/office/drawing/2014/main" id="{3E61236B-DBED-B4FA-EE05-0FDBA5D49DEF}"/>
              </a:ext>
            </a:extLst>
          </p:cNvPr>
          <p:cNvGraphicFramePr/>
          <p:nvPr/>
        </p:nvGraphicFramePr>
        <p:xfrm>
          <a:off x="760760" y="2720051"/>
          <a:ext cx="8755379" cy="21602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ußzeilenplatzhalter 1">
            <a:extLst>
              <a:ext uri="{FF2B5EF4-FFF2-40B4-BE49-F238E27FC236}">
                <a16:creationId xmlns:a16="http://schemas.microsoft.com/office/drawing/2014/main" id="{45901F74-C055-1F2E-6DD2-4A88616BCF1C}"/>
              </a:ext>
            </a:extLst>
          </p:cNvPr>
          <p:cNvSpPr>
            <a:spLocks noGrp="1"/>
          </p:cNvSpPr>
          <p:nvPr>
            <p:ph type="ftr" sz="quarter" idx="11"/>
          </p:nvPr>
        </p:nvSpPr>
        <p:spPr>
          <a:xfrm>
            <a:off x="660400" y="6356350"/>
            <a:ext cx="11176000" cy="365125"/>
          </a:xfrm>
        </p:spPr>
        <p:txBody>
          <a:bodyPr/>
          <a:lstStyle/>
          <a:p>
            <a:r>
              <a:rPr lang="es-ES_tradnl" sz="900" noProof="1">
                <a:solidFill>
                  <a:schemeClr val="tx1"/>
                </a:solidFill>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269989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3DB2FB1-E9A1-017D-5BD3-6E6ED76DF0EA}"/>
              </a:ext>
            </a:extLst>
          </p:cNvPr>
          <p:cNvSpPr>
            <a:spLocks noGrp="1"/>
          </p:cNvSpPr>
          <p:nvPr>
            <p:ph sz="quarter" idx="14"/>
          </p:nvPr>
        </p:nvSpPr>
        <p:spPr/>
        <p:txBody>
          <a:bodyPr>
            <a:normAutofit fontScale="85000" lnSpcReduction="10000"/>
          </a:bodyPr>
          <a:lstStyle/>
          <a:p>
            <a:pPr algn="l"/>
            <a:r>
              <a:rPr lang="es-ES_tradnl" noProof="1"/>
              <a:t>La posición inicial introduce variaciones significativas en el RMSE, generando distorsiones en la curva y evidenciando una alta dependencia del agente respecto al estado inicial.</a:t>
            </a:r>
          </a:p>
          <a:p>
            <a:pPr algn="l"/>
            <a:endParaRPr lang="es-ES_tradnl" noProof="1"/>
          </a:p>
        </p:txBody>
      </p:sp>
      <p:sp>
        <p:nvSpPr>
          <p:cNvPr id="3" name="Textplatzhalter 2">
            <a:extLst>
              <a:ext uri="{FF2B5EF4-FFF2-40B4-BE49-F238E27FC236}">
                <a16:creationId xmlns:a16="http://schemas.microsoft.com/office/drawing/2014/main" id="{0A848D37-B882-3C7C-2225-B47265BADD3A}"/>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a:t>
            </a:r>
          </a:p>
          <a:p>
            <a:endParaRPr lang="es-ES_tradnl" noProof="1"/>
          </a:p>
        </p:txBody>
      </p:sp>
      <p:pic>
        <p:nvPicPr>
          <p:cNvPr id="6" name="Onlinebild-Platzhalter 4">
            <a:extLst>
              <a:ext uri="{FF2B5EF4-FFF2-40B4-BE49-F238E27FC236}">
                <a16:creationId xmlns:a16="http://schemas.microsoft.com/office/drawing/2014/main" id="{1B685973-FFEF-BBAB-4511-952289A389C2}"/>
              </a:ext>
            </a:extLst>
          </p:cNvPr>
          <p:cNvPicPr>
            <a:picLocks noGrp="1" noChangeAspect="1"/>
          </p:cNvPicPr>
          <p:nvPr>
            <p:ph type="clipArt" sz="quarter" idx="15"/>
          </p:nvPr>
        </p:nvPicPr>
        <p:blipFill>
          <a:blip r:embed="rId2"/>
          <a:stretch>
            <a:fillRect/>
          </a:stretch>
        </p:blipFill>
        <p:spPr>
          <a:xfrm>
            <a:off x="583920" y="2151063"/>
            <a:ext cx="5239310" cy="4008437"/>
          </a:xfrm>
          <a:prstGeom prst="rect">
            <a:avLst/>
          </a:prstGeom>
        </p:spPr>
      </p:pic>
      <p:sp>
        <p:nvSpPr>
          <p:cNvPr id="7" name="Inhaltsplatzhalter 7">
            <a:extLst>
              <a:ext uri="{FF2B5EF4-FFF2-40B4-BE49-F238E27FC236}">
                <a16:creationId xmlns:a16="http://schemas.microsoft.com/office/drawing/2014/main" id="{40F27DDF-713A-BDCA-BF37-8A1ACD142CC0}"/>
              </a:ext>
            </a:extLst>
          </p:cNvPr>
          <p:cNvSpPr txBox="1">
            <a:spLocks noGrp="1"/>
          </p:cNvSpPr>
          <p:nvPr>
            <p:ph sz="quarter" idx="16"/>
          </p:nvPr>
        </p:nvSpPr>
        <p:spPr>
          <a:prstGeom prst="rect">
            <a:avLst/>
          </a:prstGeom>
          <a:noFill/>
        </p:spPr>
        <p:txBody>
          <a:bodyPr wrap="square">
            <a:spAutoFit/>
          </a:bodyPr>
          <a:lstStyle/>
          <a:p>
            <a:pPr algn="l"/>
            <a:r>
              <a:rPr lang="es-ES_tradnl" sz="1400" b="1" noProof="1">
                <a:solidFill>
                  <a:schemeClr val="tx1">
                    <a:lumMod val="75000"/>
                    <a:lumOff val="25000"/>
                  </a:schemeClr>
                </a:solidFill>
                <a:latin typeface="Times New Roman" panose="02020603050405020304" pitchFamily="18" charset="0"/>
                <a:cs typeface="Times New Roman" panose="02020603050405020304" pitchFamily="18" charset="0"/>
              </a:rPr>
              <a:t>o1ini: (-90°, 0°, 90°)</a:t>
            </a:r>
          </a:p>
          <a:p>
            <a:pPr algn="l"/>
            <a:r>
              <a:rPr lang="es-ES_tradnl" sz="1400" noProof="1">
                <a:solidFill>
                  <a:schemeClr val="tx1">
                    <a:lumMod val="75000"/>
                    <a:lumOff val="25000"/>
                  </a:schemeClr>
                </a:solidFill>
              </a:rPr>
              <a:t>Pitch, Roll =0°, do1ini= 0°, Retardo=0ms </a:t>
            </a:r>
            <a:endParaRPr lang="es-ES_tradnl" sz="1400" noProof="1"/>
          </a:p>
          <a:p>
            <a:pPr algn="l"/>
            <a:endParaRPr lang="es-ES_tradnl" sz="1400" b="1" noProof="1"/>
          </a:p>
        </p:txBody>
      </p:sp>
      <p:sp>
        <p:nvSpPr>
          <p:cNvPr id="4" name="Fußzeilenplatzhalter 1">
            <a:extLst>
              <a:ext uri="{FF2B5EF4-FFF2-40B4-BE49-F238E27FC236}">
                <a16:creationId xmlns:a16="http://schemas.microsoft.com/office/drawing/2014/main" id="{4D045169-CF46-68D9-64EB-036A020A1C0A}"/>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756311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8F278D69-8ED3-282B-BAF4-D86CE4EDA827}"/>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noProof="1"/>
          </a:p>
        </p:txBody>
      </p:sp>
      <p:graphicFrame>
        <p:nvGraphicFramePr>
          <p:cNvPr id="7" name="Inhaltsplatzhalter 5">
            <a:extLst>
              <a:ext uri="{FF2B5EF4-FFF2-40B4-BE49-F238E27FC236}">
                <a16:creationId xmlns:a16="http://schemas.microsoft.com/office/drawing/2014/main" id="{9E8146B7-7ECC-881A-5D70-B7DBD1C5CA43}"/>
              </a:ext>
            </a:extLst>
          </p:cNvPr>
          <p:cNvGraphicFramePr>
            <a:graphicFrameLocks noGrp="1"/>
          </p:cNvGraphicFramePr>
          <p:nvPr>
            <p:ph sz="quarter" idx="14"/>
            <p:extLst>
              <p:ext uri="{D42A27DB-BD31-4B8C-83A1-F6EECF244321}">
                <p14:modId xmlns:p14="http://schemas.microsoft.com/office/powerpoint/2010/main" val="660001503"/>
              </p:ext>
            </p:extLst>
          </p:nvPr>
        </p:nvGraphicFramePr>
        <p:xfrm>
          <a:off x="660400" y="4674711"/>
          <a:ext cx="10532960" cy="159004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56.96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11.96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15.17</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216.36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148.00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2.06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18.33</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3.39</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24.03</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-303.04</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-135.00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-300.00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11.96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71.56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352.70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127.00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5.44</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167.70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18.34</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64.84</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0CA9D162-4673-8446-D8AF-5AD71184B90A}"/>
              </a:ext>
            </a:extLst>
          </p:cNvPr>
          <p:cNvSpPr txBox="1">
            <a:spLocks noGrp="1"/>
          </p:cNvSpPr>
          <p:nvPr>
            <p:ph sz="quarter" idx="16"/>
          </p:nvPr>
        </p:nvSpPr>
        <p:spPr>
          <a:xfrm>
            <a:off x="561487" y="2465822"/>
            <a:ext cx="2688490" cy="1865126"/>
          </a:xfrm>
          <a:prstGeom prst="rect">
            <a:avLst/>
          </a:prstGeom>
          <a:noFill/>
        </p:spPr>
        <p:txBody>
          <a:bodyPr wrap="square">
            <a:spAutoFit/>
          </a:bodyPr>
          <a:lstStyle/>
          <a:p>
            <a:pPr algn="l"/>
            <a:r>
              <a:rPr lang="es-ES_tradnl" noProof="1"/>
              <a:t>El sistema mantiene estabilidad en la mayoría de los casos, pero presenta degradaciones severas para condiciones iniciales extremas, incluyendo divergencias y pérdida de seguimiento.</a:t>
            </a:r>
          </a:p>
        </p:txBody>
      </p:sp>
      <p:pic>
        <p:nvPicPr>
          <p:cNvPr id="11" name="Onlinebild-Platzhalter 10">
            <a:extLst>
              <a:ext uri="{FF2B5EF4-FFF2-40B4-BE49-F238E27FC236}">
                <a16:creationId xmlns:a16="http://schemas.microsoft.com/office/drawing/2014/main" id="{47938C51-679B-FD74-B73B-DECFEEC4F7A4}"/>
              </a:ext>
            </a:extLst>
          </p:cNvPr>
          <p:cNvPicPr>
            <a:picLocks noGrp="1" noChangeAspect="1"/>
          </p:cNvPicPr>
          <p:nvPr>
            <p:ph type="clipArt" sz="quarter" idx="15"/>
          </p:nvPr>
        </p:nvPicPr>
        <p:blipFill>
          <a:blip r:embed="rId2"/>
          <a:stretch>
            <a:fillRect/>
          </a:stretch>
        </p:blipFill>
        <p:spPr>
          <a:xfrm>
            <a:off x="3492347" y="2078038"/>
            <a:ext cx="6797407" cy="2505075"/>
          </a:xfrm>
          <a:prstGeom prst="rect">
            <a:avLst/>
          </a:prstGeom>
        </p:spPr>
      </p:pic>
      <p:sp>
        <p:nvSpPr>
          <p:cNvPr id="4" name="Fußzeilenplatzhalter 1">
            <a:extLst>
              <a:ext uri="{FF2B5EF4-FFF2-40B4-BE49-F238E27FC236}">
                <a16:creationId xmlns:a16="http://schemas.microsoft.com/office/drawing/2014/main" id="{99B3FC10-5567-E9B5-7D8C-2081A320BF22}"/>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69096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91E27-A408-A342-4A13-912AB1B5D38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DFD816E-508E-B6DB-5DD1-FF6363CCCCC1}"/>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a:t>
            </a:r>
          </a:p>
          <a:p>
            <a:endParaRPr lang="es-ES_tradnl" noProof="1"/>
          </a:p>
        </p:txBody>
      </p:sp>
      <p:sp>
        <p:nvSpPr>
          <p:cNvPr id="11" name="Inhaltsplatzhalter 4">
            <a:extLst>
              <a:ext uri="{FF2B5EF4-FFF2-40B4-BE49-F238E27FC236}">
                <a16:creationId xmlns:a16="http://schemas.microsoft.com/office/drawing/2014/main" id="{FF74EC83-6C52-45CC-D283-6313DCE31BAD}"/>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Retardo: (0, 10, 20)[ms]</a:t>
            </a:r>
          </a:p>
          <a:p>
            <a:pPr algn="l"/>
            <a:r>
              <a:rPr lang="es-ES_tradnl" noProof="1">
                <a:solidFill>
                  <a:schemeClr val="tx1">
                    <a:lumMod val="75000"/>
                    <a:lumOff val="25000"/>
                  </a:schemeClr>
                </a:solidFill>
              </a:rPr>
              <a:t>Pitch, Roll =0°, o1ini= 0°, do1ini= 0° </a:t>
            </a:r>
            <a:endParaRPr lang="es-ES_tradnl" noProof="1"/>
          </a:p>
        </p:txBody>
      </p:sp>
      <p:sp>
        <p:nvSpPr>
          <p:cNvPr id="12" name="Inhaltsplatzhalter 1">
            <a:extLst>
              <a:ext uri="{FF2B5EF4-FFF2-40B4-BE49-F238E27FC236}">
                <a16:creationId xmlns:a16="http://schemas.microsoft.com/office/drawing/2014/main" id="{DC368BEA-3ABA-6698-69FB-EF747B4CF771}"/>
              </a:ext>
            </a:extLst>
          </p:cNvPr>
          <p:cNvSpPr>
            <a:spLocks noGrp="1"/>
          </p:cNvSpPr>
          <p:nvPr>
            <p:ph sz="quarter" idx="14"/>
          </p:nvPr>
        </p:nvSpPr>
        <p:spPr>
          <a:xfrm>
            <a:off x="6390198" y="5092979"/>
            <a:ext cx="4858024" cy="977315"/>
          </a:xfrm>
        </p:spPr>
        <p:txBody>
          <a:bodyPr>
            <a:noAutofit/>
          </a:bodyPr>
          <a:lstStyle/>
          <a:p>
            <a:pPr algn="l"/>
            <a:r>
              <a:rPr lang="es-ES_tradnl" noProof="1"/>
              <a:t>El retardo de señal no modifica la forma del RMSE, pero introduce una penalización uniforme en todo el dominio angular.</a:t>
            </a:r>
          </a:p>
          <a:p>
            <a:pPr algn="l">
              <a:lnSpc>
                <a:spcPct val="120000"/>
              </a:lnSpc>
            </a:pPr>
            <a:endParaRPr lang="es-ES_tradnl" noProof="1"/>
          </a:p>
        </p:txBody>
      </p:sp>
      <p:pic>
        <p:nvPicPr>
          <p:cNvPr id="15" name="Onlinebild-Platzhalter 14">
            <a:extLst>
              <a:ext uri="{FF2B5EF4-FFF2-40B4-BE49-F238E27FC236}">
                <a16:creationId xmlns:a16="http://schemas.microsoft.com/office/drawing/2014/main" id="{63F916CC-EDA4-05CC-1013-FFAF8562C0EA}"/>
              </a:ext>
            </a:extLst>
          </p:cNvPr>
          <p:cNvPicPr>
            <a:picLocks noGrp="1" noChangeAspect="1"/>
          </p:cNvPicPr>
          <p:nvPr>
            <p:ph type="clipArt" sz="quarter" idx="15"/>
          </p:nvPr>
        </p:nvPicPr>
        <p:blipFill>
          <a:blip r:embed="rId2"/>
          <a:stretch>
            <a:fillRect/>
          </a:stretch>
        </p:blipFill>
        <p:spPr>
          <a:xfrm>
            <a:off x="520700" y="2394976"/>
            <a:ext cx="5365750" cy="3520610"/>
          </a:xfrm>
          <a:prstGeom prst="rect">
            <a:avLst/>
          </a:prstGeom>
        </p:spPr>
      </p:pic>
      <p:sp>
        <p:nvSpPr>
          <p:cNvPr id="4" name="Fußzeilenplatzhalter 1">
            <a:extLst>
              <a:ext uri="{FF2B5EF4-FFF2-40B4-BE49-F238E27FC236}">
                <a16:creationId xmlns:a16="http://schemas.microsoft.com/office/drawing/2014/main" id="{18F9599E-BA93-4FAF-779B-FF6670F2D969}"/>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050863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4746-6293-2B40-6EB1-0A172B866E22}"/>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C57E60FD-05A5-FA2C-2297-DDEDE95AECA9}"/>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 o1sp=45°</a:t>
            </a:r>
          </a:p>
          <a:p>
            <a:endParaRPr lang="es-ES_tradnl" noProof="1"/>
          </a:p>
        </p:txBody>
      </p:sp>
      <p:graphicFrame>
        <p:nvGraphicFramePr>
          <p:cNvPr id="7" name="Inhaltsplatzhalter 5">
            <a:extLst>
              <a:ext uri="{FF2B5EF4-FFF2-40B4-BE49-F238E27FC236}">
                <a16:creationId xmlns:a16="http://schemas.microsoft.com/office/drawing/2014/main" id="{91BE199A-4078-101C-5DCD-2FE238497248}"/>
              </a:ext>
            </a:extLst>
          </p:cNvPr>
          <p:cNvGraphicFramePr>
            <a:graphicFrameLocks noGrp="1"/>
          </p:cNvGraphicFramePr>
          <p:nvPr>
            <p:ph sz="quarter" idx="14"/>
            <p:extLst>
              <p:ext uri="{D42A27DB-BD31-4B8C-83A1-F6EECF244321}">
                <p14:modId xmlns:p14="http://schemas.microsoft.com/office/powerpoint/2010/main" val="3889397721"/>
              </p:ext>
            </p:extLst>
          </p:nvPr>
        </p:nvGraphicFramePr>
        <p:xfrm>
          <a:off x="561487" y="4675878"/>
          <a:ext cx="10532960" cy="147066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18.56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41.25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15.38</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207.55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83.00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2.65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35.84</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6.10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45.93</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19.76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43.91</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15.47</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206.26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187.00</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2.75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39.15</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6.31</a:t>
                      </a:r>
                    </a:p>
                  </a:txBody>
                  <a:tcPr marL="68580" marR="68580" marT="0" marB="0" anchor="ctr">
                    <a:noFill/>
                  </a:tcPr>
                </a:tc>
                <a:tc>
                  <a:txBody>
                    <a:bodyPr/>
                    <a:lstStyle/>
                    <a:p>
                      <a:pPr algn="ctr">
                        <a:buNone/>
                      </a:pPr>
                      <a:r>
                        <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rPr>
                        <a:t>50.55</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68FA3832-1304-771B-7FF4-2BFF7B8CB961}"/>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noProof="1"/>
              <a:t>El sistema mantiene estabilidad y convergencia, con ligeros incrementos en sobreimpulso y esfuerzo de control a medida que aumenta el retardo.</a:t>
            </a:r>
          </a:p>
        </p:txBody>
      </p:sp>
      <p:pic>
        <p:nvPicPr>
          <p:cNvPr id="5" name="Onlinebild-Platzhalter 4">
            <a:extLst>
              <a:ext uri="{FF2B5EF4-FFF2-40B4-BE49-F238E27FC236}">
                <a16:creationId xmlns:a16="http://schemas.microsoft.com/office/drawing/2014/main" id="{660B91F6-4F57-67A7-9150-328B3375CD09}"/>
              </a:ext>
            </a:extLst>
          </p:cNvPr>
          <p:cNvPicPr>
            <a:picLocks noGrp="1" noChangeAspect="1"/>
          </p:cNvPicPr>
          <p:nvPr>
            <p:ph type="clipArt" sz="quarter" idx="15"/>
          </p:nvPr>
        </p:nvPicPr>
        <p:blipFill>
          <a:blip r:embed="rId2"/>
          <a:stretch>
            <a:fillRect/>
          </a:stretch>
        </p:blipFill>
        <p:spPr>
          <a:xfrm>
            <a:off x="3525398" y="2078038"/>
            <a:ext cx="6742322" cy="2505075"/>
          </a:xfrm>
          <a:prstGeom prst="rect">
            <a:avLst/>
          </a:prstGeom>
        </p:spPr>
      </p:pic>
      <p:sp>
        <p:nvSpPr>
          <p:cNvPr id="4" name="Fußzeilenplatzhalter 1">
            <a:extLst>
              <a:ext uri="{FF2B5EF4-FFF2-40B4-BE49-F238E27FC236}">
                <a16:creationId xmlns:a16="http://schemas.microsoft.com/office/drawing/2014/main" id="{1DD9CA6E-B69A-BA2B-F3B7-1CB7494653D9}"/>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676379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BB75-CB0D-0BD5-6B62-2B617182CB5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8B84425-44D1-D562-1892-89C717647888}"/>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a:t>
            </a:r>
          </a:p>
          <a:p>
            <a:endParaRPr lang="es-ES_tradnl" noProof="1"/>
          </a:p>
        </p:txBody>
      </p:sp>
      <p:sp>
        <p:nvSpPr>
          <p:cNvPr id="5" name="Inhaltsplatzhalter 4">
            <a:extLst>
              <a:ext uri="{FF2B5EF4-FFF2-40B4-BE49-F238E27FC236}">
                <a16:creationId xmlns:a16="http://schemas.microsoft.com/office/drawing/2014/main" id="{39A36FBC-3D16-EA11-308C-0886973B7A99}"/>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do1ini= (-0.5, 0, 0.5) [rad/s]</a:t>
            </a:r>
          </a:p>
          <a:p>
            <a:pPr algn="l"/>
            <a:r>
              <a:rPr lang="es-ES_tradnl" noProof="1">
                <a:solidFill>
                  <a:schemeClr val="tx1">
                    <a:lumMod val="75000"/>
                    <a:lumOff val="25000"/>
                  </a:schemeClr>
                </a:solidFill>
              </a:rPr>
              <a:t>Pitch, Roll =0°, o1ini= 0°, Retardo=0ms </a:t>
            </a:r>
            <a:endParaRPr lang="es-ES_tradnl" noProof="1"/>
          </a:p>
          <a:p>
            <a:endParaRPr lang="es-ES_tradnl" b="1" noProof="1"/>
          </a:p>
          <a:p>
            <a:endParaRPr lang="es-ES_tradnl" noProof="1"/>
          </a:p>
        </p:txBody>
      </p:sp>
      <p:sp>
        <p:nvSpPr>
          <p:cNvPr id="9" name="Inhaltsplatzhalter 1">
            <a:extLst>
              <a:ext uri="{FF2B5EF4-FFF2-40B4-BE49-F238E27FC236}">
                <a16:creationId xmlns:a16="http://schemas.microsoft.com/office/drawing/2014/main" id="{5D347F47-4EF2-D410-F9F6-C7E256EF4860}"/>
              </a:ext>
            </a:extLst>
          </p:cNvPr>
          <p:cNvSpPr>
            <a:spLocks noGrp="1"/>
          </p:cNvSpPr>
          <p:nvPr>
            <p:ph sz="quarter" idx="14"/>
          </p:nvPr>
        </p:nvSpPr>
        <p:spPr>
          <a:xfrm>
            <a:off x="6390198" y="5092979"/>
            <a:ext cx="4534893" cy="1066521"/>
          </a:xfrm>
        </p:spPr>
        <p:txBody>
          <a:bodyPr>
            <a:noAutofit/>
          </a:bodyPr>
          <a:lstStyle/>
          <a:p>
            <a:pPr algn="l"/>
            <a:r>
              <a:rPr lang="es-ES_tradnl" noProof="1"/>
              <a:t>La velocidad angular inicial distorsiona el RMSE, evidenciando una fuerte dependencia del desempeño respecto al estado dinámico inicial.</a:t>
            </a:r>
          </a:p>
          <a:p>
            <a:pPr algn="l">
              <a:lnSpc>
                <a:spcPct val="120000"/>
              </a:lnSpc>
            </a:pPr>
            <a:endParaRPr lang="es-ES_tradnl" noProof="1"/>
          </a:p>
        </p:txBody>
      </p:sp>
      <p:pic>
        <p:nvPicPr>
          <p:cNvPr id="14" name="Onlinebild-Platzhalter 13">
            <a:extLst>
              <a:ext uri="{FF2B5EF4-FFF2-40B4-BE49-F238E27FC236}">
                <a16:creationId xmlns:a16="http://schemas.microsoft.com/office/drawing/2014/main" id="{DC1AE4F2-5BD8-4AFC-DDBE-E657174FDAA3}"/>
              </a:ext>
            </a:extLst>
          </p:cNvPr>
          <p:cNvPicPr>
            <a:picLocks noGrp="1" noChangeAspect="1"/>
          </p:cNvPicPr>
          <p:nvPr>
            <p:ph type="clipArt" sz="quarter" idx="15"/>
          </p:nvPr>
        </p:nvPicPr>
        <p:blipFill>
          <a:blip r:embed="rId2"/>
          <a:stretch>
            <a:fillRect/>
          </a:stretch>
        </p:blipFill>
        <p:spPr>
          <a:xfrm>
            <a:off x="583920" y="2151063"/>
            <a:ext cx="5239310" cy="4008437"/>
          </a:xfrm>
          <a:prstGeom prst="rect">
            <a:avLst/>
          </a:prstGeom>
        </p:spPr>
      </p:pic>
      <p:sp>
        <p:nvSpPr>
          <p:cNvPr id="4" name="Fußzeilenplatzhalter 1">
            <a:extLst>
              <a:ext uri="{FF2B5EF4-FFF2-40B4-BE49-F238E27FC236}">
                <a16:creationId xmlns:a16="http://schemas.microsoft.com/office/drawing/2014/main" id="{E24EDACB-090B-AC7F-C0B1-6C9482DD25DB}"/>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032862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EEA3-16C3-9927-E346-10C0052DC70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09DEFBA-7413-F516-1A23-E78F4DB38AD4}"/>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 o1sp=45°</a:t>
            </a:r>
          </a:p>
          <a:p>
            <a:endParaRPr lang="es-ES_tradnl" noProof="1"/>
          </a:p>
        </p:txBody>
      </p:sp>
      <p:graphicFrame>
        <p:nvGraphicFramePr>
          <p:cNvPr id="7" name="Inhaltsplatzhalter 5">
            <a:extLst>
              <a:ext uri="{FF2B5EF4-FFF2-40B4-BE49-F238E27FC236}">
                <a16:creationId xmlns:a16="http://schemas.microsoft.com/office/drawing/2014/main" id="{203A6C4D-0FFB-2D1E-0A5D-E09D819E724C}"/>
              </a:ext>
            </a:extLst>
          </p:cNvPr>
          <p:cNvGraphicFramePr>
            <a:graphicFrameLocks noGrp="1"/>
          </p:cNvGraphicFramePr>
          <p:nvPr>
            <p:ph sz="quarter" idx="14"/>
            <p:extLst>
              <p:ext uri="{D42A27DB-BD31-4B8C-83A1-F6EECF244321}">
                <p14:modId xmlns:p14="http://schemas.microsoft.com/office/powerpoint/2010/main" val="2088645961"/>
              </p:ext>
            </p:extLst>
          </p:nvPr>
        </p:nvGraphicFramePr>
        <p:xfrm>
          <a:off x="561487" y="4583113"/>
          <a:ext cx="10532960" cy="160528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18.00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40.00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13.48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204.65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0.26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204.00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18.98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45.70</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17.64</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39.20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19.80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209.44</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0.32</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180.00</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3.06</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49.64</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7.35</a:t>
                      </a:r>
                    </a:p>
                  </a:txBody>
                  <a:tcPr marL="68580" marR="68580" marT="0" marB="0" anchor="ctr">
                    <a:noFill/>
                  </a:tcPr>
                </a:tc>
                <a:tc>
                  <a:txBody>
                    <a:bodyPr/>
                    <a:lstStyle/>
                    <a:p>
                      <a:pPr algn="ctr">
                        <a:buNone/>
                      </a:pPr>
                      <a:r>
                        <a:rPr lang="es-ES_tradnl" sz="1050" noProof="1">
                          <a:effectLst/>
                          <a:latin typeface="Times New Roman" panose="02020603050405020304" pitchFamily="18" charset="0"/>
                          <a:ea typeface="Times New Roman" panose="02020603050405020304" pitchFamily="18" charset="0"/>
                          <a:cs typeface="Times New Roman" panose="02020603050405020304" pitchFamily="18" charset="0"/>
                        </a:rPr>
                        <a:t>45.46</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2C0B207C-D1C7-935A-9D9E-6CFE4906351B}"/>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noProof="1"/>
              <a:t>La velocidad inicial impacta significativamente el transitorio, generando variaciones en sobreimpulso, convergencia y esfuerzo de control.</a:t>
            </a:r>
          </a:p>
        </p:txBody>
      </p:sp>
      <p:pic>
        <p:nvPicPr>
          <p:cNvPr id="5" name="Onlinebild-Platzhalter 4">
            <a:extLst>
              <a:ext uri="{FF2B5EF4-FFF2-40B4-BE49-F238E27FC236}">
                <a16:creationId xmlns:a16="http://schemas.microsoft.com/office/drawing/2014/main" id="{8EB6B157-7481-C653-86CD-35F0D0A2C399}"/>
              </a:ext>
            </a:extLst>
          </p:cNvPr>
          <p:cNvPicPr>
            <a:picLocks noGrp="1" noChangeAspect="1"/>
          </p:cNvPicPr>
          <p:nvPr>
            <p:ph type="clipArt" sz="quarter" idx="15"/>
          </p:nvPr>
        </p:nvPicPr>
        <p:blipFill>
          <a:blip r:embed="rId2"/>
          <a:stretch>
            <a:fillRect/>
          </a:stretch>
        </p:blipFill>
        <p:spPr>
          <a:xfrm>
            <a:off x="3437262" y="2078038"/>
            <a:ext cx="7127913" cy="2505075"/>
          </a:xfrm>
          <a:prstGeom prst="rect">
            <a:avLst/>
          </a:prstGeom>
        </p:spPr>
      </p:pic>
      <p:sp>
        <p:nvSpPr>
          <p:cNvPr id="4" name="Fußzeilenplatzhalter 1">
            <a:extLst>
              <a:ext uri="{FF2B5EF4-FFF2-40B4-BE49-F238E27FC236}">
                <a16:creationId xmlns:a16="http://schemas.microsoft.com/office/drawing/2014/main" id="{D5BA68A0-E49E-E333-7CFF-2FDEF7EAED3A}"/>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720303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E95E-013C-D1B5-167A-7DA5F90CCAA6}"/>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EDD8496A-4E9C-91A6-0587-8FAA838A6245}"/>
              </a:ext>
            </a:extLst>
          </p:cNvPr>
          <p:cNvSpPr>
            <a:spLocks noGrp="1"/>
          </p:cNvSpPr>
          <p:nvPr>
            <p:ph type="body" sz="quarter" idx="12"/>
          </p:nvPr>
        </p:nvSpPr>
        <p:spPr/>
        <p:txBody>
          <a:bodyPr/>
          <a:lstStyle/>
          <a:p>
            <a:r>
              <a:rPr lang="es-ES_tradnl" noProof="1">
                <a:solidFill>
                  <a:schemeClr val="tx1">
                    <a:lumMod val="75000"/>
                    <a:lumOff val="25000"/>
                  </a:schemeClr>
                </a:solidFill>
              </a:rPr>
              <a:t>Influencias de las perturbaciones en plataforma plana</a:t>
            </a:r>
          </a:p>
          <a:p>
            <a:endParaRPr lang="es-ES_tradnl" noProof="1"/>
          </a:p>
        </p:txBody>
      </p:sp>
      <p:sp>
        <p:nvSpPr>
          <p:cNvPr id="12" name="Textfeld 11">
            <a:extLst>
              <a:ext uri="{FF2B5EF4-FFF2-40B4-BE49-F238E27FC236}">
                <a16:creationId xmlns:a16="http://schemas.microsoft.com/office/drawing/2014/main" id="{168BFC70-DC98-350B-1A55-EB3EE5EBB639}"/>
              </a:ext>
            </a:extLst>
          </p:cNvPr>
          <p:cNvSpPr txBox="1"/>
          <p:nvPr/>
        </p:nvSpPr>
        <p:spPr>
          <a:xfrm>
            <a:off x="1220412" y="5002600"/>
            <a:ext cx="1532618"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o1ini: (-90, 0 , 90) [°]</a:t>
            </a:r>
          </a:p>
        </p:txBody>
      </p:sp>
      <p:sp>
        <p:nvSpPr>
          <p:cNvPr id="13" name="Textfeld 12">
            <a:extLst>
              <a:ext uri="{FF2B5EF4-FFF2-40B4-BE49-F238E27FC236}">
                <a16:creationId xmlns:a16="http://schemas.microsoft.com/office/drawing/2014/main" id="{FE67BDFF-AEAB-6677-CC6D-9CC2C38C8213}"/>
              </a:ext>
            </a:extLst>
          </p:cNvPr>
          <p:cNvSpPr txBox="1"/>
          <p:nvPr/>
        </p:nvSpPr>
        <p:spPr>
          <a:xfrm>
            <a:off x="5069907" y="5008526"/>
            <a:ext cx="1685874"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Retardo: (0, 0.01, 0.02) [ms]</a:t>
            </a:r>
          </a:p>
        </p:txBody>
      </p:sp>
      <p:sp>
        <p:nvSpPr>
          <p:cNvPr id="14" name="Textfeld 13">
            <a:extLst>
              <a:ext uri="{FF2B5EF4-FFF2-40B4-BE49-F238E27FC236}">
                <a16:creationId xmlns:a16="http://schemas.microsoft.com/office/drawing/2014/main" id="{182D2600-9A44-3C00-BBD2-07D715F64302}"/>
              </a:ext>
            </a:extLst>
          </p:cNvPr>
          <p:cNvSpPr txBox="1"/>
          <p:nvPr/>
        </p:nvSpPr>
        <p:spPr>
          <a:xfrm>
            <a:off x="9040777" y="5002227"/>
            <a:ext cx="1506923"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do1ini: (-0.5, 0, 0.5)[rad/s]</a:t>
            </a:r>
          </a:p>
        </p:txBody>
      </p:sp>
      <p:pic>
        <p:nvPicPr>
          <p:cNvPr id="15" name="Onlinebild-Platzhalter 4">
            <a:extLst>
              <a:ext uri="{FF2B5EF4-FFF2-40B4-BE49-F238E27FC236}">
                <a16:creationId xmlns:a16="http://schemas.microsoft.com/office/drawing/2014/main" id="{021AB7CB-E377-6AB0-FA89-85931644109C}"/>
              </a:ext>
            </a:extLst>
          </p:cNvPr>
          <p:cNvPicPr>
            <a:picLocks noChangeAspect="1"/>
          </p:cNvPicPr>
          <p:nvPr/>
        </p:nvPicPr>
        <p:blipFill>
          <a:blip r:embed="rId2"/>
          <a:stretch>
            <a:fillRect/>
          </a:stretch>
        </p:blipFill>
        <p:spPr>
          <a:xfrm>
            <a:off x="309894" y="2246250"/>
            <a:ext cx="3566076" cy="2728297"/>
          </a:xfrm>
          <a:prstGeom prst="rect">
            <a:avLst/>
          </a:prstGeom>
        </p:spPr>
      </p:pic>
      <p:pic>
        <p:nvPicPr>
          <p:cNvPr id="16" name="Onlinebild-Platzhalter 14">
            <a:extLst>
              <a:ext uri="{FF2B5EF4-FFF2-40B4-BE49-F238E27FC236}">
                <a16:creationId xmlns:a16="http://schemas.microsoft.com/office/drawing/2014/main" id="{166DDBBA-56CB-09FE-0E22-A71DE1F00EE1}"/>
              </a:ext>
            </a:extLst>
          </p:cNvPr>
          <p:cNvPicPr>
            <a:picLocks noChangeAspect="1"/>
          </p:cNvPicPr>
          <p:nvPr/>
        </p:nvPicPr>
        <p:blipFill>
          <a:blip r:embed="rId3"/>
          <a:stretch>
            <a:fillRect/>
          </a:stretch>
        </p:blipFill>
        <p:spPr>
          <a:xfrm>
            <a:off x="3875970" y="2303395"/>
            <a:ext cx="4067228" cy="2668615"/>
          </a:xfrm>
          <a:prstGeom prst="rect">
            <a:avLst/>
          </a:prstGeom>
        </p:spPr>
      </p:pic>
      <p:pic>
        <p:nvPicPr>
          <p:cNvPr id="17" name="Onlinebild-Platzhalter 13">
            <a:extLst>
              <a:ext uri="{FF2B5EF4-FFF2-40B4-BE49-F238E27FC236}">
                <a16:creationId xmlns:a16="http://schemas.microsoft.com/office/drawing/2014/main" id="{DE55C4FF-C2F8-2F2A-4EE2-E8A672A33E91}"/>
              </a:ext>
            </a:extLst>
          </p:cNvPr>
          <p:cNvPicPr>
            <a:picLocks noChangeAspect="1"/>
          </p:cNvPicPr>
          <p:nvPr/>
        </p:nvPicPr>
        <p:blipFill>
          <a:blip r:embed="rId4"/>
          <a:stretch>
            <a:fillRect/>
          </a:stretch>
        </p:blipFill>
        <p:spPr>
          <a:xfrm>
            <a:off x="8011199" y="2299118"/>
            <a:ext cx="3496973" cy="2675428"/>
          </a:xfrm>
          <a:prstGeom prst="rect">
            <a:avLst/>
          </a:prstGeom>
        </p:spPr>
      </p:pic>
      <p:sp>
        <p:nvSpPr>
          <p:cNvPr id="18" name="Textfeld 17">
            <a:extLst>
              <a:ext uri="{FF2B5EF4-FFF2-40B4-BE49-F238E27FC236}">
                <a16:creationId xmlns:a16="http://schemas.microsoft.com/office/drawing/2014/main" id="{4D7B7EE5-3837-E206-0771-D3EC6C9609BA}"/>
              </a:ext>
            </a:extLst>
          </p:cNvPr>
          <p:cNvSpPr txBox="1"/>
          <p:nvPr/>
        </p:nvSpPr>
        <p:spPr>
          <a:xfrm>
            <a:off x="376884" y="5269575"/>
            <a:ext cx="11609170" cy="1323439"/>
          </a:xfrm>
          <a:prstGeom prst="rect">
            <a:avLst/>
          </a:prstGeom>
          <a:noFill/>
        </p:spPr>
        <p:txBody>
          <a:bodyPr wrap="square" rtlCol="0">
            <a:spAutoFit/>
          </a:bodyPr>
          <a:lstStyle/>
          <a:p>
            <a:pPr algn="ctr"/>
            <a:r>
              <a:rPr lang="es-ES_tradnl" sz="1600" noProof="1">
                <a:latin typeface="Times New Roman" panose="02020603050405020304" pitchFamily="18" charset="0"/>
                <a:cs typeface="Times New Roman" panose="02020603050405020304" pitchFamily="18" charset="0"/>
              </a:rPr>
              <a:t>El agente RL con una función de recompensa basada únicamente en el error de seguimiento presenta un comportamiento consistente en el dominio angular, pero con limitaciones claras en su capacidad de generalización. Mientras que el retardo de señal tiene un impacto reducido, las condiciones iniciales —especialmente la velocidad angular— generan distorsiones significativas en el RMSE, evidenciando que el agente no ha internalizado completamente la dinámica del sistema bajo estados diversos.</a:t>
            </a:r>
          </a:p>
          <a:p>
            <a:pPr algn="ctr"/>
            <a:endParaRPr lang="es-ES_tradnl" sz="1600" noProof="1">
              <a:latin typeface="Times New Roman" panose="02020603050405020304" pitchFamily="18" charset="0"/>
              <a:cs typeface="Times New Roman" panose="02020603050405020304" pitchFamily="18" charset="0"/>
            </a:endParaRPr>
          </a:p>
        </p:txBody>
      </p:sp>
      <p:sp>
        <p:nvSpPr>
          <p:cNvPr id="4" name="Fußzeilenplatzhalter 1">
            <a:extLst>
              <a:ext uri="{FF2B5EF4-FFF2-40B4-BE49-F238E27FC236}">
                <a16:creationId xmlns:a16="http://schemas.microsoft.com/office/drawing/2014/main" id="{8E389F6A-F70B-645D-58C8-99755421F17E}"/>
              </a:ext>
            </a:extLst>
          </p:cNvPr>
          <p:cNvSpPr txBox="1">
            <a:spLocks/>
          </p:cNvSpPr>
          <p:nvPr/>
        </p:nvSpPr>
        <p:spPr>
          <a:xfrm>
            <a:off x="1739900" y="6356350"/>
            <a:ext cx="10096500"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latin typeface="Times New Roman" panose="02020603050405020304" pitchFamily="18" charset="0"/>
                <a:cs typeface="Times New Roman" panose="02020603050405020304" pitchFamily="18" charset="0"/>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1705161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851</Words>
  <Application>Microsoft Macintosh PowerPoint</Application>
  <PresentationFormat>Breitbild</PresentationFormat>
  <Paragraphs>225</Paragraphs>
  <Slides>8</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Aptos</vt:lpstr>
      <vt:lpstr>Aptos Display</vt:lpstr>
      <vt:lpstr>Arial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1</cp:revision>
  <dcterms:created xsi:type="dcterms:W3CDTF">2026-04-06T04:15:55Z</dcterms:created>
  <dcterms:modified xsi:type="dcterms:W3CDTF">2026-04-06T04:17:58Z</dcterms:modified>
</cp:coreProperties>
</file>