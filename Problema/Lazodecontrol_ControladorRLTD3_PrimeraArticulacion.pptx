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2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37610-4C7E-3A40-85E4-B4B80044DA9D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78CD3-E2A3-6447-8941-CBFD7A1C693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9736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6C97-8FB0-858D-2804-25F34443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B448F5-CAF0-DACA-C585-4CB6C1718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6BCA94-5DED-EEE3-12A4-326B09890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394E00-2719-C1FA-FE7A-23DC34795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5293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ED348-E9CA-7C6D-591C-0AAA91071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4EDD1B6-DE88-4CCD-1D08-5F09FA979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D4912A-84ED-8BDA-C13C-9F184997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E58750-757B-A07F-84A0-8195BEB4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5B0524-779D-50B6-2675-B52A3319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4395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60258-F7A1-34EF-8FD0-9128E9CF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FB550F-EAD3-630B-D1E4-594F3894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53753C-0C1F-8B5E-B210-FC120632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89E6D8-1DEF-0180-2FB9-97AC27D9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CC0275-E59C-CBE0-D1A8-8EFDB042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293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D6E88-3FE5-E10B-DE62-56CEF4C9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E13863-D82E-A96F-A9C5-8044EB9E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6D5467-73BB-F856-054A-4D2CD34D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B4EF1D-5AD6-5F05-E136-3AEDFCB7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EE011D-2A50-FDC2-A53C-013F6F23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2888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49059-EAF4-94DD-FEDE-79B2A030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B564C2-463F-D2C0-BC01-CFC70E7F5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B5AC2A-2E3F-94AE-F589-DE176854D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AE7825-BC34-D342-D132-75551B3D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F382EC-1BA8-CC73-1212-6446C49F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A67436-AA55-55C6-BA3A-9D82B2B0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2347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93CE7A-900D-23F4-05B2-0DBA8B0C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27C94F-E54A-E719-96E0-1814AD8FE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1E3CBA-3225-B5CB-F526-425BC2AB1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81B0CB-DCA3-851A-C088-8A655294E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8D795D2-79B5-B1EA-E377-C7B38A7A8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E7D21E-C216-25C1-7A30-7775A368C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DB0BEAD-B069-1923-266F-CB71D78D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237D71-368F-361A-ADFA-5FEE8A26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9228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FD3F35-5398-E773-7A70-4FC2E56C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BC67AF-7CBC-106C-14D2-FC34E9EE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D57986-9D00-83F2-B6BD-1C4ECBCE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406303-B51A-1301-0BFF-D7A40035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719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C3D74D-BB40-E7DA-84D1-1964B0EF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C0C8EE-F25A-94BF-53A9-3374A149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EFB707-367A-03E3-C82A-6841FA76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5096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7F73A-6831-0785-0031-ADB2C69C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BEF127-9141-D9EC-C94B-2E4F0FE85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FAB424-D6E4-ECA4-40E4-1667D4C9D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2CE33F-3449-A2F9-68B7-27A96224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6C7DED-7E47-7A21-92FC-9E1E32AFE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84905C-3822-7271-ECAF-268A64D3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199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66DE7-3B90-9F00-F5CA-42FE0417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37B6859-C52A-53AD-F2BC-54517DCF5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CAF3F8-F47F-EB12-D249-18A8F4A0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8F63B3-C931-8C32-C33A-30AC3C6A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CCDAF6-5581-73EB-8549-9D140F3B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34A234-67AF-E6D7-4CC8-23BF7194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342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3C280-8EB3-B103-4DA6-74A5CEE1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CEA3C7-A2B7-F728-C2C0-88A59F86B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27E93A-BA91-A887-F786-9D24B32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31F054-C22E-33A0-C13C-691F7A82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04ABBA-9654-93B8-83ED-4A682D45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595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72A7D72-347B-81BC-B13A-58D407231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095562-685F-D9C6-4E91-AD9C993EC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4FC775-F3C0-134B-92E5-5A926AF3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9CD06-BCBB-0037-F863-B7FEF262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7D7D04-6C32-A699-293C-99B7515D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3186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728B86-E89D-DB1B-1112-D5683102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7DE338-A2AB-AD1A-FA02-CDA3DFEF8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B24143-8433-7EFA-423E-FCF25237F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8693F-B315-644A-80D4-754622148A11}" type="datetimeFigureOut">
              <a:rPr lang="es-ES_tradnl" smtClean="0"/>
              <a:t>6/4/26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173D48-B34D-AF9F-CE94-CDEE8F44E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0E7A95-DC8B-DEFE-30BE-0B7BA512D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CD87E-9BC2-FB4F-9E4D-EA94E27D6A0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797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89CE-7BA1-F2DD-1601-AA38FF4FC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949E7AFF-CA38-9245-B975-C7213630CF36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B42393D-BED9-0C88-DBF6-0EB594A71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5ED7E31-F732-3BC3-5926-610408527DA2}"/>
              </a:ext>
            </a:extLst>
          </p:cNvPr>
          <p:cNvSpPr txBox="1"/>
          <p:nvPr/>
        </p:nvSpPr>
        <p:spPr>
          <a:xfrm>
            <a:off x="220622" y="1443462"/>
            <a:ext cx="8271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Lazo de control de la primera articulación con controlador RL TD3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0D90253-8461-8CC9-FB92-B98B463864A0}"/>
              </a:ext>
            </a:extLst>
          </p:cNvPr>
          <p:cNvCxnSpPr>
            <a:cxnSpLocks/>
          </p:cNvCxnSpPr>
          <p:nvPr/>
        </p:nvCxnSpPr>
        <p:spPr>
          <a:xfrm>
            <a:off x="336547" y="1824846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4B98EECD-8F12-AD86-ECC9-3A436CDE12C3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Lazo de Control Primera Articulación 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67A9C7A-A8EB-ABD3-28FF-92C69F961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8F5A72-2480-83FA-1A44-A6FEA563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3315" y="6356350"/>
            <a:ext cx="10472353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E3054D-F802-B3A6-D153-BC7A196002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79" t="14811" r="19766" b="18544"/>
          <a:stretch>
            <a:fillRect/>
          </a:stretch>
        </p:blipFill>
        <p:spPr>
          <a:xfrm>
            <a:off x="4431127" y="3780131"/>
            <a:ext cx="961118" cy="866161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C1E5C7DA-FC87-C6B7-9E61-E42C3A5EBD1A}"/>
              </a:ext>
            </a:extLst>
          </p:cNvPr>
          <p:cNvSpPr/>
          <p:nvPr/>
        </p:nvSpPr>
        <p:spPr>
          <a:xfrm>
            <a:off x="4188345" y="3638149"/>
            <a:ext cx="1446682" cy="1072390"/>
          </a:xfrm>
          <a:prstGeom prst="rect">
            <a:avLst/>
          </a:prstGeom>
          <a:solidFill>
            <a:srgbClr val="D9F2D0">
              <a:alpha val="12157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0E94053-EB6A-E14B-48D4-DA8E1AC3E28D}"/>
              </a:ext>
            </a:extLst>
          </p:cNvPr>
          <p:cNvSpPr txBox="1"/>
          <p:nvPr/>
        </p:nvSpPr>
        <p:spPr>
          <a:xfrm>
            <a:off x="4299207" y="3228945"/>
            <a:ext cx="1248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Controlador RL</a:t>
            </a:r>
          </a:p>
          <a:p>
            <a:pPr algn="ctr"/>
            <a:r>
              <a:rPr lang="es-ES_tradn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(TD3)</a:t>
            </a:r>
          </a:p>
        </p:txBody>
      </p: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C2E270C-6D38-0790-4ED6-354420F28764}"/>
              </a:ext>
            </a:extLst>
          </p:cNvPr>
          <p:cNvGrpSpPr/>
          <p:nvPr/>
        </p:nvGrpSpPr>
        <p:grpSpPr>
          <a:xfrm>
            <a:off x="7351680" y="3634606"/>
            <a:ext cx="1494329" cy="1081484"/>
            <a:chOff x="6418738" y="3456925"/>
            <a:chExt cx="1494329" cy="1081484"/>
          </a:xfrm>
        </p:grpSpPr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B1758BFD-6F23-7DB9-75D1-8A49B083F1CB}"/>
                </a:ext>
              </a:extLst>
            </p:cNvPr>
            <p:cNvGrpSpPr/>
            <p:nvPr/>
          </p:nvGrpSpPr>
          <p:grpSpPr>
            <a:xfrm>
              <a:off x="6725446" y="3594753"/>
              <a:ext cx="1024206" cy="879408"/>
              <a:chOff x="1448803" y="2714022"/>
              <a:chExt cx="3721419" cy="2654609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25F21DDC-D36A-E838-77AC-E80E56AC93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15429" t="14728" r="25176" b="10832"/>
              <a:stretch>
                <a:fillRect/>
              </a:stretch>
            </p:blipFill>
            <p:spPr>
              <a:xfrm>
                <a:off x="1541573" y="3087521"/>
                <a:ext cx="3160138" cy="2281110"/>
              </a:xfrm>
              <a:prstGeom prst="rect">
                <a:avLst/>
              </a:prstGeom>
            </p:spPr>
          </p:pic>
          <p:cxnSp>
            <p:nvCxnSpPr>
              <p:cNvPr id="19" name="Gerade Verbindung 18">
                <a:extLst>
                  <a:ext uri="{FF2B5EF4-FFF2-40B4-BE49-F238E27FC236}">
                    <a16:creationId xmlns:a16="http://schemas.microsoft.com/office/drawing/2014/main" id="{9939B826-FCA3-8B60-F684-B57C4A952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25333" y="2779042"/>
                <a:ext cx="3544889" cy="2020145"/>
              </a:xfrm>
              <a:prstGeom prst="line">
                <a:avLst/>
              </a:prstGeom>
              <a:ln w="12700"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20">
                <a:extLst>
                  <a:ext uri="{FF2B5EF4-FFF2-40B4-BE49-F238E27FC236}">
                    <a16:creationId xmlns:a16="http://schemas.microsoft.com/office/drawing/2014/main" id="{A6327093-91AF-6C01-40BC-7EEAF60688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8803" y="2714022"/>
                <a:ext cx="3028838" cy="2020145"/>
              </a:xfrm>
              <a:prstGeom prst="line">
                <a:avLst/>
              </a:prstGeom>
              <a:ln w="12700"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1C25EB-1FCF-3309-1BB4-F1FA4D431651}"/>
                </a:ext>
              </a:extLst>
            </p:cNvPr>
            <p:cNvSpPr/>
            <p:nvPr/>
          </p:nvSpPr>
          <p:spPr>
            <a:xfrm>
              <a:off x="6418738" y="3456925"/>
              <a:ext cx="1494329" cy="108148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252BDDE-9039-5BB3-D3CA-FE5277BF78A6}"/>
              </a:ext>
            </a:extLst>
          </p:cNvPr>
          <p:cNvCxnSpPr>
            <a:cxnSpLocks/>
            <a:stCxn id="126" idx="3"/>
            <a:endCxn id="55" idx="2"/>
          </p:cNvCxnSpPr>
          <p:nvPr/>
        </p:nvCxnSpPr>
        <p:spPr>
          <a:xfrm>
            <a:off x="1396607" y="4174344"/>
            <a:ext cx="118308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2CA1B3F4-DEDC-F3CA-00EA-51415E1EB0DE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5635027" y="4174344"/>
            <a:ext cx="1716653" cy="10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6FF12672-26F5-0FEE-D6A1-1437F00CD180}"/>
              </a:ext>
            </a:extLst>
          </p:cNvPr>
          <p:cNvSpPr txBox="1"/>
          <p:nvPr/>
        </p:nvSpPr>
        <p:spPr>
          <a:xfrm>
            <a:off x="8985780" y="3708967"/>
            <a:ext cx="13672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Posición angular resultante </a:t>
            </a:r>
            <a:r>
              <a:rPr lang="es-ES_tradnl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Primera articula </a:t>
            </a:r>
          </a:p>
        </p:txBody>
      </p:sp>
      <p:cxnSp>
        <p:nvCxnSpPr>
          <p:cNvPr id="51" name="Gewinkelte Verbindung 50">
            <a:extLst>
              <a:ext uri="{FF2B5EF4-FFF2-40B4-BE49-F238E27FC236}">
                <a16:creationId xmlns:a16="http://schemas.microsoft.com/office/drawing/2014/main" id="{51332576-87C0-635C-C2B7-0F4396E7DB9F}"/>
              </a:ext>
            </a:extLst>
          </p:cNvPr>
          <p:cNvCxnSpPr>
            <a:cxnSpLocks/>
            <a:stCxn id="17" idx="2"/>
            <a:endCxn id="55" idx="4"/>
          </p:cNvCxnSpPr>
          <p:nvPr/>
        </p:nvCxnSpPr>
        <p:spPr>
          <a:xfrm rot="5400000" flipH="1">
            <a:off x="5122396" y="1739641"/>
            <a:ext cx="487746" cy="5465153"/>
          </a:xfrm>
          <a:prstGeom prst="bentConnector3">
            <a:avLst>
              <a:gd name="adj1" fmla="val -175656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B5A1B167-AA18-BE4A-0CCA-0E6A4D4233FE}"/>
              </a:ext>
            </a:extLst>
          </p:cNvPr>
          <p:cNvSpPr/>
          <p:nvPr/>
        </p:nvSpPr>
        <p:spPr>
          <a:xfrm>
            <a:off x="2579692" y="4120344"/>
            <a:ext cx="108000" cy="108000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C6F0904E-8C16-9CD0-F219-68347E053F94}"/>
              </a:ext>
            </a:extLst>
          </p:cNvPr>
          <p:cNvCxnSpPr>
            <a:cxnSpLocks/>
            <a:stCxn id="55" idx="6"/>
            <a:endCxn id="9" idx="1"/>
          </p:cNvCxnSpPr>
          <p:nvPr/>
        </p:nvCxnSpPr>
        <p:spPr>
          <a:xfrm>
            <a:off x="2687692" y="4174344"/>
            <a:ext cx="1500653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7887011E-3925-708D-5F4F-913325E2065B}"/>
              </a:ext>
            </a:extLst>
          </p:cNvPr>
          <p:cNvCxnSpPr>
            <a:cxnSpLocks/>
            <a:stCxn id="17" idx="3"/>
            <a:endCxn id="125" idx="1"/>
          </p:cNvCxnSpPr>
          <p:nvPr/>
        </p:nvCxnSpPr>
        <p:spPr>
          <a:xfrm flipV="1">
            <a:off x="8846009" y="4170840"/>
            <a:ext cx="1599272" cy="45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feld 116">
            <a:extLst>
              <a:ext uri="{FF2B5EF4-FFF2-40B4-BE49-F238E27FC236}">
                <a16:creationId xmlns:a16="http://schemas.microsoft.com/office/drawing/2014/main" id="{FCA23E1B-D921-D972-1D3F-089EE90ED999}"/>
              </a:ext>
            </a:extLst>
          </p:cNvPr>
          <p:cNvSpPr txBox="1"/>
          <p:nvPr/>
        </p:nvSpPr>
        <p:spPr>
          <a:xfrm>
            <a:off x="7451007" y="3170248"/>
            <a:ext cx="1248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Primera articulación </a:t>
            </a:r>
          </a:p>
          <a:p>
            <a:pPr algn="ctr"/>
            <a:r>
              <a:rPr lang="es-ES_tradn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(Robot Lázaro)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D3CBBFE6-6EC9-4E47-6C54-DB856DD0C63A}"/>
              </a:ext>
            </a:extLst>
          </p:cNvPr>
          <p:cNvSpPr txBox="1"/>
          <p:nvPr/>
        </p:nvSpPr>
        <p:spPr>
          <a:xfrm>
            <a:off x="5742998" y="3959487"/>
            <a:ext cx="8615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Acción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BF7327CE-8AD9-583C-4946-0880343D9374}"/>
              </a:ext>
            </a:extLst>
          </p:cNvPr>
          <p:cNvSpPr txBox="1"/>
          <p:nvPr/>
        </p:nvSpPr>
        <p:spPr>
          <a:xfrm>
            <a:off x="4678469" y="5347603"/>
            <a:ext cx="14275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Observables (estado)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C1AA7B7C-7A4C-8665-AE84-E807583F62BA}"/>
              </a:ext>
            </a:extLst>
          </p:cNvPr>
          <p:cNvSpPr txBox="1"/>
          <p:nvPr/>
        </p:nvSpPr>
        <p:spPr>
          <a:xfrm>
            <a:off x="1414938" y="3658134"/>
            <a:ext cx="168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Posición angular deseada  </a:t>
            </a:r>
            <a:r>
              <a:rPr lang="es-ES_tradnl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Primera articula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8B619E5C-1A5D-8FC7-B8EE-558D440AEE9A}"/>
                  </a:ext>
                </a:extLst>
              </p:cNvPr>
              <p:cNvSpPr txBox="1"/>
              <p:nvPr/>
            </p:nvSpPr>
            <p:spPr>
              <a:xfrm>
                <a:off x="7760097" y="3953168"/>
                <a:ext cx="85802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600" b="1" i="1" noProof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600" b="1" i="1" noProof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s-ES_tradnl" sz="1600" b="1" noProof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ES_tradnl" sz="1600" b="1" noProof="1"/>
              </a:p>
            </p:txBody>
          </p:sp>
        </mc:Choice>
        <mc:Fallback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8B619E5C-1A5D-8FC7-B8EE-558D440AE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097" y="3953168"/>
                <a:ext cx="858026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FB26CFA3-896B-13F5-959B-147B502FECCC}"/>
                  </a:ext>
                </a:extLst>
              </p:cNvPr>
              <p:cNvSpPr txBox="1"/>
              <p:nvPr/>
            </p:nvSpPr>
            <p:spPr>
              <a:xfrm>
                <a:off x="10445281" y="4001563"/>
                <a:ext cx="661316" cy="338554"/>
              </a:xfrm>
              <a:prstGeom prst="rect">
                <a:avLst/>
              </a:prstGeom>
              <a:solidFill>
                <a:srgbClr val="E6E6E6">
                  <a:alpha val="38824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600" b="1" i="1" noProof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600" b="1" i="1" noProof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s-ES_tradnl" sz="1600" b="1" noProof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ES_tradnl" sz="1600" b="1" noProof="1"/>
              </a:p>
            </p:txBody>
          </p:sp>
        </mc:Choice>
        <mc:Fallback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FB26CFA3-896B-13F5-959B-147B502F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5281" y="4001563"/>
                <a:ext cx="66131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443BAEA2-16CF-3A28-1BD6-A39AC77E75C6}"/>
                  </a:ext>
                </a:extLst>
              </p:cNvPr>
              <p:cNvSpPr txBox="1"/>
              <p:nvPr/>
            </p:nvSpPr>
            <p:spPr>
              <a:xfrm>
                <a:off x="735291" y="3994038"/>
                <a:ext cx="661316" cy="360612"/>
              </a:xfrm>
              <a:prstGeom prst="rect">
                <a:avLst/>
              </a:prstGeom>
              <a:solidFill>
                <a:srgbClr val="E6E6E6">
                  <a:alpha val="38824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600" b="1" i="1" noProof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600" b="1" i="1" noProof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s-ES_tradnl" sz="1600" b="1" i="1" noProof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de-DE" sz="1600" b="1" i="1" noProof="1" dirty="0" smtClean="0">
                              <a:latin typeface="Cambria Math" panose="02040503050406030204" pitchFamily="18" charset="0"/>
                            </a:rPr>
                            <m:t>𝒔𝒑</m:t>
                          </m:r>
                        </m:sub>
                      </m:sSub>
                    </m:oMath>
                  </m:oMathPara>
                </a14:m>
                <a:endParaRPr lang="es-ES_tradnl" sz="1600" b="1" i="1" noProof="1"/>
              </a:p>
            </p:txBody>
          </p:sp>
        </mc:Choice>
        <mc:Fallback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443BAEA2-16CF-3A28-1BD6-A39AC77E7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91" y="3994038"/>
                <a:ext cx="661316" cy="3606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Rechteck 126">
            <a:extLst>
              <a:ext uri="{FF2B5EF4-FFF2-40B4-BE49-F238E27FC236}">
                <a16:creationId xmlns:a16="http://schemas.microsoft.com/office/drawing/2014/main" id="{A24AEEF0-86C9-624C-9C93-B43D5F542B0B}"/>
              </a:ext>
            </a:extLst>
          </p:cNvPr>
          <p:cNvSpPr/>
          <p:nvPr/>
        </p:nvSpPr>
        <p:spPr>
          <a:xfrm>
            <a:off x="336547" y="2172305"/>
            <a:ext cx="11057672" cy="4125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2807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Macintosh PowerPoint</Application>
  <PresentationFormat>Breitbild</PresentationFormat>
  <Paragraphs>15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2026-04-06T06:23:48Z</dcterms:created>
  <dcterms:modified xsi:type="dcterms:W3CDTF">2026-04-06T06:26:31Z</dcterms:modified>
</cp:coreProperties>
</file>