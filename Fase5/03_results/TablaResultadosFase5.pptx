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5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/>
    <p:restoredTop sz="94658"/>
  </p:normalViewPr>
  <p:slideViewPr>
    <p:cSldViewPr snapToGrid="0">
      <p:cViewPr varScale="1">
        <p:scale>
          <a:sx n="120" d="100"/>
          <a:sy n="120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B5C64-F930-5446-A4AF-8B2DE0E802EC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16B2A-A11D-9341-A3FC-6385EDBF70C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486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67B5-83B8-E925-62C9-473AA1FC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A794028-B104-6CC3-8DC8-69A564C02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20CF5A1-8709-F4D7-427A-8FF2EB3CE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A3CFB5-243A-F952-CB52-F4FA56ADC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13142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E0595-A715-CEDF-BB77-F4B6048A0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5963E5-4407-8847-775F-A72847125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7416A8-F3C9-8972-9B04-7AF169DB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54A806-5D95-3C95-7587-D9F38DCD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2D5CB-A7A8-42BF-3B3A-D4AF7965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86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69A38-9962-3914-DC32-7D948F5C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76641E-27D8-32CC-7089-75A9ECBB3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E90440-6F2D-5214-8C5C-648EB3F5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55853D-2436-2BE1-B999-354B3C0A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9A4616-0E9E-7266-A317-0A3570EE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285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15F92-6713-813B-5FF3-FEDE24CE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6EE2CA-1A61-4874-1F1F-F2F554DAF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F30D51-DF02-7C0C-EB15-418F387D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4F9915-B84F-E31C-BD3C-3AA28575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0DDC79-71EF-386A-8434-646633AD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016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15ED5-C517-F15E-DDC6-5F80DB92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1728D8-D290-9407-6DC9-E7C8D24D8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25A747-0C58-6670-7F56-98FF55C4B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B08B74-4A1A-D05D-725E-D24EAA5A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C617EE-E38E-7545-80D7-37F0391A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E1E962-007F-478F-CF48-9630B459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373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983D0-119C-FEAE-F8BA-6DB7DF51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0CE641-82A3-5E5A-7D00-1691FDAB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8C-D61D-3D72-2FC4-4C332932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5B63D0-27DC-EF12-7CE5-14437274F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9C96F8-93C9-934B-9E00-3B5E35498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4064B7-E3EE-01D6-8027-189CE5A4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5284F5-8367-FF3E-89CC-006549B3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0DE1A0-2F56-7CF5-C32E-BD120846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66833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D44E1-8870-431A-D3C6-D47F77FE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587679-44DA-DDB5-8363-DC339125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17439B-1DA5-8F43-3EFE-B10DFCCA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4CFBA0-8B49-877C-2D13-07952823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705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565FF7-506B-0F36-C0AF-CED0D4D8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683002-1BBF-8061-3B52-45B0A0DB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1AC478-E063-E4B4-87D2-3FB30B41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946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45A0FC-B6AA-C454-7400-E09ACEF8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9581B6-2894-0986-A9CB-D09436F36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F501E9-5893-2D1A-D0B0-9389D15AD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9CE597-B84D-5F71-AE76-C705E903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719A6F-76CB-6F1D-5A77-D95DC2768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E11361-BF43-0E85-80BF-3C2C941A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52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5E11A-0609-6D21-7315-70277B73B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9BDF7A-BAC8-6BD3-25B7-5E7824409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0F2A28-3234-F85A-CA2F-F24223859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E6CA29-35B6-59A4-D99B-81FC3E0C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4FCEB-69B5-1E85-A81E-A5A2A6CD0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3DFD2D-C812-DB17-0AA0-6762C1AB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460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1FF8F9-15BB-A9E8-3B20-CAE77C3E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C46C21-CF70-1846-8D15-280BED6B0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417E10-52B9-95DB-98FA-92ECBFBF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D3300-60EF-1A94-A91F-1FE24434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E7D52-EDCB-70F2-87A0-FBDA8967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26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468658-1EEB-A583-3F27-F42AF4C00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78F997-3284-57F7-E8E9-BDD49EA44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3E56DB-DDE1-B6F4-FCF5-D2B091D3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8DCEF7-A19B-C9D2-ED14-BE4F29F9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D351A2-96E4-6A55-F6AC-35964A29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06450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ACDB0D-B387-6F39-7A7E-30C26F73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B18194-F5A3-B0A5-870E-93696079F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015AF5-4100-AF36-0677-22FC64993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6A129-9599-914B-8740-D1C1CCBCA724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E0BCC-9C6F-F9BF-8202-54F1C46F0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AAE69-839E-8C00-CDF0-19BD43582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81A54-BBE5-7B40-A13B-F1CB4F2005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671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3F11-AA4B-7840-59AE-3C0B664A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ED8507BD-D0C6-F0F6-328D-97D50DDCBB73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68EF66C-3D1D-F46A-B202-9006EDE3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4E03EEA-0336-086F-766B-E1E50AC7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400" y="6356350"/>
            <a:ext cx="11020706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94A396C-1E22-F721-D5CF-B5C2A35AC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605432"/>
              </p:ext>
            </p:extLst>
          </p:nvPr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21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32.60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37.86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55.29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34.49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30.79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34.98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7D2B7799-53E0-FEFF-765C-5AC24EFE37DE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5 – Policy RL </a:t>
            </a:r>
          </a:p>
        </p:txBody>
      </p:sp>
    </p:spTree>
    <p:extLst>
      <p:ext uri="{BB962C8B-B14F-4D97-AF65-F5344CB8AC3E}">
        <p14:creationId xmlns:p14="http://schemas.microsoft.com/office/powerpoint/2010/main" val="316372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Macintosh PowerPoint</Application>
  <PresentationFormat>Breitbild</PresentationFormat>
  <Paragraphs>54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7</cp:revision>
  <dcterms:created xsi:type="dcterms:W3CDTF">2026-04-07T19:56:51Z</dcterms:created>
  <dcterms:modified xsi:type="dcterms:W3CDTF">2026-04-12T18:30:53Z</dcterms:modified>
</cp:coreProperties>
</file>