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689" r:id="rId2"/>
    <p:sldId id="691" r:id="rId3"/>
    <p:sldId id="690" r:id="rId4"/>
    <p:sldId id="688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6"/>
    <p:restoredTop sz="94662"/>
  </p:normalViewPr>
  <p:slideViewPr>
    <p:cSldViewPr snapToGrid="0">
      <p:cViewPr varScale="1">
        <p:scale>
          <a:sx n="90" d="100"/>
          <a:sy n="90" d="100"/>
        </p:scale>
        <p:origin x="5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8F341-B912-3946-A9C8-85CCDA6D8C9B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87B24-58BE-9847-B6E2-175B842E46B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4698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D679-AAE9-B8C5-A495-7F7BF45D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FC3607-94B1-42B3-5C03-6059087E5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95F56A-412D-74AF-8555-F94CFD9F9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E48B9A-B198-5BB9-41C2-43D96863A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75876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DAE1FF-4A5A-4B44-E20C-6E41B0875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E6EF96C-34F9-89A1-09CD-9D0720521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F79B8A-8318-90CF-1DAB-264EFBC1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D80B21-3077-7FA7-A58F-9BD1682C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EEDEFA-C95B-22D8-B7DD-15EB5AFD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0144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9B4DCE-3F93-C6B7-67AB-13FBB683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FFE24D-E44F-463B-8647-5639D4889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99803E-784F-8FFC-7ECF-9AE44EFC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2825A8-0D7D-720A-A215-D14F852A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252EB9-531B-C535-8D63-80D11609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5294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44915-70B3-A1FC-63A8-4B95382BA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AC5B08-F752-2594-C4F1-6332DB828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9F956A-FCF3-B63C-3E88-1F4EB99A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80CE6F-7DA2-C48D-4533-D4F492F2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1C0E1-EA53-C15F-3E90-90064CEE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07125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D0A3A-53D1-057E-01CC-C19E3157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2B49F3-8F6A-23B6-CC48-D56C7276B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AC60D65-C627-1F13-B67E-4F70DC7C0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0D06AB-491D-4A5E-FB98-6025E6B6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1B75F6-03E4-727A-2C21-9F0F5A7B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B7C6D0-9C50-3C1D-5DD2-E63BB035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267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2D4BE-EC77-2193-86BB-D796E2FE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BB7F3F-BED6-A696-39EE-269FBF02B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A37A0E-0B5D-2422-F7C3-2D19F67BF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F5DE59-8365-8BF7-515C-2FE467821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CC94D3-853E-3553-9174-C92BDF0DF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4288D5F-B7B5-A99E-3234-91B12917E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079E7E3-E5E8-0E9F-6A1C-E8102919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378F520-CB8B-85E5-AE3C-D6369450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5616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26111-E35E-2C91-9BBC-C295C641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90DBB36-0BA7-16B3-C235-5830F332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AD0187-1937-5530-B15E-986271B3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674C37-7750-38EB-DB02-A6ABAC6C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456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1BC1B0A-22FC-D251-A152-A9A063AD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E1E7CA-10F5-B09C-6EB4-1BE510B3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C85148-020C-CDEA-14BE-429A0071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0878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2BB4A-04C0-2680-F908-20F662189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861344-11C1-B569-F53E-9D2AFE5FA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A91E68-9E4C-598B-DFC0-55644DC67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4056B9-F849-8B9B-C557-9E3B24E5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D92D0B-5187-A2B6-2EBE-B16B9844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A40D83-82F1-316E-DDA6-FCBD4976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98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F3225-BD6A-3C6A-F6A7-06B15F59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12EF3B2-CAEA-E388-104C-B6EAB2A10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3178C1-8430-DC34-C742-3C3694A56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64652C-4B3C-6839-58DF-B3B6AD8E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636082-F85E-5118-48F5-528D6F21C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612767-7E61-2716-7577-F465F959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92889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8305F7-0318-C6CE-D888-2EE5EE40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3EC2933-43FF-E124-D44D-AEBDD0511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39DC18-DF51-5581-6653-7C96E0BB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A26900-76FD-2941-CA14-6E6D0A19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7C15BF-CDCA-2133-AABE-C45DDE21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3041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4A56BF9-2806-A336-09CD-6A07EE795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3C20A6-47BA-5044-C013-3454B74CC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62B042-4025-D485-058B-0135378C2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94C513-51A6-8EE2-716D-3DB913B4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59F267-6114-9861-ED60-4F2480E9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4323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CA764C-A65E-2E99-7202-FCB74D43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8D1BE8-97A7-87EB-5CE4-88772AD7D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AD5818-FBD5-8648-FBF2-AF223C055E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8E7BF5-7AE9-5342-B012-FF2C4C0D7346}" type="datetimeFigureOut">
              <a:rPr lang="es-ES_tradnl" smtClean="0"/>
              <a:t>30/3/26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3FE06F-CF99-DC2B-AAB4-B875A758D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260F33-9805-DDEA-E98E-429EE2D41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BF750-CD73-0B4D-A9D2-7DA6C68C619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241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image" Target="../media/image3.emf"/><Relationship Id="rId3" Type="http://schemas.openxmlformats.org/officeDocument/2006/relationships/image" Target="../media/image1.png"/><Relationship Id="rId7" Type="http://schemas.openxmlformats.org/officeDocument/2006/relationships/image" Target="../media/image11.emf"/><Relationship Id="rId12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11" Type="http://schemas.openxmlformats.org/officeDocument/2006/relationships/image" Target="../media/image12.emf"/><Relationship Id="rId5" Type="http://schemas.openxmlformats.org/officeDocument/2006/relationships/image" Target="../media/image5.emf"/><Relationship Id="rId15" Type="http://schemas.openxmlformats.org/officeDocument/2006/relationships/image" Target="../media/image9.emf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image" Target="../media/image6.emf"/><Relationship Id="rId1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F4BD-F5AB-1271-39D8-62087FD1C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C93B82D1-7CB3-D21A-DA49-379D03205A8B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31B0B31-1AB0-F224-7199-6F012FD30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D63D0A1F-F2AD-9D8F-9D57-935A5285C436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Warmstart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34710352-5EB1-4DE4-54D9-C69B9FAAF79A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9343128-6481-9827-1CF6-3DF3CA1FF44D}"/>
              </a:ext>
            </a:extLst>
          </p:cNvPr>
          <p:cNvSpPr txBox="1"/>
          <p:nvPr/>
        </p:nvSpPr>
        <p:spPr>
          <a:xfrm>
            <a:off x="928688" y="1997839"/>
            <a:ext cx="98726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Incrementar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warm start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solo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variabilidad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inicial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sin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impacto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RMSE final; 5000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pasos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es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punto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óptimo</a:t>
            </a:r>
            <a:r>
              <a:rPr lang="de-DE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>
              <a:buNone/>
            </a:pPr>
            <a:endParaRPr lang="de-DE" dirty="0">
              <a:solidFill>
                <a:srgbClr val="0E0E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 start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mejora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rendimiento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solo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retrasa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aprendizaje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5000 →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suficiente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10000+ →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innecesario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Óptimo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5000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pasos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dirty="0"/>
          </a:p>
          <a:p>
            <a:pPr>
              <a:buNone/>
            </a:pPr>
            <a:endParaRPr lang="de-DE" dirty="0">
              <a:solidFill>
                <a:srgbClr val="0E0E0E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3422069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B81B7-8249-DFC7-C148-5F5017FD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4EFE827B-D61F-F557-D8EA-998B96008FFA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D799A190-C23D-538D-4CB0-58CFA3043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EC90D97D-380F-8D46-E7C8-83B1ADEF6884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Warmstart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394C3919-DDE6-6F16-D2A1-C5546D2B7486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56CA8A7-53F0-1434-C64F-61CE5BD0A596}"/>
              </a:ext>
            </a:extLst>
          </p:cNvPr>
          <p:cNvSpPr txBox="1"/>
          <p:nvPr/>
        </p:nvSpPr>
        <p:spPr>
          <a:xfrm>
            <a:off x="1404735" y="1357987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Warm Steps= 5000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46E1620-855F-047C-7D2C-FA5A9F67E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22" y="1671531"/>
            <a:ext cx="3512357" cy="211886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ACF5CE7-0C02-992B-E697-9A942F80B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04" y="4190391"/>
            <a:ext cx="3512358" cy="2118868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9F9D666A-C0E2-DB91-2DF4-AF5CB0B191AA}"/>
              </a:ext>
            </a:extLst>
          </p:cNvPr>
          <p:cNvSpPr txBox="1"/>
          <p:nvPr/>
        </p:nvSpPr>
        <p:spPr>
          <a:xfrm>
            <a:off x="1110568" y="3827925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Warm Steps= 10000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3EC4FA-0046-4508-CB98-3A63C49D2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665" y="4190391"/>
            <a:ext cx="3794210" cy="219909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6E20A2D-FADE-5B29-F03D-432138F6AA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542" y="4190391"/>
            <a:ext cx="3655794" cy="211886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79B533A-FBF4-8450-E577-58802F262B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4665" y="1708958"/>
            <a:ext cx="3794210" cy="219909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34BCB89-57AF-4E28-A5B3-13D9079799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3542" y="1773294"/>
            <a:ext cx="3683208" cy="213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70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514D-3157-AA30-DD7E-CA8C7FCB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255B0E4D-F59C-2A8E-BBBB-2DFAC2FE9DB2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7E6D5EE4-0FC4-AEA6-0B4D-D93EEAB11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20D60D7-410E-46B7-1FC7-BA4E4A91369E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Warmstart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5E07576B-AB52-D504-8CF1-CB6121ED84EF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A3573B8-A5B5-5984-D8AA-7EF97E14D8C6}"/>
              </a:ext>
            </a:extLst>
          </p:cNvPr>
          <p:cNvSpPr txBox="1"/>
          <p:nvPr/>
        </p:nvSpPr>
        <p:spPr>
          <a:xfrm>
            <a:off x="1404735" y="1357987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Warm Steps= 15000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7BEA5FF-E695-91F2-B0C5-A3416D0D2640}"/>
              </a:ext>
            </a:extLst>
          </p:cNvPr>
          <p:cNvSpPr txBox="1"/>
          <p:nvPr/>
        </p:nvSpPr>
        <p:spPr>
          <a:xfrm>
            <a:off x="1110568" y="3827925"/>
            <a:ext cx="257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Warm Steps= 20000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9566FF-2130-B1CE-9944-A6E8C489B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28" y="1732417"/>
            <a:ext cx="3291709" cy="198575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DF2606F-C615-493C-61D7-CB2F378E3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16" y="4135702"/>
            <a:ext cx="3633163" cy="219174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9478E23-B1A8-E3D3-115B-73B78AC7B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825" y="4211558"/>
            <a:ext cx="3651267" cy="211624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E403440-30CF-9702-41F9-067EC2DD4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6300" y="4211558"/>
            <a:ext cx="3651267" cy="211624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5C7B974-7342-3C80-6EC4-EB37CC0976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5132" y="1748146"/>
            <a:ext cx="3651267" cy="211624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B4840AF-680A-173A-E9B3-6493849CA3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9864" y="1732417"/>
            <a:ext cx="3509252" cy="20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133F-3E9C-009F-3E09-A7896CAEB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EF783F8F-B047-A99C-BB13-94E51ED9E251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3CA154CD-B3B8-9045-A7AD-672F0164A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A4621999-CBD7-3ABF-0F7C-BABAEDD28095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Warmstart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5363528B-D052-C5A4-211D-83756C2C992C}"/>
              </a:ext>
            </a:extLst>
          </p:cNvPr>
          <p:cNvSpPr txBox="1">
            <a:spLocks/>
          </p:cNvSpPr>
          <p:nvPr/>
        </p:nvSpPr>
        <p:spPr>
          <a:xfrm>
            <a:off x="313004" y="6528756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019194E-B1F7-C513-D012-D6E11FF0477D}"/>
              </a:ext>
            </a:extLst>
          </p:cNvPr>
          <p:cNvSpPr txBox="1"/>
          <p:nvPr/>
        </p:nvSpPr>
        <p:spPr>
          <a:xfrm>
            <a:off x="752577" y="1193190"/>
            <a:ext cx="2337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Warm-Start Steps: 5000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9FA6EE5-E543-FCC8-C670-3063ADDD9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15" y="3252011"/>
            <a:ext cx="2597458" cy="150546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6C02178-D2F2-37D8-56AF-2C47FA4218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734" y="3204228"/>
            <a:ext cx="2768550" cy="155324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D11E7CA-609E-D52E-F446-C64FBB697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4464" y="3195631"/>
            <a:ext cx="2794206" cy="155324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3EA1152-D3F3-FF7F-9308-853D79302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284" y="3195632"/>
            <a:ext cx="3012428" cy="155324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FC5987F-77D5-439B-8812-0ABD59D8D3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9285" y="4821193"/>
            <a:ext cx="2821386" cy="163525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A8A9EBCA-5A52-2187-C300-963FFB1DC3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004" y="4821192"/>
            <a:ext cx="2726281" cy="158013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ACFD7E90-2DA4-462C-C18C-E21C81815B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284" y="4821192"/>
            <a:ext cx="2821386" cy="163525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B10EC68-9937-C093-AE2C-DE16DB0EB1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7284" y="4831442"/>
            <a:ext cx="2821386" cy="1635252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66D279C4-0775-CAF4-CAE7-CB395DA29F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556" y="1561058"/>
            <a:ext cx="2619317" cy="1580131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B22BAE9-F54C-A2E1-3E02-DB2172CB6A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92121" y="1503039"/>
            <a:ext cx="2768550" cy="1670158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0AF16FBF-C509-4265-8FD1-6DC8AD2CF2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3468" y="1571399"/>
            <a:ext cx="2650897" cy="159918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2CDB45D2-C1A0-58C6-61C3-D82825BAEA9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25850" y="1633220"/>
            <a:ext cx="2650897" cy="1599182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F2704D3F-892E-1C06-92BF-2BA240C7EF7D}"/>
              </a:ext>
            </a:extLst>
          </p:cNvPr>
          <p:cNvSpPr txBox="1"/>
          <p:nvPr/>
        </p:nvSpPr>
        <p:spPr>
          <a:xfrm>
            <a:off x="3506780" y="1153981"/>
            <a:ext cx="2587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Warm-Start Steps: 10000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19538F-8743-E158-D648-43498E2ED9E9}"/>
              </a:ext>
            </a:extLst>
          </p:cNvPr>
          <p:cNvSpPr txBox="1"/>
          <p:nvPr/>
        </p:nvSpPr>
        <p:spPr>
          <a:xfrm>
            <a:off x="6441079" y="1194492"/>
            <a:ext cx="2284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Warm-Start Steps: 15000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A94F5FA-003A-EE71-928B-BBC820C09922}"/>
              </a:ext>
            </a:extLst>
          </p:cNvPr>
          <p:cNvSpPr txBox="1"/>
          <p:nvPr/>
        </p:nvSpPr>
        <p:spPr>
          <a:xfrm>
            <a:off x="9233460" y="1199207"/>
            <a:ext cx="2284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b="1" noProof="1"/>
              <a:t>Warm-Start Steps: 20000</a:t>
            </a:r>
          </a:p>
        </p:txBody>
      </p:sp>
    </p:spTree>
    <p:extLst>
      <p:ext uri="{BB962C8B-B14F-4D97-AF65-F5344CB8AC3E}">
        <p14:creationId xmlns:p14="http://schemas.microsoft.com/office/powerpoint/2010/main" val="378140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Macintosh PowerPoint</Application>
  <PresentationFormat>Breitbild</PresentationFormat>
  <Paragraphs>24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.AppleSystemUIFont</vt:lpstr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2026-03-30T13:47:49Z</dcterms:created>
  <dcterms:modified xsi:type="dcterms:W3CDTF">2026-03-30T13:53:16Z</dcterms:modified>
</cp:coreProperties>
</file>