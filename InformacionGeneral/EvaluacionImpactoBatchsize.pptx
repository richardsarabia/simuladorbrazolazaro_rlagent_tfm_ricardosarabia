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683" r:id="rId2"/>
    <p:sldId id="684" r:id="rId3"/>
    <p:sldId id="685" r:id="rId4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781"/>
    <p:restoredTop sz="94692"/>
  </p:normalViewPr>
  <p:slideViewPr>
    <p:cSldViewPr snapToGrid="0">
      <p:cViewPr varScale="1">
        <p:scale>
          <a:sx n="52" d="100"/>
          <a:sy n="52" d="100"/>
        </p:scale>
        <p:origin x="208" y="13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165BED6-4EEB-BD7E-B479-A5134056BD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C94B9E63-AAB0-89B1-0839-0D7295E8F3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s-ES_tradnl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4BCFA89-1CA6-C42F-3EAE-1F035B47AA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D5F2D-717B-2544-B2E7-2CC059C6A30B}" type="datetimeFigureOut">
              <a:rPr lang="es-ES_tradnl" smtClean="0"/>
              <a:t>30/3/26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6AF6973-A015-4777-94FD-8F0DD89AAD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65C3A3C-49A6-2FF9-EBB6-CB8ECFEAE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7DBD7-4140-DD48-841D-0DD78D191DB8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445533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213CF74-A584-0925-4AEB-CEE9BF948E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D91972D-1815-A938-B63A-84AEEDA9B9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41A9E96-703A-4CB3-4EC3-82BDE5FD62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D5F2D-717B-2544-B2E7-2CC059C6A30B}" type="datetimeFigureOut">
              <a:rPr lang="es-ES_tradnl" smtClean="0"/>
              <a:t>30/3/26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9387DE2-148A-56F1-28E5-8C2D3FFED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6972F30-95D3-0E01-FD2C-8EC42BB39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7DBD7-4140-DD48-841D-0DD78D191DB8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9824733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AD269EE-9774-7265-1D77-C7C0688956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789012A-388D-8B7C-69FD-B11B8396C6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92A4354-901A-A1DB-CC8F-26ABD960D7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D5F2D-717B-2544-B2E7-2CC059C6A30B}" type="datetimeFigureOut">
              <a:rPr lang="es-ES_tradnl" smtClean="0"/>
              <a:t>30/3/26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7EE07E9-BE64-909B-2D2A-8FBAAE7118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217E98D-A106-7601-07DC-358E63EC8C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7DBD7-4140-DD48-841D-0DD78D191DB8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9722340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1280B5A-0F22-316B-24B6-31DAE3EFC7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B4CC2A8-6B91-7A4E-1144-7C3AB840C27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510A4EFD-5370-035B-D5AD-42427EE6FC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F6A49A9-8A3D-617B-0A70-07F5ABA12C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D5F2D-717B-2544-B2E7-2CC059C6A30B}" type="datetimeFigureOut">
              <a:rPr lang="es-ES_tradnl" smtClean="0"/>
              <a:t>30/3/26</a:t>
            </a:fld>
            <a:endParaRPr lang="es-ES_tradnl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91FF5F3-657A-0A6E-1676-EE5A415940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06CD3C4-12A6-85CF-0A06-7AB1F7B0B8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7DBD7-4140-DD48-841D-0DD78D191DB8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6499276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219055E-A6B4-8B63-3569-7876B0A5D2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21A4EC0-A945-5CA7-FF34-6977BD9BE7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90524770-6BD3-30BA-B9C6-F27E59E862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CD784443-9FDA-0BD9-60CD-6B3C2691000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6C2F0E8E-BA7D-3D05-8778-B760CE58EDF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A5290F95-0C6C-4DB6-CC3B-CB86144ED2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D5F2D-717B-2544-B2E7-2CC059C6A30B}" type="datetimeFigureOut">
              <a:rPr lang="es-ES_tradnl" smtClean="0"/>
              <a:t>30/3/26</a:t>
            </a:fld>
            <a:endParaRPr lang="es-ES_tradnl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6BDC4A07-5345-5773-1F24-542A16227F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5356D4A1-B5CE-C946-BE46-B03DFE04E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7DBD7-4140-DD48-841D-0DD78D191DB8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4208220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55DF658-4268-2520-13CD-3FC813A32F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6D566E4F-5526-36E3-299D-F306CA66B8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D5F2D-717B-2544-B2E7-2CC059C6A30B}" type="datetimeFigureOut">
              <a:rPr lang="es-ES_tradnl" smtClean="0"/>
              <a:t>30/3/26</a:t>
            </a:fld>
            <a:endParaRPr lang="es-ES_tradnl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9665EDE1-8121-12E6-7C0A-B93CBC62E6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11E981B-80E3-F91E-AADD-78C3623C63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7DBD7-4140-DD48-841D-0DD78D191DB8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40695011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A968507B-AB1C-050A-AA78-82811FB76D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D5F2D-717B-2544-B2E7-2CC059C6A30B}" type="datetimeFigureOut">
              <a:rPr lang="es-ES_tradnl" smtClean="0"/>
              <a:t>30/3/26</a:t>
            </a:fld>
            <a:endParaRPr lang="es-ES_tradnl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F57ED8BA-D316-FA13-15A0-748BC3BC18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54F7A59-F9FB-4279-32F7-2339956EB9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7DBD7-4140-DD48-841D-0DD78D191DB8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9922594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07AD811-47BF-A17C-5793-88694DDC62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BE34084-B7DE-1B13-356F-A1FC26D6A1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611C2E42-4BC3-6B40-EB9D-6AC79E300F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618943B9-625A-5253-39AE-3028DBD347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D5F2D-717B-2544-B2E7-2CC059C6A30B}" type="datetimeFigureOut">
              <a:rPr lang="es-ES_tradnl" smtClean="0"/>
              <a:t>30/3/26</a:t>
            </a:fld>
            <a:endParaRPr lang="es-ES_tradnl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70DA428-3E6F-6302-03E9-7A59EB5577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0CCF68F-03C4-343F-E73B-9327D870A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7DBD7-4140-DD48-841D-0DD78D191DB8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3514732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A1ADB75-F086-52D1-F0EC-C527FB0517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8A31E7B6-9138-1DEC-A392-E6B1340CA4C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_tradnl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8949C68-FB7E-B220-37E9-AAE23B2823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80DB57D3-2A7C-CF58-9F81-AE5A63B3C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D5F2D-717B-2544-B2E7-2CC059C6A30B}" type="datetimeFigureOut">
              <a:rPr lang="es-ES_tradnl" smtClean="0"/>
              <a:t>30/3/26</a:t>
            </a:fld>
            <a:endParaRPr lang="es-ES_tradnl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5E81DDF-A174-2DA1-9BB9-61D590E480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7C62759-43B0-3784-7A94-C3A341E474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7DBD7-4140-DD48-841D-0DD78D191DB8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6689959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9AB8010-F286-8754-8043-2C0B1CCF87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C8224B62-0F07-210E-F98C-F7D5E68BD8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B209AE4-B240-39D1-7C9E-6544A34BBB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D5F2D-717B-2544-B2E7-2CC059C6A30B}" type="datetimeFigureOut">
              <a:rPr lang="es-ES_tradnl" smtClean="0"/>
              <a:t>30/3/26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B66D735-59C9-1DEF-BA1C-0B446CA23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19E0A74-E4D3-FA21-40C1-D25C3D1857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7DBD7-4140-DD48-841D-0DD78D191DB8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5978936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E40666FE-91F9-B532-3FA5-51BA1A4940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BFEFF908-6153-C155-A87C-8E0B2F5FCF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79EEAAE-5973-1102-67C0-F1D19940BB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D5F2D-717B-2544-B2E7-2CC059C6A30B}" type="datetimeFigureOut">
              <a:rPr lang="es-ES_tradnl" smtClean="0"/>
              <a:t>30/3/26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482FCA9-5F83-F5D9-22CE-D9EC55C4E3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73C52BD-A9FE-2531-05AD-70F236DB3B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7DBD7-4140-DD48-841D-0DD78D191DB8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8634187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7EF79F35-6474-BB7A-240F-5253352E3C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D42682D-BFD6-F7A8-91C3-7F22D1794B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D75DC04-E0AD-694B-877F-FB77919F38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47D5F2D-717B-2544-B2E7-2CC059C6A30B}" type="datetimeFigureOut">
              <a:rPr lang="es-ES_tradnl" smtClean="0"/>
              <a:t>30/3/26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C8D4683-8FA0-4608-6B13-30799BEBB2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E2D5FB8-061C-7673-14DE-12F81DC3C3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87DBD7-4140-DD48-841D-0DD78D191DB8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7096652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emf"/><Relationship Id="rId3" Type="http://schemas.openxmlformats.org/officeDocument/2006/relationships/image" Target="../media/image2.emf"/><Relationship Id="rId7" Type="http://schemas.openxmlformats.org/officeDocument/2006/relationships/image" Target="../media/image6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emf"/><Relationship Id="rId5" Type="http://schemas.openxmlformats.org/officeDocument/2006/relationships/image" Target="../media/image4.emf"/><Relationship Id="rId4" Type="http://schemas.openxmlformats.org/officeDocument/2006/relationships/image" Target="../media/image3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0.emf"/><Relationship Id="rId4" Type="http://schemas.openxmlformats.org/officeDocument/2006/relationships/image" Target="../media/image9.e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emf"/><Relationship Id="rId3" Type="http://schemas.openxmlformats.org/officeDocument/2006/relationships/image" Target="../media/image2.emf"/><Relationship Id="rId7" Type="http://schemas.openxmlformats.org/officeDocument/2006/relationships/image" Target="../media/image4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.emf"/><Relationship Id="rId5" Type="http://schemas.openxmlformats.org/officeDocument/2006/relationships/image" Target="../media/image9.emf"/><Relationship Id="rId4" Type="http://schemas.openxmlformats.org/officeDocument/2006/relationships/image" Target="../media/image5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876144-0381-0D60-1E4B-6DEB98F36E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hteck 34">
            <a:extLst>
              <a:ext uri="{FF2B5EF4-FFF2-40B4-BE49-F238E27FC236}">
                <a16:creationId xmlns:a16="http://schemas.microsoft.com/office/drawing/2014/main" id="{84839CB6-A9C3-4546-099F-DBF04CE95944}"/>
              </a:ext>
            </a:extLst>
          </p:cNvPr>
          <p:cNvSpPr/>
          <p:nvPr/>
        </p:nvSpPr>
        <p:spPr>
          <a:xfrm>
            <a:off x="-3818" y="-7820"/>
            <a:ext cx="12195818" cy="1134716"/>
          </a:xfrm>
          <a:prstGeom prst="rect">
            <a:avLst/>
          </a:prstGeom>
          <a:solidFill>
            <a:srgbClr val="7F7F7F">
              <a:alpha val="2392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1"/>
          </a:p>
        </p:txBody>
      </p:sp>
      <p:pic>
        <p:nvPicPr>
          <p:cNvPr id="16" name="Imagen3">
            <a:extLst>
              <a:ext uri="{FF2B5EF4-FFF2-40B4-BE49-F238E27FC236}">
                <a16:creationId xmlns:a16="http://schemas.microsoft.com/office/drawing/2014/main" id="{B68575D6-75B6-849A-427C-BEA323E227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9727160" y="198439"/>
            <a:ext cx="1732790" cy="866395"/>
          </a:xfrm>
          <a:prstGeom prst="rect">
            <a:avLst/>
          </a:prstGeom>
        </p:spPr>
      </p:pic>
      <p:sp>
        <p:nvSpPr>
          <p:cNvPr id="28" name="Textfeld 27">
            <a:extLst>
              <a:ext uri="{FF2B5EF4-FFF2-40B4-BE49-F238E27FC236}">
                <a16:creationId xmlns:a16="http://schemas.microsoft.com/office/drawing/2014/main" id="{F1D4F328-CE49-3D0B-B1A4-A45311601712}"/>
              </a:ext>
            </a:extLst>
          </p:cNvPr>
          <p:cNvSpPr txBox="1"/>
          <p:nvPr/>
        </p:nvSpPr>
        <p:spPr>
          <a:xfrm>
            <a:off x="313005" y="269778"/>
            <a:ext cx="82713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b="1" noProof="1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Evaluacion Batchsize</a:t>
            </a:r>
          </a:p>
        </p:txBody>
      </p:sp>
      <p:sp>
        <p:nvSpPr>
          <p:cNvPr id="20" name="Fußzeilenplatzhalter 2">
            <a:extLst>
              <a:ext uri="{FF2B5EF4-FFF2-40B4-BE49-F238E27FC236}">
                <a16:creationId xmlns:a16="http://schemas.microsoft.com/office/drawing/2014/main" id="{7F9E7EAD-CCDE-1F51-8D16-DDE6D04AF3F4}"/>
              </a:ext>
            </a:extLst>
          </p:cNvPr>
          <p:cNvSpPr txBox="1">
            <a:spLocks/>
          </p:cNvSpPr>
          <p:nvPr/>
        </p:nvSpPr>
        <p:spPr>
          <a:xfrm>
            <a:off x="313004" y="6528756"/>
            <a:ext cx="11777612" cy="261610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900" dirty="0"/>
              <a:t>TFM – Master Inteligencia Artificial – Control Monoarticular aplicado en manipuladores móviles utilizando aprendizaje por refuerzo  –  Ricardo Enrique  Sarabia Palacio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118B3F19-4DAC-8EC8-0D9E-80C4F6FF1146}"/>
              </a:ext>
            </a:extLst>
          </p:cNvPr>
          <p:cNvSpPr txBox="1"/>
          <p:nvPr/>
        </p:nvSpPr>
        <p:spPr>
          <a:xfrm>
            <a:off x="1404735" y="1357987"/>
            <a:ext cx="25714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400" b="1" noProof="1"/>
              <a:t>Mini Batchsize: 64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FC6112EF-1B34-9774-4DD5-A30FD02C2953}"/>
              </a:ext>
            </a:extLst>
          </p:cNvPr>
          <p:cNvSpPr txBox="1"/>
          <p:nvPr/>
        </p:nvSpPr>
        <p:spPr>
          <a:xfrm>
            <a:off x="1162872" y="3836506"/>
            <a:ext cx="25714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400" b="1" noProof="1"/>
              <a:t>Mini Batchsize: 128</a:t>
            </a: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F0B7ECB1-E4F2-BA4D-4DC3-169151896A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9646" y="1720005"/>
            <a:ext cx="3651710" cy="2116501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C7B1BE33-D83C-7C1D-9AE0-BDE4753EED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84757" y="1720005"/>
            <a:ext cx="3687290" cy="2137123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3F6BDB8F-18B8-E732-FAAF-951DDE91DAB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94788" y="4237148"/>
            <a:ext cx="3687290" cy="2137123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6B504B03-15D1-23FB-4660-8EAEA171641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99355" y="4237148"/>
            <a:ext cx="3572001" cy="2070302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D1C0A17C-CA8D-D023-D4FB-446C14248EE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2604" y="1679698"/>
            <a:ext cx="3421312" cy="2063943"/>
          </a:xfrm>
          <a:prstGeom prst="rect">
            <a:avLst/>
          </a:prstGeom>
        </p:spPr>
      </p:pic>
      <p:pic>
        <p:nvPicPr>
          <p:cNvPr id="14" name="Grafik 13">
            <a:extLst>
              <a:ext uri="{FF2B5EF4-FFF2-40B4-BE49-F238E27FC236}">
                <a16:creationId xmlns:a16="http://schemas.microsoft.com/office/drawing/2014/main" id="{6423E708-C622-17DD-60A4-CED3924595C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5713" y="4296443"/>
            <a:ext cx="3572002" cy="2154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2892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73F4F4-4C2F-BAC9-4184-9249F8F634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hteck 34">
            <a:extLst>
              <a:ext uri="{FF2B5EF4-FFF2-40B4-BE49-F238E27FC236}">
                <a16:creationId xmlns:a16="http://schemas.microsoft.com/office/drawing/2014/main" id="{B3EDE79D-F2D5-3448-9C14-57C1A7B3207F}"/>
              </a:ext>
            </a:extLst>
          </p:cNvPr>
          <p:cNvSpPr/>
          <p:nvPr/>
        </p:nvSpPr>
        <p:spPr>
          <a:xfrm>
            <a:off x="-3818" y="-7820"/>
            <a:ext cx="12195818" cy="1134716"/>
          </a:xfrm>
          <a:prstGeom prst="rect">
            <a:avLst/>
          </a:prstGeom>
          <a:solidFill>
            <a:srgbClr val="7F7F7F">
              <a:alpha val="2392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1"/>
          </a:p>
        </p:txBody>
      </p:sp>
      <p:pic>
        <p:nvPicPr>
          <p:cNvPr id="16" name="Imagen3">
            <a:extLst>
              <a:ext uri="{FF2B5EF4-FFF2-40B4-BE49-F238E27FC236}">
                <a16:creationId xmlns:a16="http://schemas.microsoft.com/office/drawing/2014/main" id="{E896EF9E-7DD1-3BA9-7144-C15D08E06E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9727160" y="198439"/>
            <a:ext cx="1732790" cy="866395"/>
          </a:xfrm>
          <a:prstGeom prst="rect">
            <a:avLst/>
          </a:prstGeom>
        </p:spPr>
      </p:pic>
      <p:sp>
        <p:nvSpPr>
          <p:cNvPr id="28" name="Textfeld 27">
            <a:extLst>
              <a:ext uri="{FF2B5EF4-FFF2-40B4-BE49-F238E27FC236}">
                <a16:creationId xmlns:a16="http://schemas.microsoft.com/office/drawing/2014/main" id="{D6A0BB7F-44F4-B513-892B-8560E7A14D43}"/>
              </a:ext>
            </a:extLst>
          </p:cNvPr>
          <p:cNvSpPr txBox="1"/>
          <p:nvPr/>
        </p:nvSpPr>
        <p:spPr>
          <a:xfrm>
            <a:off x="313005" y="269778"/>
            <a:ext cx="82713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b="1" noProof="1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Evaluacion Batchsize</a:t>
            </a:r>
          </a:p>
        </p:txBody>
      </p:sp>
      <p:sp>
        <p:nvSpPr>
          <p:cNvPr id="20" name="Fußzeilenplatzhalter 2">
            <a:extLst>
              <a:ext uri="{FF2B5EF4-FFF2-40B4-BE49-F238E27FC236}">
                <a16:creationId xmlns:a16="http://schemas.microsoft.com/office/drawing/2014/main" id="{EC7319E1-BB3C-94CB-87DD-7D07F980307E}"/>
              </a:ext>
            </a:extLst>
          </p:cNvPr>
          <p:cNvSpPr txBox="1">
            <a:spLocks/>
          </p:cNvSpPr>
          <p:nvPr/>
        </p:nvSpPr>
        <p:spPr>
          <a:xfrm>
            <a:off x="313004" y="6528756"/>
            <a:ext cx="11777612" cy="261610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900" dirty="0"/>
              <a:t>TFM – Master Inteligencia Artificial – Control Monoarticular aplicado en manipuladores móviles utilizando aprendizaje por refuerzo  –  Ricardo Enrique  Sarabia Palacio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9EB62571-7CB8-430F-6ECB-9EBF9D5CA084}"/>
              </a:ext>
            </a:extLst>
          </p:cNvPr>
          <p:cNvSpPr txBox="1"/>
          <p:nvPr/>
        </p:nvSpPr>
        <p:spPr>
          <a:xfrm>
            <a:off x="1404735" y="1357987"/>
            <a:ext cx="25714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400" b="1" noProof="1"/>
              <a:t>Mini Batchsize: 256</a:t>
            </a: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77A7A33B-8798-98AD-BE5E-02D0DD82B6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6308" y="1777673"/>
            <a:ext cx="3521703" cy="2041150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F9A3322D-5136-4D4F-B3F7-6398CB0F47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54581" y="1777674"/>
            <a:ext cx="3521702" cy="2041150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0A517C8C-7444-4388-1694-6AD9823D562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3919" y="1701987"/>
            <a:ext cx="3612260" cy="2179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5953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3333DA-4795-BDA0-C169-563C0034F6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hteck 34">
            <a:extLst>
              <a:ext uri="{FF2B5EF4-FFF2-40B4-BE49-F238E27FC236}">
                <a16:creationId xmlns:a16="http://schemas.microsoft.com/office/drawing/2014/main" id="{9EC1B23B-B861-95F2-619B-8A632530C1C4}"/>
              </a:ext>
            </a:extLst>
          </p:cNvPr>
          <p:cNvSpPr/>
          <p:nvPr/>
        </p:nvSpPr>
        <p:spPr>
          <a:xfrm>
            <a:off x="-3818" y="-7820"/>
            <a:ext cx="12195818" cy="1134716"/>
          </a:xfrm>
          <a:prstGeom prst="rect">
            <a:avLst/>
          </a:prstGeom>
          <a:solidFill>
            <a:srgbClr val="7F7F7F">
              <a:alpha val="2392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1"/>
          </a:p>
        </p:txBody>
      </p:sp>
      <p:pic>
        <p:nvPicPr>
          <p:cNvPr id="16" name="Imagen3">
            <a:extLst>
              <a:ext uri="{FF2B5EF4-FFF2-40B4-BE49-F238E27FC236}">
                <a16:creationId xmlns:a16="http://schemas.microsoft.com/office/drawing/2014/main" id="{4F1DA290-49F1-903E-3814-E37FB63469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9727160" y="198439"/>
            <a:ext cx="1732790" cy="866395"/>
          </a:xfrm>
          <a:prstGeom prst="rect">
            <a:avLst/>
          </a:prstGeom>
        </p:spPr>
      </p:pic>
      <p:sp>
        <p:nvSpPr>
          <p:cNvPr id="28" name="Textfeld 27">
            <a:extLst>
              <a:ext uri="{FF2B5EF4-FFF2-40B4-BE49-F238E27FC236}">
                <a16:creationId xmlns:a16="http://schemas.microsoft.com/office/drawing/2014/main" id="{1B34AD31-42DE-DF58-0E58-364000FB7DFC}"/>
              </a:ext>
            </a:extLst>
          </p:cNvPr>
          <p:cNvSpPr txBox="1"/>
          <p:nvPr/>
        </p:nvSpPr>
        <p:spPr>
          <a:xfrm>
            <a:off x="313005" y="269778"/>
            <a:ext cx="82713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b="1" noProof="1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Evaluacion Batchsize</a:t>
            </a:r>
          </a:p>
        </p:txBody>
      </p:sp>
      <p:sp>
        <p:nvSpPr>
          <p:cNvPr id="20" name="Fußzeilenplatzhalter 2">
            <a:extLst>
              <a:ext uri="{FF2B5EF4-FFF2-40B4-BE49-F238E27FC236}">
                <a16:creationId xmlns:a16="http://schemas.microsoft.com/office/drawing/2014/main" id="{DEBF3D76-DA20-A514-F990-F9A74B75D082}"/>
              </a:ext>
            </a:extLst>
          </p:cNvPr>
          <p:cNvSpPr txBox="1">
            <a:spLocks/>
          </p:cNvSpPr>
          <p:nvPr/>
        </p:nvSpPr>
        <p:spPr>
          <a:xfrm>
            <a:off x="313004" y="6528756"/>
            <a:ext cx="11777612" cy="261610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900" dirty="0"/>
              <a:t>TFM – Master Inteligencia Artificial – Control Monoarticular aplicado en manipuladores móviles utilizando aprendizaje por refuerzo  –  Ricardo Enrique  Sarabia Palacio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C30BB958-6E39-4D17-1502-235506BAC977}"/>
              </a:ext>
            </a:extLst>
          </p:cNvPr>
          <p:cNvSpPr txBox="1"/>
          <p:nvPr/>
        </p:nvSpPr>
        <p:spPr>
          <a:xfrm>
            <a:off x="8698670" y="1335835"/>
            <a:ext cx="25714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400" b="1" noProof="1"/>
              <a:t>Mini Batchsize: 256, 852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DFED9868-7F88-1B27-2D34-9EDB514947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004" y="1795679"/>
            <a:ext cx="3521701" cy="2041149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BBA4FDFB-A9AE-1969-E740-90D6EA9E84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506" y="1781102"/>
            <a:ext cx="3572001" cy="2070302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D264A1DA-5893-46F9-AEA5-2582F5621E5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66309" y="1795679"/>
            <a:ext cx="3521702" cy="2041150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EDC3E2AF-0AAA-438A-2438-C8F96C4A625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8889" y="4062717"/>
            <a:ext cx="3521701" cy="2041149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992A196D-0295-8540-E7F9-FE0405626EF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56861" y="4057735"/>
            <a:ext cx="3687290" cy="2137123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637457B5-51A7-0248-F911-2E76C6BE129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66308" y="4105721"/>
            <a:ext cx="3521703" cy="2041150"/>
          </a:xfrm>
          <a:prstGeom prst="rect">
            <a:avLst/>
          </a:prstGeom>
        </p:spPr>
      </p:pic>
      <p:sp>
        <p:nvSpPr>
          <p:cNvPr id="12" name="Textfeld 11">
            <a:extLst>
              <a:ext uri="{FF2B5EF4-FFF2-40B4-BE49-F238E27FC236}">
                <a16:creationId xmlns:a16="http://schemas.microsoft.com/office/drawing/2014/main" id="{C21F011A-5DBE-B30F-6437-4D1DFC24E374}"/>
              </a:ext>
            </a:extLst>
          </p:cNvPr>
          <p:cNvSpPr txBox="1"/>
          <p:nvPr/>
        </p:nvSpPr>
        <p:spPr>
          <a:xfrm>
            <a:off x="1404735" y="1357987"/>
            <a:ext cx="25714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400" b="1" noProof="1"/>
              <a:t>Mini Batchsize: 64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EE0E923C-4359-A593-F666-449202A4E79E}"/>
              </a:ext>
            </a:extLst>
          </p:cNvPr>
          <p:cNvSpPr txBox="1"/>
          <p:nvPr/>
        </p:nvSpPr>
        <p:spPr>
          <a:xfrm>
            <a:off x="5051702" y="1318462"/>
            <a:ext cx="25714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400" b="1" noProof="1"/>
              <a:t>Mini Batchsize: 128</a:t>
            </a:r>
          </a:p>
        </p:txBody>
      </p:sp>
    </p:spTree>
    <p:extLst>
      <p:ext uri="{BB962C8B-B14F-4D97-AF65-F5344CB8AC3E}">
        <p14:creationId xmlns:p14="http://schemas.microsoft.com/office/powerpoint/2010/main" val="15493094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95</Words>
  <Application>Microsoft Macintosh PowerPoint</Application>
  <PresentationFormat>Breitbild</PresentationFormat>
  <Paragraphs>12</Paragraphs>
  <Slides>3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Times New Roman</vt:lpstr>
      <vt:lpstr>Office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ricardo sarabia</dc:creator>
  <cp:lastModifiedBy>ricardo sarabia</cp:lastModifiedBy>
  <cp:revision>1</cp:revision>
  <dcterms:created xsi:type="dcterms:W3CDTF">2026-03-30T12:12:47Z</dcterms:created>
  <dcterms:modified xsi:type="dcterms:W3CDTF">2026-03-30T12:14:55Z</dcterms:modified>
</cp:coreProperties>
</file>