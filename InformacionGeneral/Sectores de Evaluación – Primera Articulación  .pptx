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5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BAB81-35D3-9D4F-8A40-3A0DB917149A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23EBA-0469-1849-933B-614B09306F5D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460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8B2B-99EF-B6E7-ABCC-2B15A454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AAC437-16BD-4BAD-22FE-E9F7F97C1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925A1D-3A29-AB85-AA9C-E8DD3FF8F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A9F700-FF6F-0186-E87D-2958BC7F1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3877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F5081-E985-B1E0-D562-76E447195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9A29CA-FF83-0765-8136-5B820F514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EA3D57-A115-D991-1892-6B68182A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4DBE4A-B0DF-5969-FBE8-1E3856B3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074CFE-4622-29F9-2E41-20F751C8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432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0A8A17-94D9-5082-C5A3-94C8654D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538F01-FDBF-4CC6-6565-84CE02C3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60D00A-DBB1-3F0E-A377-361A01F3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F705C7-4E3C-7BFD-9E34-37BD2198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8C0E04-2EC0-33DB-E848-E5AD6892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3819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F834D-A63E-5BBA-5895-80F37DF7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F7225C-630C-4C88-1BDF-0C6303F97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50CC8A-CF48-FA5E-113C-9322CA18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F85EB3-C3AE-06D0-C392-D152681D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9675CF-5DBE-F3C1-0C4A-104A0366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661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76BB5-FAD0-44BD-A6C7-C4F46D90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4F4F80-6E50-5188-13FC-B095DAEF0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9F32D4-9A57-3AF2-6DD2-8CFCF479E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25F004-412F-2E35-51EB-AF5A77F5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EDBA5F-AD70-B529-EE52-99A2302F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075641-2CEC-E1AD-7C33-4A94AF91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6243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285CD-7939-BDF4-CD3E-B1517249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4E8FEB-7BCE-89CF-FC34-4791B4877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176563-09E4-FDA9-8846-266D0AA2A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241B68-BBB4-E83E-3101-0444379AB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FFF315-1929-4021-BEB5-189414BC3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8FD12C-CBD6-4162-76EE-C1A52251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97B859-874B-D919-987B-E4071CA4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921FBF-2D6E-8D1C-B6F5-D9DDDAE2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499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280D27-DC12-0BD2-2408-C9DF216C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7730A0-0EE3-A4FC-8CA6-0269ED23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68BE1D-905C-92E0-1DB3-06A67D54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3B5A8A-C56F-E4F9-34BF-1A139EC1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84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46EFB7-E48C-BEC7-46A5-EB5A630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694836-AB33-C133-7CD6-41B88280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E436BE-F261-26ED-3F59-7AAE3FEC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9555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63290-255E-C6CC-17D1-18EB84F1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60CDD7-6622-3BE4-857B-CB0F2A818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3E5FC3-3E8B-1264-25D9-D6D751E73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F2930F-7FB9-DCE7-6326-67E068DBA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441002-B43C-5440-C2DC-988D4673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9C5555-EB88-77BC-4DB4-3CDDC9D8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8519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2E00B-43AD-AA66-BD33-91A8370B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AAD2B0-F758-BFE1-AE34-350AA7E47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6413CA-8AE0-7280-2403-C95071BA2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688A3E-9663-D40A-D7BE-DBBE9B3C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8A5D92-B12D-9B39-7B58-408E9A6B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3BA9D2-9129-990C-51B4-C8C8214E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975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D68A31-473A-207A-9739-8C89FDB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52DD4D-429B-D62F-85DA-AF551C738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B64902-C799-610D-E69F-6BFE9C12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F33F2C-A6F2-E10D-B81E-D3E029B3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E2A85-5F61-5F7C-AB14-D30F5891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24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711AEBB-A526-84B0-2D67-511909457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2D1FDA-D24A-B244-F8EE-FD0FFE404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0E06BC-5B89-BD6E-F190-DBA74199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00F176-6156-7058-8B6D-2BF5B1C4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70CBDE-191E-2EC3-B00D-2AAF93F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5438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CC3D2E-FA7F-1506-D856-3723DCB1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53E9E9-D2B4-5CAD-32F4-FBF10B03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5F5387-ACF7-A172-1DB9-A9BEAB074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6505F-67DA-BC4C-A0B2-58D9EADB92EC}" type="datetimeFigureOut">
              <a:rPr lang="es-ES_tradnl" smtClean="0"/>
              <a:t>27/3/26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83208B-6575-26FE-C7BB-BB499126A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8FE614-ED2E-65C4-F861-9A539065F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BB397-0E3B-0A46-9516-A072315DB8D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215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41210-337E-2265-1F4C-1B911C4A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F5409B28-9297-007F-2E9B-233D4F5928B4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32D5C50-B0D6-FD35-C6AF-C5EB3E6E4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5ADFB2E-95DB-5EAA-DC99-231C6C6FFD95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Definición de Sectores Angulares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8A39B52-C190-0E4D-BE8F-8FF9816B6066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56DF7EE6-13E7-A0F4-5557-BC39145B1CD8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E6A41B09-1969-A666-3BCE-69C748D9891B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Sectores de Evaluación – Primera Articulación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6007B01-5813-8D3B-BB63-B4F0C474B8CF}"/>
              </a:ext>
            </a:extLst>
          </p:cNvPr>
          <p:cNvSpPr txBox="1"/>
          <p:nvPr/>
        </p:nvSpPr>
        <p:spPr>
          <a:xfrm>
            <a:off x="6028803" y="3662127"/>
            <a:ext cx="2520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noProof="1"/>
              <a:t>Dominio Angular: </a:t>
            </a:r>
            <a:r>
              <a:rPr lang="es-ES_tradnl" sz="1200" noProof="1">
                <a:latin typeface="Cambria Math" panose="02040503050406030204" pitchFamily="18" charset="0"/>
              </a:rPr>
              <a:t>[-180°, 180°]</a:t>
            </a:r>
            <a:endParaRPr lang="es-ES_tradnl" sz="1200" noProof="1"/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23D3757C-782A-1440-A55C-1B81E95C586B}"/>
              </a:ext>
            </a:extLst>
          </p:cNvPr>
          <p:cNvGrpSpPr/>
          <p:nvPr/>
        </p:nvGrpSpPr>
        <p:grpSpPr>
          <a:xfrm>
            <a:off x="634198" y="2538307"/>
            <a:ext cx="4718228" cy="3385868"/>
            <a:chOff x="767307" y="2362655"/>
            <a:chExt cx="4718228" cy="3385868"/>
          </a:xfrm>
        </p:grpSpPr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F8BB5DB9-2F18-02C4-AA6D-2FF1D1630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15429" t="14728" r="25176" b="10832"/>
            <a:stretch>
              <a:fillRect/>
            </a:stretch>
          </p:blipFill>
          <p:spPr>
            <a:xfrm>
              <a:off x="1541573" y="3087521"/>
              <a:ext cx="3160138" cy="2281110"/>
            </a:xfrm>
            <a:prstGeom prst="rect">
              <a:avLst/>
            </a:prstGeom>
          </p:spPr>
        </p:pic>
        <p:cxnSp>
          <p:nvCxnSpPr>
            <p:cNvPr id="19" name="Gerade Verbindung 18">
              <a:extLst>
                <a:ext uri="{FF2B5EF4-FFF2-40B4-BE49-F238E27FC236}">
                  <a16:creationId xmlns:a16="http://schemas.microsoft.com/office/drawing/2014/main" id="{6C99F3AD-E96D-3937-D876-942811FB778C}"/>
                </a:ext>
              </a:extLst>
            </p:cNvPr>
            <p:cNvCxnSpPr>
              <a:cxnSpLocks/>
            </p:cNvCxnSpPr>
            <p:nvPr/>
          </p:nvCxnSpPr>
          <p:spPr>
            <a:xfrm>
              <a:off x="1625333" y="2779042"/>
              <a:ext cx="3544889" cy="2020145"/>
            </a:xfrm>
            <a:prstGeom prst="line">
              <a:avLst/>
            </a:prstGeom>
            <a:ln w="12700"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C1FD0521-F9C8-0C2C-C74B-28DE981D0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8803" y="2714022"/>
              <a:ext cx="3028838" cy="2020145"/>
            </a:xfrm>
            <a:prstGeom prst="line">
              <a:avLst/>
            </a:prstGeom>
            <a:ln w="12700"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ogen 29">
              <a:extLst>
                <a:ext uri="{FF2B5EF4-FFF2-40B4-BE49-F238E27FC236}">
                  <a16:creationId xmlns:a16="http://schemas.microsoft.com/office/drawing/2014/main" id="{3E317E14-7927-BB89-618F-A353405643B6}"/>
                </a:ext>
              </a:extLst>
            </p:cNvPr>
            <p:cNvSpPr/>
            <p:nvPr/>
          </p:nvSpPr>
          <p:spPr>
            <a:xfrm rot="11705331">
              <a:off x="1253624" y="4492240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1" name="Bogen 30">
              <a:extLst>
                <a:ext uri="{FF2B5EF4-FFF2-40B4-BE49-F238E27FC236}">
                  <a16:creationId xmlns:a16="http://schemas.microsoft.com/office/drawing/2014/main" id="{91B3BCC8-8059-EE14-B777-1F5F0DA41307}"/>
                </a:ext>
              </a:extLst>
            </p:cNvPr>
            <p:cNvSpPr/>
            <p:nvPr/>
          </p:nvSpPr>
          <p:spPr>
            <a:xfrm rot="16503148">
              <a:off x="1388273" y="2628042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2" name="Bogen 31">
              <a:extLst>
                <a:ext uri="{FF2B5EF4-FFF2-40B4-BE49-F238E27FC236}">
                  <a16:creationId xmlns:a16="http://schemas.microsoft.com/office/drawing/2014/main" id="{DB3AC77F-256C-914F-7551-CA557C4564E3}"/>
                </a:ext>
              </a:extLst>
            </p:cNvPr>
            <p:cNvSpPr/>
            <p:nvPr/>
          </p:nvSpPr>
          <p:spPr>
            <a:xfrm rot="403624">
              <a:off x="4242405" y="2558701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p:sp>
          <p:nvSpPr>
            <p:cNvPr id="33" name="Bogen 32">
              <a:extLst>
                <a:ext uri="{FF2B5EF4-FFF2-40B4-BE49-F238E27FC236}">
                  <a16:creationId xmlns:a16="http://schemas.microsoft.com/office/drawing/2014/main" id="{FF57ED08-AC4E-22DD-4A4B-6327D9C48086}"/>
                </a:ext>
              </a:extLst>
            </p:cNvPr>
            <p:cNvSpPr/>
            <p:nvPr/>
          </p:nvSpPr>
          <p:spPr>
            <a:xfrm rot="5400000">
              <a:off x="4948276" y="4615340"/>
              <a:ext cx="390359" cy="367693"/>
            </a:xfrm>
            <a:prstGeom prst="arc">
              <a:avLst>
                <a:gd name="adj1" fmla="val 14634702"/>
                <a:gd name="adj2" fmla="val 0"/>
              </a:avLst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noProof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937641DA-E107-045F-C526-02D4D17B528F}"/>
                    </a:ext>
                  </a:extLst>
                </p:cNvPr>
                <p:cNvSpPr txBox="1"/>
                <p:nvPr/>
              </p:nvSpPr>
              <p:spPr>
                <a:xfrm>
                  <a:off x="2692629" y="3267358"/>
                  <a:ext cx="858026" cy="646331"/>
                </a:xfrm>
                <a:prstGeom prst="rect">
                  <a:avLst/>
                </a:prstGeom>
                <a:solidFill>
                  <a:srgbClr val="E6E6E6">
                    <a:alpha val="38824"/>
                  </a:srgbClr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_tradnl" sz="3600" b="1" i="1" noProof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3600" b="1" i="1" noProof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s-ES_tradnl" sz="3600" b="1" noProof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s-ES_tradnl" sz="3600" b="1" noProof="1"/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937641DA-E107-045F-C526-02D4D17B5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629" y="3267358"/>
                  <a:ext cx="858026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C3E0E960-26BA-05BD-D992-A2E9D60F1576}"/>
                </a:ext>
              </a:extLst>
            </p:cNvPr>
            <p:cNvSpPr txBox="1"/>
            <p:nvPr/>
          </p:nvSpPr>
          <p:spPr>
            <a:xfrm>
              <a:off x="4627509" y="3476230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CDB54B0-EA07-1200-AE8C-EBFB9FA3A0F6}"/>
                </a:ext>
              </a:extLst>
            </p:cNvPr>
            <p:cNvSpPr txBox="1"/>
            <p:nvPr/>
          </p:nvSpPr>
          <p:spPr>
            <a:xfrm>
              <a:off x="2502651" y="2362655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EB794C7F-7F67-C755-AED2-8BBCAB0B942D}"/>
                </a:ext>
              </a:extLst>
            </p:cNvPr>
            <p:cNvSpPr txBox="1"/>
            <p:nvPr/>
          </p:nvSpPr>
          <p:spPr>
            <a:xfrm>
              <a:off x="767307" y="3435390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942D187-399C-CCFB-BB1A-E17A45A45FC1}"/>
                </a:ext>
              </a:extLst>
            </p:cNvPr>
            <p:cNvSpPr txBox="1"/>
            <p:nvPr/>
          </p:nvSpPr>
          <p:spPr>
            <a:xfrm>
              <a:off x="2562746" y="5348413"/>
              <a:ext cx="858026" cy="400110"/>
            </a:xfrm>
            <a:prstGeom prst="rect">
              <a:avLst/>
            </a:prstGeom>
            <a:solidFill>
              <a:srgbClr val="E6E6E6">
                <a:alpha val="38824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_tradnl" sz="2000" noProof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</p:grp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BBE218AE-7050-B5B8-A1E4-6FC87AFCC54B}"/>
              </a:ext>
            </a:extLst>
          </p:cNvPr>
          <p:cNvCxnSpPr>
            <a:cxnSpLocks/>
          </p:cNvCxnSpPr>
          <p:nvPr/>
        </p:nvCxnSpPr>
        <p:spPr>
          <a:xfrm flipV="1">
            <a:off x="6131525" y="4231243"/>
            <a:ext cx="4805005" cy="22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9435B835-246D-3DB0-5E5B-6F6C5357DA27}"/>
              </a:ext>
            </a:extLst>
          </p:cNvPr>
          <p:cNvSpPr txBox="1"/>
          <p:nvPr/>
        </p:nvSpPr>
        <p:spPr>
          <a:xfrm>
            <a:off x="7373631" y="4278093"/>
            <a:ext cx="1102177" cy="307777"/>
          </a:xfrm>
          <a:prstGeom prst="rect">
            <a:avLst/>
          </a:prstGeom>
          <a:solidFill>
            <a:srgbClr val="E6E6E6">
              <a:alpha val="3882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E314109A-3443-559C-38E2-639BD3CAF2DC}"/>
              </a:ext>
            </a:extLst>
          </p:cNvPr>
          <p:cNvSpPr txBox="1"/>
          <p:nvPr/>
        </p:nvSpPr>
        <p:spPr>
          <a:xfrm>
            <a:off x="6170398" y="4293002"/>
            <a:ext cx="1098418" cy="307777"/>
          </a:xfrm>
          <a:prstGeom prst="rect">
            <a:avLst/>
          </a:prstGeom>
          <a:solidFill>
            <a:srgbClr val="E6E6E6">
              <a:alpha val="3882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0B8A8CDC-70FB-104A-28AB-B343398E185B}"/>
              </a:ext>
            </a:extLst>
          </p:cNvPr>
          <p:cNvSpPr txBox="1"/>
          <p:nvPr/>
        </p:nvSpPr>
        <p:spPr>
          <a:xfrm>
            <a:off x="8557396" y="4293002"/>
            <a:ext cx="1137382" cy="307777"/>
          </a:xfrm>
          <a:prstGeom prst="rect">
            <a:avLst/>
          </a:prstGeom>
          <a:solidFill>
            <a:srgbClr val="E6E6E6">
              <a:alpha val="3882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C5264763-5926-84EC-DCAA-EB79694FCECF}"/>
              </a:ext>
            </a:extLst>
          </p:cNvPr>
          <p:cNvSpPr txBox="1"/>
          <p:nvPr/>
        </p:nvSpPr>
        <p:spPr>
          <a:xfrm>
            <a:off x="9774976" y="4293002"/>
            <a:ext cx="1126787" cy="307777"/>
          </a:xfrm>
          <a:prstGeom prst="rect">
            <a:avLst/>
          </a:prstGeom>
          <a:solidFill>
            <a:srgbClr val="E6E6E6">
              <a:alpha val="3882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0EEDA6C1-F8F8-13AA-45C4-8F87A92FCA84}"/>
                  </a:ext>
                </a:extLst>
              </p:cNvPr>
              <p:cNvSpPr txBox="1"/>
              <p:nvPr/>
            </p:nvSpPr>
            <p:spPr>
              <a:xfrm>
                <a:off x="6123565" y="4027209"/>
                <a:ext cx="114525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000" i="1" noProof="1" dirty="0">
                          <a:latin typeface="Cambria Math" panose="02040503050406030204" pitchFamily="18" charset="0"/>
                        </a:rPr>
                        <m:t>180°≤</m:t>
                      </m:r>
                      <m:sSub>
                        <m:sSubPr>
                          <m:ctrlP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sz="1000" i="1" noProof="1" dirty="0">
                          <a:latin typeface="Cambria Math" panose="02040503050406030204" pitchFamily="18" charset="0"/>
                        </a:rPr>
                        <m:t>≤90°</m:t>
                      </m:r>
                    </m:oMath>
                  </m:oMathPara>
                </a14:m>
                <a:endParaRPr lang="es-ES_tradnl" sz="1000" i="1" noProof="1"/>
              </a:p>
            </p:txBody>
          </p:sp>
        </mc:Choice>
        <mc:Fallback xmlns="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0EEDA6C1-F8F8-13AA-45C4-8F87A92FC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565" y="4027209"/>
                <a:ext cx="1145253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1AEA37AB-E706-BB2B-EB90-A6EF049FC02D}"/>
                  </a:ext>
                </a:extLst>
              </p:cNvPr>
              <p:cNvSpPr txBox="1"/>
              <p:nvPr/>
            </p:nvSpPr>
            <p:spPr>
              <a:xfrm>
                <a:off x="7373630" y="4027209"/>
                <a:ext cx="9722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000" i="1" noProof="1" dirty="0">
                          <a:latin typeface="Cambria Math" panose="02040503050406030204" pitchFamily="18" charset="0"/>
                        </a:rPr>
                        <m:t>90°&lt;</m:t>
                      </m:r>
                      <m:sSub>
                        <m:sSubPr>
                          <m:ctrlP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sz="1000" i="1" noProof="1" dirty="0">
                          <a:latin typeface="Cambria Math" panose="02040503050406030204" pitchFamily="18" charset="0"/>
                        </a:rPr>
                        <m:t>≤0°</m:t>
                      </m:r>
                    </m:oMath>
                  </m:oMathPara>
                </a14:m>
                <a:endParaRPr lang="es-ES_tradnl" sz="1000" i="1" noProof="1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1AEA37AB-E706-BB2B-EB90-A6EF049FC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630" y="4027209"/>
                <a:ext cx="972242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D18EEAB0-DBAC-D903-3DD5-C708848BE787}"/>
                  </a:ext>
                </a:extLst>
              </p:cNvPr>
              <p:cNvSpPr txBox="1"/>
              <p:nvPr/>
            </p:nvSpPr>
            <p:spPr>
              <a:xfrm>
                <a:off x="8549392" y="4032332"/>
                <a:ext cx="106960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>
                  <a:defRPr sz="11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000" noProof="1" dirty="0">
                          <a:latin typeface="Cambria Math" panose="02040503050406030204" pitchFamily="18" charset="0"/>
                        </a:rPr>
                        <m:t>0°&gt;</m:t>
                      </m:r>
                      <m:sSub>
                        <m:sSubPr>
                          <m:ctrlP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000" noProof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_tradnl" sz="1000" noProof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sz="1000" noProof="1" dirty="0">
                          <a:latin typeface="Cambria Math" panose="02040503050406030204" pitchFamily="18" charset="0"/>
                        </a:rPr>
                        <m:t>≥−90°</m:t>
                      </m:r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D18EEAB0-DBAC-D903-3DD5-C708848B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392" y="4032332"/>
                <a:ext cx="1069607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352BC23E-CD39-A335-3331-1465ECA346C7}"/>
                  </a:ext>
                </a:extLst>
              </p:cNvPr>
              <p:cNvSpPr txBox="1"/>
              <p:nvPr/>
            </p:nvSpPr>
            <p:spPr>
              <a:xfrm>
                <a:off x="9698624" y="4024648"/>
                <a:ext cx="128599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de-DE"/>
                </a:defPPr>
                <a:lvl1pPr>
                  <a:defRPr sz="11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000" noProof="1" dirty="0">
                          <a:latin typeface="Cambria Math" panose="02040503050406030204" pitchFamily="18" charset="0"/>
                        </a:rPr>
                        <m:t>−90°&gt;</m:t>
                      </m:r>
                      <m:sSub>
                        <m:sSubPr>
                          <m:ctrlPr>
                            <a:rPr lang="es-ES_tradnl" sz="1000" i="1" noProof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000" noProof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_tradnl" sz="1000" noProof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_tradnl" sz="1000" noProof="1" dirty="0">
                          <a:latin typeface="Cambria Math" panose="02040503050406030204" pitchFamily="18" charset="0"/>
                        </a:rPr>
                        <m:t>≥−180°</m:t>
                      </m:r>
                    </m:oMath>
                  </m:oMathPara>
                </a14:m>
                <a:endParaRPr lang="es-ES_tradnl" sz="1000" noProof="1"/>
              </a:p>
            </p:txBody>
          </p:sp>
        </mc:Choice>
        <mc:Fallback xmlns="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352BC23E-CD39-A335-3331-1465ECA34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624" y="4024648"/>
                <a:ext cx="1285991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Gerade Verbindung 74">
            <a:extLst>
              <a:ext uri="{FF2B5EF4-FFF2-40B4-BE49-F238E27FC236}">
                <a16:creationId xmlns:a16="http://schemas.microsoft.com/office/drawing/2014/main" id="{358AD0CB-0AB9-BF03-FE49-9D859B3D2C76}"/>
              </a:ext>
            </a:extLst>
          </p:cNvPr>
          <p:cNvCxnSpPr/>
          <p:nvPr/>
        </p:nvCxnSpPr>
        <p:spPr>
          <a:xfrm>
            <a:off x="6131523" y="4155441"/>
            <a:ext cx="0" cy="212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5C206636-89C9-01AA-1FA0-20F55842ED9F}"/>
              </a:ext>
            </a:extLst>
          </p:cNvPr>
          <p:cNvCxnSpPr/>
          <p:nvPr/>
        </p:nvCxnSpPr>
        <p:spPr>
          <a:xfrm>
            <a:off x="10944488" y="4126588"/>
            <a:ext cx="0" cy="212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31EE0642-5E2D-D753-B197-7C9BA7423834}"/>
              </a:ext>
            </a:extLst>
          </p:cNvPr>
          <p:cNvCxnSpPr/>
          <p:nvPr/>
        </p:nvCxnSpPr>
        <p:spPr>
          <a:xfrm>
            <a:off x="8518521" y="4147757"/>
            <a:ext cx="0" cy="212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77">
            <a:extLst>
              <a:ext uri="{FF2B5EF4-FFF2-40B4-BE49-F238E27FC236}">
                <a16:creationId xmlns:a16="http://schemas.microsoft.com/office/drawing/2014/main" id="{B51BA439-8958-AEF5-4DEB-0547219EC3A8}"/>
              </a:ext>
            </a:extLst>
          </p:cNvPr>
          <p:cNvCxnSpPr/>
          <p:nvPr/>
        </p:nvCxnSpPr>
        <p:spPr>
          <a:xfrm>
            <a:off x="7325544" y="4148118"/>
            <a:ext cx="0" cy="212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78">
            <a:extLst>
              <a:ext uri="{FF2B5EF4-FFF2-40B4-BE49-F238E27FC236}">
                <a16:creationId xmlns:a16="http://schemas.microsoft.com/office/drawing/2014/main" id="{CB04D0A0-C79A-BA61-7851-3C3C8B9C2898}"/>
              </a:ext>
            </a:extLst>
          </p:cNvPr>
          <p:cNvCxnSpPr/>
          <p:nvPr/>
        </p:nvCxnSpPr>
        <p:spPr>
          <a:xfrm>
            <a:off x="9737496" y="4147757"/>
            <a:ext cx="0" cy="2121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A2DEBBF6-C8FF-21BD-FA58-D7EE1B3C76EC}"/>
              </a:ext>
            </a:extLst>
          </p:cNvPr>
          <p:cNvSpPr txBox="1"/>
          <p:nvPr/>
        </p:nvSpPr>
        <p:spPr>
          <a:xfrm>
            <a:off x="-844952" y="2720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A1A5DBB-ED24-56DA-69B8-CE93F2FD0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1A8D0B-CDFF-1FBF-BF1E-42B4E6FA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883" y="6356350"/>
            <a:ext cx="11450155" cy="365125"/>
          </a:xfrm>
        </p:spPr>
        <p:txBody>
          <a:bodyPr/>
          <a:lstStyle/>
          <a:p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Inteligencia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 Monoarticular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aplicado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manipuladores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móviles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utilizando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aprendizaje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refuerzo</a:t>
            </a:r>
            <a:r>
              <a:rPr lang="de-DE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00313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Macintosh PowerPoint</Application>
  <PresentationFormat>Breitbild</PresentationFormat>
  <Paragraphs>18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2026-03-24T18:52:23Z</dcterms:created>
  <dcterms:modified xsi:type="dcterms:W3CDTF">2026-03-27T10:15:58Z</dcterms:modified>
</cp:coreProperties>
</file>