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60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A25712-797B-874B-04DF-DF870D633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E8CFAEC-783D-C856-D345-B511FE0DF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0F7B9E-6E7F-5E36-80F5-4135CDC3A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71DF71-C655-A1AE-D3DF-DA7E732D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954B09-674D-1A4C-AC84-813EAC505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34009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97A8E5-8822-7AD4-8E97-FD3767FDC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F0DD69-6251-B857-95CA-9E06EC05D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23C52C-A57A-A112-9786-6D887CA9D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D899DC-4B46-80F6-3197-3D264848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9003EA-1F00-9970-95D9-30DC7959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6699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12F6E5-B798-90B9-9E4A-7AA0C2859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1E3C4A-EA1A-C2DC-20DE-AC94272FC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B86D3B-B77F-7CCA-7F7D-BC534BAE6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A2B15A-3220-A4FD-BE65-B51B8FF6D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775F64-69B6-0962-304F-FA0BB99F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6155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8D6E0B-1A3E-B337-EF48-1DE7693AC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A197CE-91DF-60E2-8A17-F36A213A6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D5BCBFD-3D22-AD1E-574E-42BF202BE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026D43-FBAA-E12D-5754-F0338803E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6922C6-4D31-77DB-5E58-B67C26F2E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5F02B6-15C0-8790-C1D8-A8841047D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6748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703EEB-3201-5CA5-97C7-CE63EA98B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0F1A6E-2E42-D486-3A56-F9A6A52B6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D9D7927-485B-B1E7-A7D8-5862CF0A7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C7133EB-39B2-C019-BC97-4CB0FF1F3C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21A2520-5A4C-B51F-7A0F-716F54F55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A4768FC-D91B-4114-17E7-B04107655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80D16F8-0223-CD8A-8467-FE78319E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146858-FB6E-2CAD-D115-A9D3BB0AF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51663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1FDBDB-5FAC-51BB-0B26-120492187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67C6A06-83D1-09D7-7B58-F11577C95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D868C1D-61FF-F430-FF53-23579947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0A3A159-E8D2-B2BA-134D-44734FCD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979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D83CA83-1DB7-033B-6E43-3AB35832B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11605A4-6915-5649-2F6B-5B08A713A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A43D14-48B3-BD6E-C9AE-3A96A5596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475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8FF6CB-6EC5-FE18-CA18-22381596B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08D2DA-6D2F-39FA-516C-F8BDE618A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6200B55-E0EE-4ED7-6EA2-DD961A26A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6F3374-B23E-B66D-12C1-2B942B44E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B7C9EA-D1CE-0068-E107-6BF7B4B0E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C0A7CB2-345F-791F-08BB-3A472BF2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21283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D8F793-36E3-6CE2-EF61-44102DE88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C9F40E0-07E7-FF52-46C7-3366C6DDE0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FE6181-1E29-1633-86C4-F0E7AA3B3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FBBBD65-C18F-8ACF-2EE9-E0C0B989F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FBE85D-F09C-96D1-4021-4B810E3E0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60C5993-F366-4B67-D6D5-FF39D34A0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40547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90AA31-E8EB-D03A-55CD-9B232C5EB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BF35095-6633-2AA9-80DF-1BD4B4764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641DF7-659B-C6AC-6E3D-DE3836D7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D3DE70-2C14-20B2-F18A-70E034B54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3CC847-2906-2B6A-C7A5-D5D399B29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4876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105D86B-9F4F-95A8-511C-0A085DA764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5F97F0-A911-BE24-2C5E-BA89FCDEA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5A8A60-2B6B-8549-A816-0DC06D89A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829D-0360-594C-8C7A-0C82DAE69D1D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742D54-7790-A088-113B-596DAD2A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080D84-1A88-69A1-EB83-44DFD46B9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98174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9595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8A3C778-9D6A-2707-636B-BF1268E78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9BB200-95DE-841A-A311-9555880B5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EFA2F2-11E0-5F4A-678F-87F0F7B62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C5829D-0360-594C-8C7A-0C82DAE69D1D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21111A-ACEC-3B31-EB13-7EC7F7F56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9F8A9E-97CA-9E15-B9E4-A5753C3F0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FCC16A-2D52-0F4A-A397-1720324FFA5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697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9E2F7-0515-EA2F-F2F7-022AD3BF5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6CB2C2-3CE1-8F32-047E-A40F048F74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5462" y="1377414"/>
            <a:ext cx="9458516" cy="449263"/>
          </a:xfrm>
        </p:spPr>
        <p:txBody>
          <a:bodyPr>
            <a:normAutofit/>
          </a:bodyPr>
          <a:lstStyle/>
          <a:p>
            <a:r>
              <a:rPr lang="es-ES_tradnl" dirty="0"/>
              <a:t>Comparación en el domino Angular : PID vs Controlador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E2D87A7-BE70-8B16-E63A-B5BCFB056E0E}"/>
              </a:ext>
            </a:extLst>
          </p:cNvPr>
          <p:cNvSpPr txBox="1"/>
          <p:nvPr/>
        </p:nvSpPr>
        <p:spPr>
          <a:xfrm>
            <a:off x="1092363" y="5180292"/>
            <a:ext cx="95231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Symbol" pitchFamily="2" charset="2"/>
              <a:buChar char="-"/>
            </a:pP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controlador RL reduce significativamente la brecha con el PID, alcanzando un desempeño comparable en plataforma plana (</a:t>
            </a:r>
            <a:r>
              <a:rPr lang="es-ES_tradnl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≈ 31° en ambos casos</a:t>
            </a: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plataforma inclinada, el RL mantiene un error inferior (</a:t>
            </a:r>
            <a:r>
              <a:rPr lang="es-ES_tradnl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31.5°</a:t>
            </a: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frente al PID (</a:t>
            </a:r>
            <a:r>
              <a:rPr lang="es-ES_tradnl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40.5°</a:t>
            </a: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mostrando mejor adaptación bajo carga gravitacional.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PID conserva una respuesta más suave, pero el RL presenta </a:t>
            </a:r>
            <a:r>
              <a:rPr lang="es-ES_tradnl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mejor capacidad de generalización en condiciones perturbadas</a:t>
            </a: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2155503-E086-DCBD-7119-DEF9BBB7D29F}"/>
              </a:ext>
            </a:extLst>
          </p:cNvPr>
          <p:cNvSpPr txBox="1"/>
          <p:nvPr/>
        </p:nvSpPr>
        <p:spPr>
          <a:xfrm>
            <a:off x="9418150" y="4918682"/>
            <a:ext cx="16814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=-10°</a:t>
            </a:r>
            <a:endParaRPr lang="es-ES_tradnl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EC50BD6-DDDB-5642-254A-969CD13BD383}"/>
              </a:ext>
            </a:extLst>
          </p:cNvPr>
          <p:cNvSpPr txBox="1"/>
          <p:nvPr/>
        </p:nvSpPr>
        <p:spPr>
          <a:xfrm>
            <a:off x="4732014" y="4862769"/>
            <a:ext cx="16814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=0°</a:t>
            </a:r>
            <a:endParaRPr lang="es-ES_tradnl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A3341852-7F13-ABAA-9C1B-77E4080A945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F3F7F50-CE81-D440-BBAC-C665BEF8C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1" y="1939319"/>
            <a:ext cx="4943928" cy="296875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8089DF7-68CF-161B-A184-37EA2E280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70" y="1964065"/>
            <a:ext cx="4651930" cy="289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09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Macintosh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Symbol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2026-03-29T07:42:16Z</dcterms:created>
  <dcterms:modified xsi:type="dcterms:W3CDTF">2026-03-29T07:43:12Z</dcterms:modified>
</cp:coreProperties>
</file>