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5015"/>
    <a:srgbClr val="F2F2F2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9"/>
    <p:restoredTop sz="94712"/>
  </p:normalViewPr>
  <p:slideViewPr>
    <p:cSldViewPr snapToGrid="0">
      <p:cViewPr>
        <p:scale>
          <a:sx n="130" d="100"/>
          <a:sy n="130" d="100"/>
        </p:scale>
        <p:origin x="11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C21370-A9D7-50BD-47F2-53C1CCCEE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595D60-B708-E79D-9195-FAF8BBEEE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29E3959-91F8-088E-85E7-C6508936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56EBEF-AF9E-2E10-E925-6AC0D1AC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055F49-4E0E-72F2-39F5-11214011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3435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03D889-3B77-A14E-6B67-58179525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A669B7-50E7-38C7-F66D-41C19C883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5A8B40-A0E9-F96C-F1C2-AC2030A6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7A645E-6D24-354D-4D27-D5145C3E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8AE110-9921-DE0F-C182-8280A4243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275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ADDF81-97A2-917E-BE85-4B90B2C92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6CFB53-0F07-05AC-7260-BFEF44F61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E5938D-226D-4744-D3E9-EDADA679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0F39E8-3CAF-3F6D-F61D-29DD9582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F12F50-FB12-281E-B5FC-50FC59802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8247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94DD1C-9135-FBE5-E78F-BDC3C4DC6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A726D8-6FFC-10D7-DCEF-6F5B10887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FF3C19D-A3CA-B58F-DD47-339DF2018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A3EC36-08BA-1C94-7CBC-8324D8320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599465-2C93-C9D8-928A-26F377D3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CF8C3C-AB57-7222-A1B6-DE9650F7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252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C4B1E0-79F2-0375-3FB6-EBF8EFE6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97BF7B8-521A-2EFB-84DC-DBA06E028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F875D7-5B5E-C911-F65C-3F7AED393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82E3FB-146F-16E4-8E05-F3B58D88E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0341068-908E-E945-68DC-9430EE832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73BF3F6-F3DB-6F2C-1DE9-4E96DABA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5ED29B-7B7C-06C5-FD08-C7FE749FE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18CD9D-5961-A524-84E6-8E2F7592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867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80AB60-F410-5421-C20B-0485529C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26E32A8-6FDF-50D4-4ADF-C242D4D80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56ABAC-5761-5AAA-7E56-A4F92A4E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E61CD85-C314-C68F-1D46-8DA904D3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9034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8429C66-CD8F-39E7-833D-679298BA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361647-83B0-899B-3BD1-46291EE8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8AD53A-A6F8-FD79-EBF8-38E4392A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1966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A002B-0E1B-2AB3-63B8-AF93C028D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39BD3F-BC51-F051-0C9C-082C08DF8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F0C1A8-2582-6D50-9563-AF26A7F2B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207208-4E0C-F318-AC1D-C3BA33CE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55ED0A-FB9D-AAD1-5EAD-2C8F5D36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807755-4710-94FE-9F21-279F3E76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5025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53248-FDB9-831D-39DA-9A505D8C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5B82044-B407-F7F3-93C0-36E0052CD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F237E8E-DDFD-5152-54FA-C49858164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2B7733-0B0C-8BD5-E3B7-F3EF48CDD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D3C7F0-A6CC-6D99-6C92-2E10BFAB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DB5785-688D-7C51-C6FC-10763E79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9962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C661E-4590-397C-9E2A-41F80D7E2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5ECD606-2D29-7EF7-AF72-9DDCFAC62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47B08-3329-FE4B-C4D1-8213675F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612E53-27BA-B28F-7603-2386FFC5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F6C40A-BA08-9262-C0E0-490F2DD7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17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CAC0F63-6DF8-C431-1BE5-2F97BDF78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5E8F121-73AA-18DF-2660-9AE632D7E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A92BE3-DF8E-9462-CF93-AA0CF75B6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0A6F1E-1FBB-F3C8-B40D-8F9583F4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DDDDCB-F7CE-C170-3895-C60CDA50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4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B024C17-29AC-E0B1-DDFE-A853C453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218BE1-2412-5E95-6C22-C9DA71ED4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710D87-77EB-F102-E7C2-A36A591EA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2DB3A8-5CF2-C74A-BE95-3A9F9E72FC68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2E92EB-D4DC-97D2-F272-1B3E66A0C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982836-13A9-2E1E-AFAF-E9A6E2B95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78393-5023-C048-800F-BE1F3BEE0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820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emf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CD9E1-C092-E0F4-74F5-C05A325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1255A3E4-A896-9D1C-24AC-7B94EDD0E717}"/>
              </a:ext>
            </a:extLst>
          </p:cNvPr>
          <p:cNvSpPr/>
          <p:nvPr/>
        </p:nvSpPr>
        <p:spPr>
          <a:xfrm>
            <a:off x="-3818" y="-7820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D3840F50-B69A-CB6F-ECB3-786757713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7"/>
            <a:ext cx="1732790" cy="866395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F521D2A8-0C16-75AC-BAA1-2F1B1BF25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3"/>
            <a:ext cx="1465024" cy="10575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le 6">
                <a:extLst>
                  <a:ext uri="{FF2B5EF4-FFF2-40B4-BE49-F238E27FC236}">
                    <a16:creationId xmlns:a16="http://schemas.microsoft.com/office/drawing/2014/main" id="{173BC4E4-020D-5305-8920-181D755BE7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704000"/>
                  </p:ext>
                </p:extLst>
              </p:nvPr>
            </p:nvGraphicFramePr>
            <p:xfrm>
              <a:off x="6674512" y="2660035"/>
              <a:ext cx="5190134" cy="317576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3000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-20.5155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" sz="9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-30.3965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" sz="9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1.8e+06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0.0045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-11.6358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0.0045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" sz="9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  <a:endParaRPr lang="de-DE" sz="900" b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900" b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  <a:endParaRPr lang="de-DE" sz="900" b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" sz="9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" sz="9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0.447214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" sz="9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" sz="9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-Inf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-Inf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Inf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Inf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1.2011e-07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90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" sz="9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le 6">
                <a:extLst>
                  <a:ext uri="{FF2B5EF4-FFF2-40B4-BE49-F238E27FC236}">
                    <a16:creationId xmlns:a16="http://schemas.microsoft.com/office/drawing/2014/main" id="{173BC4E4-020D-5305-8920-181D755BE7E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704000"/>
                  </p:ext>
                </p:extLst>
              </p:nvPr>
            </p:nvGraphicFramePr>
            <p:xfrm>
              <a:off x="6674512" y="2660035"/>
              <a:ext cx="5190134" cy="317576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2083" t="-227273" r="-556250" b="-20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3000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46512" t="-227273" r="-111628" b="-20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2083" t="-163636" r="-556250" b="-9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-20.5155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46512" t="-163636" r="-111628" b="-9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2083" t="-527273" r="-556250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-30.3965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46512" t="-527273" r="-111628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2083" t="-727273" r="-556250" b="-15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1.8e+06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46512" t="-827273" r="-111628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0.0045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2083" t="-927273" r="-556250" b="-13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-11.6358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46512" t="-1027273" r="-111628" b="-1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0.0045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46512" t="-642857" r="-111628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  <a:endParaRPr lang="de-DE" sz="900" b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900" b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1" kern="12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  <a:endParaRPr lang="de-DE" sz="900" b="1" kern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202083" t="-1718182" r="-556250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46512" t="-1718182" r="-111628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0.447214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202083" t="-1818182" r="-556250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46512" t="-1818182" r="-111628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-Inf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-Inf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Inf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Inf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202083" t="-2109091" r="-556250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1.2011e-07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46512" t="-2109091" r="-111628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de-DE" sz="1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202083" t="-2209091" r="-556250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de-DE" sz="12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746512" t="-2209091" r="-111628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" sz="90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de-DE" sz="12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Grafik 8">
            <a:extLst>
              <a:ext uri="{FF2B5EF4-FFF2-40B4-BE49-F238E27FC236}">
                <a16:creationId xmlns:a16="http://schemas.microsoft.com/office/drawing/2014/main" id="{BD88ADE7-0015-2CAE-8500-96128C2D4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914" y="2544577"/>
            <a:ext cx="6344975" cy="3628098"/>
          </a:xfrm>
          <a:prstGeom prst="rect">
            <a:avLst/>
          </a:prstGeom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DA0C6A7-BD7C-6313-001D-A73E7E8F4612}"/>
              </a:ext>
            </a:extLst>
          </p:cNvPr>
          <p:cNvGrpSpPr/>
          <p:nvPr/>
        </p:nvGrpSpPr>
        <p:grpSpPr>
          <a:xfrm>
            <a:off x="86922" y="1117023"/>
            <a:ext cx="1275466" cy="1149452"/>
            <a:chOff x="7954338" y="203337"/>
            <a:chExt cx="1275466" cy="1149452"/>
          </a:xfrm>
        </p:grpSpPr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B8CA2109-B96E-D2A4-C356-158AD472D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2679" t="14811" r="19766" b="18544"/>
            <a:stretch>
              <a:fillRect/>
            </a:stretch>
          </p:blipFill>
          <p:spPr>
            <a:xfrm>
              <a:off x="7954338" y="203337"/>
              <a:ext cx="1275466" cy="1149452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B266FAB8-F07A-BC2E-C229-661928E15AE2}"/>
                </a:ext>
              </a:extLst>
            </p:cNvPr>
            <p:cNvSpPr txBox="1"/>
            <p:nvPr/>
          </p:nvSpPr>
          <p:spPr>
            <a:xfrm>
              <a:off x="8496319" y="1024996"/>
              <a:ext cx="5068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1100" dirty="0"/>
                <a:t>(TD3)</a:t>
              </a:r>
            </a:p>
          </p:txBody>
        </p:sp>
      </p:grpSp>
      <p:sp>
        <p:nvSpPr>
          <p:cNvPr id="12" name="Textfeld 11">
            <a:extLst>
              <a:ext uri="{FF2B5EF4-FFF2-40B4-BE49-F238E27FC236}">
                <a16:creationId xmlns:a16="http://schemas.microsoft.com/office/drawing/2014/main" id="{EAACE1AB-5F22-0E73-0AD9-D92D08144926}"/>
              </a:ext>
            </a:extLst>
          </p:cNvPr>
          <p:cNvSpPr txBox="1"/>
          <p:nvPr/>
        </p:nvSpPr>
        <p:spPr>
          <a:xfrm>
            <a:off x="1263534" y="1414090"/>
            <a:ext cx="827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Curva de Aprendizaje y Métricas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B4559C4-3EDA-6CDB-33CB-E144C462B232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dirty="0"/>
          </a:p>
        </p:txBody>
      </p:sp>
      <p:cxnSp>
        <p:nvCxnSpPr>
          <p:cNvPr id="27" name="Gerade Verbindung 26">
            <a:extLst>
              <a:ext uri="{FF2B5EF4-FFF2-40B4-BE49-F238E27FC236}">
                <a16:creationId xmlns:a16="http://schemas.microsoft.com/office/drawing/2014/main" id="{4D00526E-83AF-89B7-9D5D-48A23CF89ECA}"/>
              </a:ext>
            </a:extLst>
          </p:cNvPr>
          <p:cNvCxnSpPr>
            <a:cxnSpLocks/>
          </p:cNvCxnSpPr>
          <p:nvPr/>
        </p:nvCxnSpPr>
        <p:spPr>
          <a:xfrm>
            <a:off x="1362388" y="1850693"/>
            <a:ext cx="9103785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E2610527-42E1-826E-9850-8764DE5F1E56}"/>
              </a:ext>
            </a:extLst>
          </p:cNvPr>
          <p:cNvSpPr txBox="1"/>
          <p:nvPr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FASE 3 – Agente 1. Caso Buffer Length</a:t>
            </a:r>
          </a:p>
        </p:txBody>
      </p:sp>
    </p:spTree>
    <p:extLst>
      <p:ext uri="{BB962C8B-B14F-4D97-AF65-F5344CB8AC3E}">
        <p14:creationId xmlns:p14="http://schemas.microsoft.com/office/powerpoint/2010/main" val="25799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Macintosh PowerPoint</Application>
  <PresentationFormat>Breitbild</PresentationFormat>
  <Paragraphs>138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26</cp:revision>
  <dcterms:created xsi:type="dcterms:W3CDTF">2026-03-01T05:35:01Z</dcterms:created>
  <dcterms:modified xsi:type="dcterms:W3CDTF">2026-03-19T06:43:35Z</dcterms:modified>
</cp:coreProperties>
</file>