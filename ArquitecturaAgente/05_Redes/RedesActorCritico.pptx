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693" r:id="rId2"/>
    <p:sldId id="694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01" d="100"/>
          <a:sy n="101" d="100"/>
        </p:scale>
        <p:origin x="1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BF7888-BC83-90E5-2130-399E2399B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24D068F-AF1C-6542-BD55-DC3B591C3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C1DA53-0CAC-E008-E1DD-C594ADD1C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3AAA-1C5B-4446-A76A-ED47572ACAD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BC8A50-EE48-B1D5-A000-60BA22589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8AA906-CEE9-EB3E-856E-2BD240AF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35B67-4870-C24B-B160-C2A88E6DDBA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73973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09C35B-1C37-D442-E1FF-983542690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BDE4EA-37A4-F2BE-F8EA-ECC5D5265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99ADB9-5BAE-57CC-FE97-3A1AF6840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3AAA-1C5B-4446-A76A-ED47572ACAD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71F32F-AE3A-BE59-260C-12B963EA8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7FA16E-CAB0-E299-F7E3-237A7F6F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35B67-4870-C24B-B160-C2A88E6DDBA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64082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ED7F0E-246D-0906-DCCF-5C9528D35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51A385-BEE5-020A-E6C6-06942D403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428CCA-7D9F-87EF-8474-99BF1C651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3AAA-1C5B-4446-A76A-ED47572ACAD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D6748A-2908-4095-C396-2831B19F2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2FF3D7-9714-399F-9B97-A7CEEAA1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35B67-4870-C24B-B160-C2A88E6DDBA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903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89943A-1336-80D3-13E4-BE2A64253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8967B7-B403-A39C-8B10-75E9832B8D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8C2A533-50D0-7041-96B1-EF81C5E30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6406E3-6B75-41FA-DB45-3EE3AA76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3AAA-1C5B-4446-A76A-ED47572ACAD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655196-9707-E8D5-16AF-AEA408C5D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6DF7869-D9BE-7A24-094E-E7780A6B3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35B67-4870-C24B-B160-C2A88E6DDBA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9397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9AB5F8-3D54-99B9-8C64-151A2AA19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FAFC3D-1C19-9FA8-563F-A3F3F204E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258E496-D98A-626A-314E-32A87BBB1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9CEAACA-2258-02D9-CAC0-C4AB2CD33D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4524DC3-E78C-C48B-6DEC-03C847DB01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7BD4592-6464-B7FE-7E98-5E861C98F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3AAA-1C5B-4446-A76A-ED47572ACAD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EC7754F-9DE3-FF19-2C72-4AE8CC5D2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2F407EF-7B1F-F870-4216-1F79BC096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35B67-4870-C24B-B160-C2A88E6DDBA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43294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217545-3CB5-CA55-986D-6ED612B7D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3753144-E9E5-6FA4-BBA8-A8B5AF349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3AAA-1C5B-4446-A76A-ED47572ACAD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434849-5A1C-12AC-3B44-786C83357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2DD1E1B-BFF1-41EE-C12E-C7B7E41BD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35B67-4870-C24B-B160-C2A88E6DDBA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09751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BB0A970-35B1-F129-FE9D-3883564B8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3AAA-1C5B-4446-A76A-ED47572ACAD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6F67300-E298-F0DD-FC1A-515A1385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04A8B5-4FE1-3084-7C32-39483726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35B67-4870-C24B-B160-C2A88E6DDBA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3870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EB25FA-C128-F6E0-FCAB-4CBCB28CF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33C3A8-43C9-FF75-8FB7-F73C9DA20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F01B0A2-FB70-4779-23D6-CDB3408F2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0F3D23A-1B18-D450-AB68-C8A52EA1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3AAA-1C5B-4446-A76A-ED47572ACAD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8CFFEA-E881-0E90-14AB-BE03A92A7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59EF7E-9517-4369-3D59-2F098C8D9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35B67-4870-C24B-B160-C2A88E6DDBA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7523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B05E81-F783-A57D-1A65-3C530055F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8610781-5217-7752-F6A6-3D155F9134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AB6564-2A85-1AD1-F8BA-3433026F5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22692C-C256-2E36-1B01-4068BDF0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3AAA-1C5B-4446-A76A-ED47572ACAD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E3BAFB-78F1-9375-FC3C-E034283D5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E3243D-500C-E48C-8C32-1AFE0D912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35B67-4870-C24B-B160-C2A88E6DDBA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04889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4802EA-C540-5C69-767D-1211B7633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38F3C98-F953-02A8-3F8C-510B0E77D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527925-049E-720D-191D-B4B5C90B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3AAA-1C5B-4446-A76A-ED47572ACAD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051713-C20F-2690-9141-658FED901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037D88-589F-966E-AD8C-2DF952184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35B67-4870-C24B-B160-C2A88E6DDBA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30353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83B21DE-848F-CBD4-183A-71A50F23C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ACA74F1-4A8C-9A0F-B27F-6ECAABD47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155938-FFDD-0FAF-197A-744ED8CB9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3AAA-1C5B-4446-A76A-ED47572ACAD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20BF90-47FC-9C43-793A-E8ECF84D1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DC390D-AA9D-C4F7-3DFE-5143BFDF3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35B67-4870-C24B-B160-C2A88E6DDBA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80983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5408FFE-A7A8-FF0F-BD2A-B1EB52B96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997FFE-E109-9B9D-BE48-87069B6C3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D21A84-06C2-727B-A784-9FB6A8EAFF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63AAA-1C5B-4446-A76A-ED47572ACAD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EA9EC5-0343-63D8-94EA-EF57ECCC77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9A422E-222D-27D4-CC10-0321C4110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135B67-4870-C24B-B160-C2A88E6DDBA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8651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3F241-6210-281B-E05B-11D2997CD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377ADB1E-DBC3-7387-2104-F69934A9128F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8051DE3A-80A5-0180-55B5-ABCED7861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A1B10BDE-B74E-4654-29A3-8EB7E574C0CF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Arquitectura TD3. Actor 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1B26EE17-ABBB-EFA9-2959-3F392FE7E30E}"/>
              </a:ext>
            </a:extLst>
          </p:cNvPr>
          <p:cNvSpPr txBox="1">
            <a:spLocks/>
          </p:cNvSpPr>
          <p:nvPr/>
        </p:nvSpPr>
        <p:spPr>
          <a:xfrm>
            <a:off x="313004" y="6528756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C7F47A6-66C3-9896-BDDC-4E5B488FEF32}"/>
              </a:ext>
            </a:extLst>
          </p:cNvPr>
          <p:cNvSpPr/>
          <p:nvPr/>
        </p:nvSpPr>
        <p:spPr>
          <a:xfrm>
            <a:off x="4039947" y="2671737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93BB525-C067-BDA6-F45A-7505199233B2}"/>
              </a:ext>
            </a:extLst>
          </p:cNvPr>
          <p:cNvSpPr/>
          <p:nvPr/>
        </p:nvSpPr>
        <p:spPr>
          <a:xfrm>
            <a:off x="4879272" y="2506172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B221FA7-26AF-E7EF-CD2D-E05793D7A539}"/>
              </a:ext>
            </a:extLst>
          </p:cNvPr>
          <p:cNvSpPr/>
          <p:nvPr/>
        </p:nvSpPr>
        <p:spPr>
          <a:xfrm>
            <a:off x="4864588" y="2875883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58C0846-06D2-463C-230F-85A96B8F412B}"/>
              </a:ext>
            </a:extLst>
          </p:cNvPr>
          <p:cNvSpPr/>
          <p:nvPr/>
        </p:nvSpPr>
        <p:spPr>
          <a:xfrm>
            <a:off x="4879272" y="3248223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D5C6594-FB8C-D5C6-74D6-6D9AC11DFE22}"/>
              </a:ext>
            </a:extLst>
          </p:cNvPr>
          <p:cNvSpPr/>
          <p:nvPr/>
        </p:nvSpPr>
        <p:spPr>
          <a:xfrm>
            <a:off x="4879272" y="2111668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625A4CE5-CCEF-C5DE-14E5-1B08BD9CAD71}"/>
              </a:ext>
            </a:extLst>
          </p:cNvPr>
          <p:cNvCxnSpPr>
            <a:stCxn id="21" idx="6"/>
            <a:endCxn id="25" idx="2"/>
          </p:cNvCxnSpPr>
          <p:nvPr/>
        </p:nvCxnSpPr>
        <p:spPr>
          <a:xfrm flipV="1">
            <a:off x="5217938" y="2281000"/>
            <a:ext cx="890854" cy="1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27BF47EC-ACB7-EA38-220C-017A814F25DB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>
            <a:off x="5217938" y="2281001"/>
            <a:ext cx="894325" cy="385432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F2BB98E4-7BE5-9F37-7F4A-81672C2C6033}"/>
              </a:ext>
            </a:extLst>
          </p:cNvPr>
          <p:cNvCxnSpPr>
            <a:cxnSpLocks/>
            <a:stCxn id="21" idx="6"/>
            <a:endCxn id="23" idx="2"/>
          </p:cNvCxnSpPr>
          <p:nvPr/>
        </p:nvCxnSpPr>
        <p:spPr>
          <a:xfrm>
            <a:off x="5217938" y="2281001"/>
            <a:ext cx="894325" cy="746657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9257A350-7736-337A-E7FB-20C5798F2DAE}"/>
              </a:ext>
            </a:extLst>
          </p:cNvPr>
          <p:cNvCxnSpPr>
            <a:cxnSpLocks/>
            <a:stCxn id="21" idx="6"/>
            <a:endCxn id="24" idx="2"/>
          </p:cNvCxnSpPr>
          <p:nvPr/>
        </p:nvCxnSpPr>
        <p:spPr>
          <a:xfrm>
            <a:off x="5217938" y="2281001"/>
            <a:ext cx="901267" cy="1136555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01A7D794-59B6-C6CE-029E-D5E667C78F6B}"/>
              </a:ext>
            </a:extLst>
          </p:cNvPr>
          <p:cNvCxnSpPr>
            <a:cxnSpLocks/>
            <a:stCxn id="17" idx="6"/>
            <a:endCxn id="25" idx="2"/>
          </p:cNvCxnSpPr>
          <p:nvPr/>
        </p:nvCxnSpPr>
        <p:spPr>
          <a:xfrm flipV="1">
            <a:off x="5217938" y="2281000"/>
            <a:ext cx="890854" cy="394505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27FF135C-6C91-F954-F8D0-BC272457445B}"/>
              </a:ext>
            </a:extLst>
          </p:cNvPr>
          <p:cNvCxnSpPr>
            <a:cxnSpLocks/>
            <a:stCxn id="18" idx="6"/>
            <a:endCxn id="25" idx="2"/>
          </p:cNvCxnSpPr>
          <p:nvPr/>
        </p:nvCxnSpPr>
        <p:spPr>
          <a:xfrm flipV="1">
            <a:off x="5203254" y="2281000"/>
            <a:ext cx="905538" cy="76421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A612F559-A125-F237-B9B0-74C3CEF88A3F}"/>
              </a:ext>
            </a:extLst>
          </p:cNvPr>
          <p:cNvCxnSpPr>
            <a:cxnSpLocks/>
            <a:stCxn id="17" idx="6"/>
            <a:endCxn id="22" idx="2"/>
          </p:cNvCxnSpPr>
          <p:nvPr/>
        </p:nvCxnSpPr>
        <p:spPr>
          <a:xfrm flipV="1">
            <a:off x="5217938" y="2666433"/>
            <a:ext cx="894325" cy="9072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8ABA100D-8EFC-7A9D-A7E5-D464E62CBC70}"/>
              </a:ext>
            </a:extLst>
          </p:cNvPr>
          <p:cNvCxnSpPr>
            <a:cxnSpLocks/>
            <a:stCxn id="17" idx="6"/>
            <a:endCxn id="23" idx="2"/>
          </p:cNvCxnSpPr>
          <p:nvPr/>
        </p:nvCxnSpPr>
        <p:spPr>
          <a:xfrm>
            <a:off x="5217938" y="2675505"/>
            <a:ext cx="894325" cy="352153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7F206F99-D12F-F250-D3A6-34AFF71666A1}"/>
              </a:ext>
            </a:extLst>
          </p:cNvPr>
          <p:cNvCxnSpPr>
            <a:cxnSpLocks/>
            <a:stCxn id="17" idx="6"/>
            <a:endCxn id="24" idx="2"/>
          </p:cNvCxnSpPr>
          <p:nvPr/>
        </p:nvCxnSpPr>
        <p:spPr>
          <a:xfrm>
            <a:off x="5217938" y="2675505"/>
            <a:ext cx="901267" cy="742051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8E706F8F-D858-EC70-4FA5-123404CDED7B}"/>
              </a:ext>
            </a:extLst>
          </p:cNvPr>
          <p:cNvCxnSpPr>
            <a:cxnSpLocks/>
            <a:stCxn id="19" idx="6"/>
            <a:endCxn id="25" idx="2"/>
          </p:cNvCxnSpPr>
          <p:nvPr/>
        </p:nvCxnSpPr>
        <p:spPr>
          <a:xfrm flipV="1">
            <a:off x="5217938" y="2281000"/>
            <a:ext cx="890854" cy="113655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DB66EAFF-E64D-FB10-019E-9A9DA2DD5628}"/>
              </a:ext>
            </a:extLst>
          </p:cNvPr>
          <p:cNvCxnSpPr>
            <a:cxnSpLocks/>
            <a:stCxn id="18" idx="6"/>
            <a:endCxn id="23" idx="2"/>
          </p:cNvCxnSpPr>
          <p:nvPr/>
        </p:nvCxnSpPr>
        <p:spPr>
          <a:xfrm flipV="1">
            <a:off x="5203254" y="3027658"/>
            <a:ext cx="909009" cy="17558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87FB16F9-55EA-474B-41DA-30F4B9DD4C7C}"/>
              </a:ext>
            </a:extLst>
          </p:cNvPr>
          <p:cNvCxnSpPr>
            <a:cxnSpLocks/>
            <a:stCxn id="19" idx="6"/>
            <a:endCxn id="22" idx="2"/>
          </p:cNvCxnSpPr>
          <p:nvPr/>
        </p:nvCxnSpPr>
        <p:spPr>
          <a:xfrm flipV="1">
            <a:off x="5217938" y="2666433"/>
            <a:ext cx="894325" cy="751123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A90DA542-A06A-455A-C473-23B8ECA0AD05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>
            <a:off x="5203254" y="3045216"/>
            <a:ext cx="915951" cy="372340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16CD16D5-F9ED-241B-D3F6-1A49313A9955}"/>
              </a:ext>
            </a:extLst>
          </p:cNvPr>
          <p:cNvCxnSpPr>
            <a:cxnSpLocks/>
            <a:stCxn id="18" idx="6"/>
            <a:endCxn id="22" idx="2"/>
          </p:cNvCxnSpPr>
          <p:nvPr/>
        </p:nvCxnSpPr>
        <p:spPr>
          <a:xfrm flipV="1">
            <a:off x="5203254" y="2666433"/>
            <a:ext cx="909009" cy="378783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B0300343-12CB-5ED1-AB5B-50C3165C9E0E}"/>
              </a:ext>
            </a:extLst>
          </p:cNvPr>
          <p:cNvCxnSpPr>
            <a:cxnSpLocks/>
            <a:stCxn id="19" idx="6"/>
            <a:endCxn id="24" idx="2"/>
          </p:cNvCxnSpPr>
          <p:nvPr/>
        </p:nvCxnSpPr>
        <p:spPr>
          <a:xfrm>
            <a:off x="5217938" y="3417556"/>
            <a:ext cx="901267" cy="0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Gerade Verbindung mit Pfeil 84">
            <a:extLst>
              <a:ext uri="{FF2B5EF4-FFF2-40B4-BE49-F238E27FC236}">
                <a16:creationId xmlns:a16="http://schemas.microsoft.com/office/drawing/2014/main" id="{1EEE8F1A-37CF-B1B0-21EC-3D60368533FB}"/>
              </a:ext>
            </a:extLst>
          </p:cNvPr>
          <p:cNvCxnSpPr>
            <a:cxnSpLocks/>
            <a:stCxn id="19" idx="6"/>
            <a:endCxn id="23" idx="2"/>
          </p:cNvCxnSpPr>
          <p:nvPr/>
        </p:nvCxnSpPr>
        <p:spPr>
          <a:xfrm flipV="1">
            <a:off x="5217938" y="3027658"/>
            <a:ext cx="894325" cy="389898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4C934244-16EC-4BB3-4461-F8184722FC11}"/>
              </a:ext>
            </a:extLst>
          </p:cNvPr>
          <p:cNvCxnSpPr>
            <a:cxnSpLocks/>
            <a:stCxn id="15" idx="6"/>
            <a:endCxn id="21" idx="2"/>
          </p:cNvCxnSpPr>
          <p:nvPr/>
        </p:nvCxnSpPr>
        <p:spPr>
          <a:xfrm flipV="1">
            <a:off x="4378613" y="2281001"/>
            <a:ext cx="500659" cy="560069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B04D2300-E03E-F154-14DC-452E3DD3AA19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 flipV="1">
            <a:off x="4378613" y="2675505"/>
            <a:ext cx="500659" cy="165565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Gerade Verbindung mit Pfeil 121">
            <a:extLst>
              <a:ext uri="{FF2B5EF4-FFF2-40B4-BE49-F238E27FC236}">
                <a16:creationId xmlns:a16="http://schemas.microsoft.com/office/drawing/2014/main" id="{D648626B-F8E1-4B8A-E3FE-EC6D9316ED3D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>
          <a:xfrm>
            <a:off x="4378613" y="2841070"/>
            <a:ext cx="485975" cy="20414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D6EEADD6-657B-10CE-FC6A-BDE49216A907}"/>
              </a:ext>
            </a:extLst>
          </p:cNvPr>
          <p:cNvCxnSpPr>
            <a:cxnSpLocks/>
            <a:stCxn id="15" idx="6"/>
            <a:endCxn id="19" idx="2"/>
          </p:cNvCxnSpPr>
          <p:nvPr/>
        </p:nvCxnSpPr>
        <p:spPr>
          <a:xfrm>
            <a:off x="4378613" y="2841070"/>
            <a:ext cx="500659" cy="57648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30A98797-B1E2-B5F8-A695-7B1CF6A1EBE1}"/>
              </a:ext>
            </a:extLst>
          </p:cNvPr>
          <p:cNvSpPr/>
          <p:nvPr/>
        </p:nvSpPr>
        <p:spPr>
          <a:xfrm>
            <a:off x="6119205" y="3248223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B8F0F8-4C24-F914-225F-14C4C1034044}"/>
              </a:ext>
            </a:extLst>
          </p:cNvPr>
          <p:cNvSpPr/>
          <p:nvPr/>
        </p:nvSpPr>
        <p:spPr>
          <a:xfrm>
            <a:off x="6112263" y="2858325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D5E4F27-00F1-AEBF-21E6-90E74ED29412}"/>
              </a:ext>
            </a:extLst>
          </p:cNvPr>
          <p:cNvSpPr/>
          <p:nvPr/>
        </p:nvSpPr>
        <p:spPr>
          <a:xfrm>
            <a:off x="6112263" y="2497100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67FAE4E-7A10-F44B-0D12-AE67938BA4BC}"/>
              </a:ext>
            </a:extLst>
          </p:cNvPr>
          <p:cNvSpPr/>
          <p:nvPr/>
        </p:nvSpPr>
        <p:spPr>
          <a:xfrm>
            <a:off x="6108792" y="2111667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C339E46C-5A45-6182-B0B5-0B8F8A3E0E2D}"/>
              </a:ext>
            </a:extLst>
          </p:cNvPr>
          <p:cNvSpPr/>
          <p:nvPr/>
        </p:nvSpPr>
        <p:spPr>
          <a:xfrm>
            <a:off x="7069969" y="2716496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188" name="Gerade Verbindung mit Pfeil 187">
            <a:extLst>
              <a:ext uri="{FF2B5EF4-FFF2-40B4-BE49-F238E27FC236}">
                <a16:creationId xmlns:a16="http://schemas.microsoft.com/office/drawing/2014/main" id="{1039F5A2-C85A-3D65-92D6-C8CB1AEC0C07}"/>
              </a:ext>
            </a:extLst>
          </p:cNvPr>
          <p:cNvCxnSpPr>
            <a:cxnSpLocks/>
            <a:stCxn id="187" idx="2"/>
            <a:endCxn id="25" idx="6"/>
          </p:cNvCxnSpPr>
          <p:nvPr/>
        </p:nvCxnSpPr>
        <p:spPr>
          <a:xfrm flipH="1" flipV="1">
            <a:off x="6447458" y="2281000"/>
            <a:ext cx="622511" cy="604829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Gerade Verbindung mit Pfeil 188">
            <a:extLst>
              <a:ext uri="{FF2B5EF4-FFF2-40B4-BE49-F238E27FC236}">
                <a16:creationId xmlns:a16="http://schemas.microsoft.com/office/drawing/2014/main" id="{052D56C0-EF41-3652-B029-79B4B1484CFF}"/>
              </a:ext>
            </a:extLst>
          </p:cNvPr>
          <p:cNvCxnSpPr>
            <a:cxnSpLocks/>
            <a:stCxn id="187" idx="2"/>
            <a:endCxn id="22" idx="6"/>
          </p:cNvCxnSpPr>
          <p:nvPr/>
        </p:nvCxnSpPr>
        <p:spPr>
          <a:xfrm flipH="1" flipV="1">
            <a:off x="6450929" y="2666433"/>
            <a:ext cx="619040" cy="21939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Gerade Verbindung mit Pfeil 189">
            <a:extLst>
              <a:ext uri="{FF2B5EF4-FFF2-40B4-BE49-F238E27FC236}">
                <a16:creationId xmlns:a16="http://schemas.microsoft.com/office/drawing/2014/main" id="{2AC1651D-2F79-0D36-5285-11778C2290FB}"/>
              </a:ext>
            </a:extLst>
          </p:cNvPr>
          <p:cNvCxnSpPr>
            <a:cxnSpLocks/>
            <a:stCxn id="24" idx="6"/>
            <a:endCxn id="187" idx="2"/>
          </p:cNvCxnSpPr>
          <p:nvPr/>
        </p:nvCxnSpPr>
        <p:spPr>
          <a:xfrm flipV="1">
            <a:off x="6457871" y="2885829"/>
            <a:ext cx="612098" cy="531727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Gerade Verbindung mit Pfeil 190">
            <a:extLst>
              <a:ext uri="{FF2B5EF4-FFF2-40B4-BE49-F238E27FC236}">
                <a16:creationId xmlns:a16="http://schemas.microsoft.com/office/drawing/2014/main" id="{F8801704-9338-49E2-0372-504D7E606BE6}"/>
              </a:ext>
            </a:extLst>
          </p:cNvPr>
          <p:cNvCxnSpPr>
            <a:cxnSpLocks/>
            <a:stCxn id="23" idx="6"/>
            <a:endCxn id="187" idx="2"/>
          </p:cNvCxnSpPr>
          <p:nvPr/>
        </p:nvCxnSpPr>
        <p:spPr>
          <a:xfrm flipV="1">
            <a:off x="6450929" y="2885829"/>
            <a:ext cx="619040" cy="141829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feld 199">
            <a:extLst>
              <a:ext uri="{FF2B5EF4-FFF2-40B4-BE49-F238E27FC236}">
                <a16:creationId xmlns:a16="http://schemas.microsoft.com/office/drawing/2014/main" id="{27EFC7B1-BD40-53D1-086D-34D25380E2D8}"/>
              </a:ext>
            </a:extLst>
          </p:cNvPr>
          <p:cNvSpPr txBox="1"/>
          <p:nvPr/>
        </p:nvSpPr>
        <p:spPr>
          <a:xfrm>
            <a:off x="3601506" y="2220609"/>
            <a:ext cx="1000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Entrada</a:t>
            </a:r>
          </a:p>
        </p:txBody>
      </p:sp>
      <p:sp>
        <p:nvSpPr>
          <p:cNvPr id="201" name="Textfeld 200">
            <a:extLst>
              <a:ext uri="{FF2B5EF4-FFF2-40B4-BE49-F238E27FC236}">
                <a16:creationId xmlns:a16="http://schemas.microsoft.com/office/drawing/2014/main" id="{08029558-F9A3-7E50-C92E-3D6EA999C781}"/>
              </a:ext>
            </a:extLst>
          </p:cNvPr>
          <p:cNvSpPr txBox="1"/>
          <p:nvPr/>
        </p:nvSpPr>
        <p:spPr>
          <a:xfrm>
            <a:off x="7132079" y="2314281"/>
            <a:ext cx="1000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Salida</a:t>
            </a:r>
          </a:p>
        </p:txBody>
      </p:sp>
      <p:sp>
        <p:nvSpPr>
          <p:cNvPr id="222" name="Textfeld 221">
            <a:extLst>
              <a:ext uri="{FF2B5EF4-FFF2-40B4-BE49-F238E27FC236}">
                <a16:creationId xmlns:a16="http://schemas.microsoft.com/office/drawing/2014/main" id="{FE7C91F7-5DD7-66AB-9E3F-BFA642497FD3}"/>
              </a:ext>
            </a:extLst>
          </p:cNvPr>
          <p:cNvSpPr txBox="1"/>
          <p:nvPr/>
        </p:nvSpPr>
        <p:spPr>
          <a:xfrm>
            <a:off x="1368165" y="2706338"/>
            <a:ext cx="2270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dirty="0"/>
              <a:t>Vector con 14 observables </a:t>
            </a:r>
          </a:p>
        </p:txBody>
      </p:sp>
      <p:sp>
        <p:nvSpPr>
          <p:cNvPr id="223" name="Textfeld 222">
            <a:extLst>
              <a:ext uri="{FF2B5EF4-FFF2-40B4-BE49-F238E27FC236}">
                <a16:creationId xmlns:a16="http://schemas.microsoft.com/office/drawing/2014/main" id="{25296954-9DAD-FD14-A43C-0AE9E720E873}"/>
              </a:ext>
            </a:extLst>
          </p:cNvPr>
          <p:cNvSpPr txBox="1"/>
          <p:nvPr/>
        </p:nvSpPr>
        <p:spPr>
          <a:xfrm>
            <a:off x="4293071" y="3765592"/>
            <a:ext cx="14816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dirty="0"/>
              <a:t>1ra Capa oculta</a:t>
            </a:r>
          </a:p>
          <a:p>
            <a:pPr algn="ctr"/>
            <a:r>
              <a:rPr lang="es-ES_tradnl" sz="1100" dirty="0"/>
              <a:t>256 neuronas</a:t>
            </a:r>
          </a:p>
          <a:p>
            <a:pPr algn="ctr"/>
            <a:r>
              <a:rPr lang="es-ES_tradnl" sz="1100" dirty="0"/>
              <a:t>(ReLu) </a:t>
            </a:r>
          </a:p>
        </p:txBody>
      </p:sp>
      <p:sp>
        <p:nvSpPr>
          <p:cNvPr id="224" name="Textfeld 223">
            <a:extLst>
              <a:ext uri="{FF2B5EF4-FFF2-40B4-BE49-F238E27FC236}">
                <a16:creationId xmlns:a16="http://schemas.microsoft.com/office/drawing/2014/main" id="{F308C217-CA55-86B3-2A3E-794B2E8F0B74}"/>
              </a:ext>
            </a:extLst>
          </p:cNvPr>
          <p:cNvSpPr txBox="1"/>
          <p:nvPr/>
        </p:nvSpPr>
        <p:spPr>
          <a:xfrm>
            <a:off x="5588270" y="3765591"/>
            <a:ext cx="14816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dirty="0"/>
              <a:t>2da Capa oculta</a:t>
            </a:r>
          </a:p>
          <a:p>
            <a:pPr algn="ctr"/>
            <a:r>
              <a:rPr lang="es-ES_tradnl" sz="1100" dirty="0"/>
              <a:t>256 neuronas</a:t>
            </a:r>
          </a:p>
          <a:p>
            <a:pPr algn="ctr"/>
            <a:r>
              <a:rPr lang="es-ES_tradnl" sz="1100" dirty="0"/>
              <a:t>(ReLu)  </a:t>
            </a:r>
          </a:p>
        </p:txBody>
      </p:sp>
      <p:sp>
        <p:nvSpPr>
          <p:cNvPr id="226" name="Textfeld 225">
            <a:extLst>
              <a:ext uri="{FF2B5EF4-FFF2-40B4-BE49-F238E27FC236}">
                <a16:creationId xmlns:a16="http://schemas.microsoft.com/office/drawing/2014/main" id="{5168029F-B32D-FBAA-23D7-6BD154CA9C99}"/>
              </a:ext>
            </a:extLst>
          </p:cNvPr>
          <p:cNvSpPr txBox="1"/>
          <p:nvPr/>
        </p:nvSpPr>
        <p:spPr>
          <a:xfrm>
            <a:off x="6737713" y="4115651"/>
            <a:ext cx="2293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dirty="0"/>
              <a:t>( activación de salida tanh)  </a:t>
            </a:r>
          </a:p>
        </p:txBody>
      </p:sp>
      <p:cxnSp>
        <p:nvCxnSpPr>
          <p:cNvPr id="228" name="Gerade Verbindung mit Pfeil 227">
            <a:extLst>
              <a:ext uri="{FF2B5EF4-FFF2-40B4-BE49-F238E27FC236}">
                <a16:creationId xmlns:a16="http://schemas.microsoft.com/office/drawing/2014/main" id="{B77AF3AD-ED06-97C8-178C-E70EBC854961}"/>
              </a:ext>
            </a:extLst>
          </p:cNvPr>
          <p:cNvCxnSpPr>
            <a:cxnSpLocks/>
          </p:cNvCxnSpPr>
          <p:nvPr/>
        </p:nvCxnSpPr>
        <p:spPr>
          <a:xfrm flipV="1">
            <a:off x="3301718" y="2851581"/>
            <a:ext cx="562904" cy="4243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Textfeld 230">
            <a:extLst>
              <a:ext uri="{FF2B5EF4-FFF2-40B4-BE49-F238E27FC236}">
                <a16:creationId xmlns:a16="http://schemas.microsoft.com/office/drawing/2014/main" id="{EE4B8761-DD92-C4F8-AF3B-88B0D8D36E24}"/>
              </a:ext>
            </a:extLst>
          </p:cNvPr>
          <p:cNvSpPr txBox="1"/>
          <p:nvPr/>
        </p:nvSpPr>
        <p:spPr>
          <a:xfrm>
            <a:off x="8132589" y="2737383"/>
            <a:ext cx="1836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dirty="0"/>
              <a:t>Acción [-1, 1]</a:t>
            </a:r>
          </a:p>
        </p:txBody>
      </p:sp>
      <p:cxnSp>
        <p:nvCxnSpPr>
          <p:cNvPr id="233" name="Gerade Verbindung mit Pfeil 232">
            <a:extLst>
              <a:ext uri="{FF2B5EF4-FFF2-40B4-BE49-F238E27FC236}">
                <a16:creationId xmlns:a16="http://schemas.microsoft.com/office/drawing/2014/main" id="{76686B69-73EF-1916-5248-6AA06616974D}"/>
              </a:ext>
            </a:extLst>
          </p:cNvPr>
          <p:cNvCxnSpPr>
            <a:cxnSpLocks/>
          </p:cNvCxnSpPr>
          <p:nvPr/>
        </p:nvCxnSpPr>
        <p:spPr>
          <a:xfrm flipV="1">
            <a:off x="7476383" y="2875882"/>
            <a:ext cx="562904" cy="4243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feld 233">
            <a:extLst>
              <a:ext uri="{FF2B5EF4-FFF2-40B4-BE49-F238E27FC236}">
                <a16:creationId xmlns:a16="http://schemas.microsoft.com/office/drawing/2014/main" id="{20FC574A-048E-888F-D375-CC54337644D9}"/>
              </a:ext>
            </a:extLst>
          </p:cNvPr>
          <p:cNvSpPr txBox="1"/>
          <p:nvPr/>
        </p:nvSpPr>
        <p:spPr>
          <a:xfrm>
            <a:off x="3088566" y="1292332"/>
            <a:ext cx="5372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dirty="0"/>
              <a:t> [Input 14] </a:t>
            </a:r>
            <a:r>
              <a:rPr lang="es-ES_tradnl" sz="1200" dirty="0">
                <a:sym typeface="Wingdings" pitchFamily="2" charset="2"/>
              </a:rPr>
              <a:t> </a:t>
            </a:r>
            <a:r>
              <a:rPr lang="es-ES_tradnl" sz="1200" dirty="0"/>
              <a:t> [FC 256] </a:t>
            </a:r>
            <a:r>
              <a:rPr lang="es-ES_tradnl" sz="1200" dirty="0">
                <a:sym typeface="Wingdings" pitchFamily="2" charset="2"/>
              </a:rPr>
              <a:t> </a:t>
            </a:r>
            <a:r>
              <a:rPr lang="es-ES_tradnl" sz="1200" dirty="0"/>
              <a:t> [ReLu] </a:t>
            </a:r>
            <a:r>
              <a:rPr lang="es-ES_tradnl" sz="1200" dirty="0">
                <a:sym typeface="Wingdings" pitchFamily="2" charset="2"/>
              </a:rPr>
              <a:t></a:t>
            </a:r>
            <a:r>
              <a:rPr lang="es-ES_tradnl" sz="1200" dirty="0"/>
              <a:t> [FC 256] </a:t>
            </a:r>
            <a:r>
              <a:rPr lang="es-ES_tradnl" sz="1200" dirty="0">
                <a:sym typeface="Wingdings" pitchFamily="2" charset="2"/>
              </a:rPr>
              <a:t> </a:t>
            </a:r>
            <a:r>
              <a:rPr lang="es-ES_tradnl" sz="1200" dirty="0"/>
              <a:t> [ReLu] </a:t>
            </a:r>
            <a:r>
              <a:rPr lang="es-ES_tradnl" sz="1200" dirty="0">
                <a:sym typeface="Wingdings" pitchFamily="2" charset="2"/>
              </a:rPr>
              <a:t></a:t>
            </a:r>
            <a:r>
              <a:rPr lang="es-ES_tradnl" sz="1200" dirty="0"/>
              <a:t> [output 1] </a:t>
            </a:r>
            <a:r>
              <a:rPr lang="es-ES_tradnl" sz="1200" dirty="0">
                <a:sym typeface="Wingdings" pitchFamily="2" charset="2"/>
              </a:rPr>
              <a:t> </a:t>
            </a:r>
            <a:r>
              <a:rPr lang="es-ES_tradnl" sz="1200" dirty="0"/>
              <a:t>[tanh] </a:t>
            </a:r>
          </a:p>
        </p:txBody>
      </p:sp>
      <p:sp>
        <p:nvSpPr>
          <p:cNvPr id="235" name="Textfeld 234">
            <a:extLst>
              <a:ext uri="{FF2B5EF4-FFF2-40B4-BE49-F238E27FC236}">
                <a16:creationId xmlns:a16="http://schemas.microsoft.com/office/drawing/2014/main" id="{7F09643D-B788-7BA0-3592-602CCBEE76F1}"/>
              </a:ext>
            </a:extLst>
          </p:cNvPr>
          <p:cNvSpPr txBox="1"/>
          <p:nvPr/>
        </p:nvSpPr>
        <p:spPr>
          <a:xfrm>
            <a:off x="4114157" y="5004070"/>
            <a:ext cx="823358" cy="870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Pesos: </a:t>
            </a:r>
          </a:p>
          <a:p>
            <a:pPr algn="ctr"/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 x 14</a:t>
            </a:r>
          </a:p>
          <a:p>
            <a:pPr algn="ctr"/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Bias:  </a:t>
            </a:r>
          </a:p>
          <a:p>
            <a:pPr algn="ctr"/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 x 1</a:t>
            </a:r>
          </a:p>
        </p:txBody>
      </p:sp>
      <p:sp>
        <p:nvSpPr>
          <p:cNvPr id="236" name="Textfeld 235">
            <a:extLst>
              <a:ext uri="{FF2B5EF4-FFF2-40B4-BE49-F238E27FC236}">
                <a16:creationId xmlns:a16="http://schemas.microsoft.com/office/drawing/2014/main" id="{F5239374-041D-9CA7-FB1B-987ED1E17762}"/>
              </a:ext>
            </a:extLst>
          </p:cNvPr>
          <p:cNvSpPr txBox="1"/>
          <p:nvPr/>
        </p:nvSpPr>
        <p:spPr>
          <a:xfrm>
            <a:off x="5354090" y="5004070"/>
            <a:ext cx="823358" cy="87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Pesos:  </a:t>
            </a:r>
          </a:p>
          <a:p>
            <a:pPr algn="ctr"/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 x 256</a:t>
            </a:r>
          </a:p>
          <a:p>
            <a:pPr algn="ctr"/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Bias:  </a:t>
            </a:r>
          </a:p>
          <a:p>
            <a:pPr algn="ctr"/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 x 1</a:t>
            </a:r>
          </a:p>
        </p:txBody>
      </p:sp>
      <p:sp>
        <p:nvSpPr>
          <p:cNvPr id="237" name="Textfeld 236">
            <a:extLst>
              <a:ext uri="{FF2B5EF4-FFF2-40B4-BE49-F238E27FC236}">
                <a16:creationId xmlns:a16="http://schemas.microsoft.com/office/drawing/2014/main" id="{63B573B9-61DC-D657-874D-57871197F009}"/>
              </a:ext>
            </a:extLst>
          </p:cNvPr>
          <p:cNvSpPr txBox="1"/>
          <p:nvPr/>
        </p:nvSpPr>
        <p:spPr>
          <a:xfrm>
            <a:off x="6363097" y="5004070"/>
            <a:ext cx="706872" cy="87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Pesos: </a:t>
            </a:r>
          </a:p>
          <a:p>
            <a:pPr algn="ctr"/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x 256</a:t>
            </a:r>
          </a:p>
          <a:p>
            <a:pPr algn="ctr"/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Bias: </a:t>
            </a:r>
          </a:p>
          <a:p>
            <a:pPr algn="ctr"/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x 1</a:t>
            </a:r>
          </a:p>
        </p:txBody>
      </p:sp>
      <p:sp>
        <p:nvSpPr>
          <p:cNvPr id="240" name="Textfeld 239">
            <a:extLst>
              <a:ext uri="{FF2B5EF4-FFF2-40B4-BE49-F238E27FC236}">
                <a16:creationId xmlns:a16="http://schemas.microsoft.com/office/drawing/2014/main" id="{06627D84-6108-3172-BB88-4361CB41AC72}"/>
              </a:ext>
            </a:extLst>
          </p:cNvPr>
          <p:cNvSpPr txBox="1"/>
          <p:nvPr/>
        </p:nvSpPr>
        <p:spPr>
          <a:xfrm>
            <a:off x="4695487" y="5938251"/>
            <a:ext cx="2295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69.8k </a:t>
            </a:r>
          </a:p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Hiperparámetros entrenables</a:t>
            </a:r>
          </a:p>
        </p:txBody>
      </p:sp>
      <p:grpSp>
        <p:nvGrpSpPr>
          <p:cNvPr id="241" name="Gruppieren 240">
            <a:extLst>
              <a:ext uri="{FF2B5EF4-FFF2-40B4-BE49-F238E27FC236}">
                <a16:creationId xmlns:a16="http://schemas.microsoft.com/office/drawing/2014/main" id="{35EA9E33-EFAA-C335-EB29-8EECC8EBF43C}"/>
              </a:ext>
            </a:extLst>
          </p:cNvPr>
          <p:cNvGrpSpPr/>
          <p:nvPr/>
        </p:nvGrpSpPr>
        <p:grpSpPr>
          <a:xfrm>
            <a:off x="313004" y="1192675"/>
            <a:ext cx="1039143" cy="1043040"/>
            <a:chOff x="7793778" y="-23609"/>
            <a:chExt cx="1275466" cy="1149452"/>
          </a:xfrm>
        </p:grpSpPr>
        <p:pic>
          <p:nvPicPr>
            <p:cNvPr id="242" name="Grafik 241">
              <a:extLst>
                <a:ext uri="{FF2B5EF4-FFF2-40B4-BE49-F238E27FC236}">
                  <a16:creationId xmlns:a16="http://schemas.microsoft.com/office/drawing/2014/main" id="{421FCC44-900A-560D-825D-A638B7303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2679" t="14811" r="19766" b="18544"/>
            <a:stretch>
              <a:fillRect/>
            </a:stretch>
          </p:blipFill>
          <p:spPr>
            <a:xfrm>
              <a:off x="7793778" y="-23609"/>
              <a:ext cx="1275466" cy="1149452"/>
            </a:xfrm>
            <a:prstGeom prst="rect">
              <a:avLst/>
            </a:prstGeom>
          </p:spPr>
        </p:pic>
        <p:sp>
          <p:nvSpPr>
            <p:cNvPr id="243" name="Textfeld 242">
              <a:extLst>
                <a:ext uri="{FF2B5EF4-FFF2-40B4-BE49-F238E27FC236}">
                  <a16:creationId xmlns:a16="http://schemas.microsoft.com/office/drawing/2014/main" id="{4934F80D-2D9F-BD62-FD51-B311B052D314}"/>
                </a:ext>
              </a:extLst>
            </p:cNvPr>
            <p:cNvSpPr txBox="1"/>
            <p:nvPr/>
          </p:nvSpPr>
          <p:spPr>
            <a:xfrm>
              <a:off x="8402980" y="809204"/>
              <a:ext cx="622143" cy="28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(TD3)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0619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96492-5A89-20C3-E452-1C723233B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BC6F1137-1F70-8604-3BB9-CB75992A253D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E36578D0-1CB6-4C70-96F3-FA04DEF05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3E2EB455-A8DB-CA77-9958-39534458AAA6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Arquitectura TD3. Critico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CAFA41AA-8F69-3AFA-BB07-40A76679D04A}"/>
              </a:ext>
            </a:extLst>
          </p:cNvPr>
          <p:cNvSpPr txBox="1">
            <a:spLocks/>
          </p:cNvSpPr>
          <p:nvPr/>
        </p:nvSpPr>
        <p:spPr>
          <a:xfrm>
            <a:off x="313004" y="6528756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17C2493-82E2-21FF-7D7C-D2811FCFC95F}"/>
              </a:ext>
            </a:extLst>
          </p:cNvPr>
          <p:cNvGrpSpPr/>
          <p:nvPr/>
        </p:nvGrpSpPr>
        <p:grpSpPr>
          <a:xfrm>
            <a:off x="313004" y="1192675"/>
            <a:ext cx="1039143" cy="1043040"/>
            <a:chOff x="7793778" y="-23609"/>
            <a:chExt cx="1275466" cy="1149452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C6C7FD55-0C19-871D-A431-F3543665A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2679" t="14811" r="19766" b="18544"/>
            <a:stretch>
              <a:fillRect/>
            </a:stretch>
          </p:blipFill>
          <p:spPr>
            <a:xfrm>
              <a:off x="7793778" y="-23609"/>
              <a:ext cx="1275466" cy="1149452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6894B098-CAE4-7789-E11E-3E845496815E}"/>
                </a:ext>
              </a:extLst>
            </p:cNvPr>
            <p:cNvSpPr txBox="1"/>
            <p:nvPr/>
          </p:nvSpPr>
          <p:spPr>
            <a:xfrm>
              <a:off x="8402980" y="809204"/>
              <a:ext cx="622143" cy="28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(TD3)</a:t>
              </a:r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E1828DC0-B049-6C05-C783-97992D4890B2}"/>
              </a:ext>
            </a:extLst>
          </p:cNvPr>
          <p:cNvSpPr/>
          <p:nvPr/>
        </p:nvSpPr>
        <p:spPr>
          <a:xfrm>
            <a:off x="4039947" y="2671737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F7A9C47-D90B-1551-F3C5-7F9E546A9830}"/>
              </a:ext>
            </a:extLst>
          </p:cNvPr>
          <p:cNvSpPr/>
          <p:nvPr/>
        </p:nvSpPr>
        <p:spPr>
          <a:xfrm>
            <a:off x="4879272" y="2506172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40F8FAF-62ED-13AA-0CA3-A65009465BC5}"/>
              </a:ext>
            </a:extLst>
          </p:cNvPr>
          <p:cNvSpPr/>
          <p:nvPr/>
        </p:nvSpPr>
        <p:spPr>
          <a:xfrm>
            <a:off x="4864588" y="2875883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2B32E9E-25FA-1ED1-A82F-39B9EDC8A332}"/>
              </a:ext>
            </a:extLst>
          </p:cNvPr>
          <p:cNvSpPr/>
          <p:nvPr/>
        </p:nvSpPr>
        <p:spPr>
          <a:xfrm>
            <a:off x="4879272" y="3248223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C6CE23A-7902-C07E-760A-B09604C8407F}"/>
              </a:ext>
            </a:extLst>
          </p:cNvPr>
          <p:cNvSpPr/>
          <p:nvPr/>
        </p:nvSpPr>
        <p:spPr>
          <a:xfrm>
            <a:off x="4879272" y="2111668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AC3EFB69-3E66-EA8B-5796-F48B12FBE5B1}"/>
              </a:ext>
            </a:extLst>
          </p:cNvPr>
          <p:cNvCxnSpPr>
            <a:stCxn id="21" idx="6"/>
            <a:endCxn id="25" idx="2"/>
          </p:cNvCxnSpPr>
          <p:nvPr/>
        </p:nvCxnSpPr>
        <p:spPr>
          <a:xfrm>
            <a:off x="5217938" y="2281001"/>
            <a:ext cx="1055665" cy="20493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FC8245AC-5FB9-6404-9567-CD7B7108FB13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>
            <a:off x="5217938" y="2281001"/>
            <a:ext cx="1059136" cy="40592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1EFA160B-FE2F-E1E6-E685-14430CC87365}"/>
              </a:ext>
            </a:extLst>
          </p:cNvPr>
          <p:cNvCxnSpPr>
            <a:cxnSpLocks/>
            <a:stCxn id="21" idx="6"/>
            <a:endCxn id="23" idx="2"/>
          </p:cNvCxnSpPr>
          <p:nvPr/>
        </p:nvCxnSpPr>
        <p:spPr>
          <a:xfrm>
            <a:off x="5217938" y="2281001"/>
            <a:ext cx="1059136" cy="767151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228526DC-98B8-5A65-09F4-7A5534E082D3}"/>
              </a:ext>
            </a:extLst>
          </p:cNvPr>
          <p:cNvCxnSpPr>
            <a:cxnSpLocks/>
            <a:stCxn id="21" idx="6"/>
            <a:endCxn id="24" idx="2"/>
          </p:cNvCxnSpPr>
          <p:nvPr/>
        </p:nvCxnSpPr>
        <p:spPr>
          <a:xfrm>
            <a:off x="5217938" y="2281001"/>
            <a:ext cx="1066078" cy="1157049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0A627E8F-0C27-8141-1DE2-7C5F9884E85D}"/>
              </a:ext>
            </a:extLst>
          </p:cNvPr>
          <p:cNvCxnSpPr>
            <a:cxnSpLocks/>
            <a:stCxn id="17" idx="6"/>
            <a:endCxn id="25" idx="2"/>
          </p:cNvCxnSpPr>
          <p:nvPr/>
        </p:nvCxnSpPr>
        <p:spPr>
          <a:xfrm flipV="1">
            <a:off x="5217938" y="2301494"/>
            <a:ext cx="1055665" cy="374011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934D015B-76A2-D31D-B56E-5096D3DE1D3B}"/>
              </a:ext>
            </a:extLst>
          </p:cNvPr>
          <p:cNvCxnSpPr>
            <a:cxnSpLocks/>
            <a:stCxn id="18" idx="6"/>
            <a:endCxn id="25" idx="2"/>
          </p:cNvCxnSpPr>
          <p:nvPr/>
        </p:nvCxnSpPr>
        <p:spPr>
          <a:xfrm flipV="1">
            <a:off x="5203254" y="2301494"/>
            <a:ext cx="1070349" cy="743722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BF83768E-6C8E-161B-E896-C6C8F558AF1A}"/>
              </a:ext>
            </a:extLst>
          </p:cNvPr>
          <p:cNvCxnSpPr>
            <a:cxnSpLocks/>
            <a:stCxn id="17" idx="6"/>
            <a:endCxn id="22" idx="2"/>
          </p:cNvCxnSpPr>
          <p:nvPr/>
        </p:nvCxnSpPr>
        <p:spPr>
          <a:xfrm>
            <a:off x="5217938" y="2675505"/>
            <a:ext cx="1059136" cy="11422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3A6C6F1F-C918-5459-AEB4-0F239690BFEE}"/>
              </a:ext>
            </a:extLst>
          </p:cNvPr>
          <p:cNvCxnSpPr>
            <a:cxnSpLocks/>
            <a:stCxn id="17" idx="6"/>
            <a:endCxn id="23" idx="2"/>
          </p:cNvCxnSpPr>
          <p:nvPr/>
        </p:nvCxnSpPr>
        <p:spPr>
          <a:xfrm>
            <a:off x="5217938" y="2675505"/>
            <a:ext cx="1059136" cy="372647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8171C936-93B9-09FA-6E66-287F00AEE25E}"/>
              </a:ext>
            </a:extLst>
          </p:cNvPr>
          <p:cNvCxnSpPr>
            <a:cxnSpLocks/>
            <a:stCxn id="17" idx="6"/>
            <a:endCxn id="24" idx="2"/>
          </p:cNvCxnSpPr>
          <p:nvPr/>
        </p:nvCxnSpPr>
        <p:spPr>
          <a:xfrm>
            <a:off x="5217938" y="2675505"/>
            <a:ext cx="1066078" cy="762545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CD86BD2A-AEDD-9C7E-8D11-9BEE199B024F}"/>
              </a:ext>
            </a:extLst>
          </p:cNvPr>
          <p:cNvCxnSpPr>
            <a:cxnSpLocks/>
            <a:stCxn id="19" idx="6"/>
            <a:endCxn id="25" idx="2"/>
          </p:cNvCxnSpPr>
          <p:nvPr/>
        </p:nvCxnSpPr>
        <p:spPr>
          <a:xfrm flipV="1">
            <a:off x="5217938" y="2301494"/>
            <a:ext cx="1055665" cy="1116062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35C69E6F-E159-A65B-5B26-91BD49E12931}"/>
              </a:ext>
            </a:extLst>
          </p:cNvPr>
          <p:cNvCxnSpPr>
            <a:cxnSpLocks/>
            <a:stCxn id="18" idx="6"/>
            <a:endCxn id="23" idx="2"/>
          </p:cNvCxnSpPr>
          <p:nvPr/>
        </p:nvCxnSpPr>
        <p:spPr>
          <a:xfrm>
            <a:off x="5203254" y="3045216"/>
            <a:ext cx="1073820" cy="293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936285E6-08F6-892C-2FE9-0344A42EA923}"/>
              </a:ext>
            </a:extLst>
          </p:cNvPr>
          <p:cNvCxnSpPr>
            <a:cxnSpLocks/>
            <a:stCxn id="19" idx="6"/>
            <a:endCxn id="22" idx="2"/>
          </p:cNvCxnSpPr>
          <p:nvPr/>
        </p:nvCxnSpPr>
        <p:spPr>
          <a:xfrm flipV="1">
            <a:off x="5217938" y="2686927"/>
            <a:ext cx="1059136" cy="730629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BCAAD0AA-F539-A9E6-F804-AE8513E3C463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>
            <a:off x="5203254" y="3045216"/>
            <a:ext cx="1080762" cy="392834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1E8A886E-524C-ECC2-5BB6-266F85C84C3B}"/>
              </a:ext>
            </a:extLst>
          </p:cNvPr>
          <p:cNvCxnSpPr>
            <a:cxnSpLocks/>
            <a:stCxn id="18" idx="6"/>
            <a:endCxn id="22" idx="2"/>
          </p:cNvCxnSpPr>
          <p:nvPr/>
        </p:nvCxnSpPr>
        <p:spPr>
          <a:xfrm flipV="1">
            <a:off x="5203254" y="2686927"/>
            <a:ext cx="1073820" cy="358289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790A8A69-92BE-816F-0AF8-243034F73A7F}"/>
              </a:ext>
            </a:extLst>
          </p:cNvPr>
          <p:cNvCxnSpPr>
            <a:cxnSpLocks/>
            <a:stCxn id="19" idx="6"/>
            <a:endCxn id="24" idx="2"/>
          </p:cNvCxnSpPr>
          <p:nvPr/>
        </p:nvCxnSpPr>
        <p:spPr>
          <a:xfrm>
            <a:off x="5217938" y="3417556"/>
            <a:ext cx="1066078" cy="20494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Gerade Verbindung mit Pfeil 84">
            <a:extLst>
              <a:ext uri="{FF2B5EF4-FFF2-40B4-BE49-F238E27FC236}">
                <a16:creationId xmlns:a16="http://schemas.microsoft.com/office/drawing/2014/main" id="{0B7E0FC2-FE4B-C692-CD3C-995660F375A4}"/>
              </a:ext>
            </a:extLst>
          </p:cNvPr>
          <p:cNvCxnSpPr>
            <a:cxnSpLocks/>
            <a:stCxn id="19" idx="6"/>
            <a:endCxn id="23" idx="2"/>
          </p:cNvCxnSpPr>
          <p:nvPr/>
        </p:nvCxnSpPr>
        <p:spPr>
          <a:xfrm flipV="1">
            <a:off x="5217938" y="3048152"/>
            <a:ext cx="1059136" cy="369404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E1C3965A-4EAF-96C8-547F-794E770A5153}"/>
              </a:ext>
            </a:extLst>
          </p:cNvPr>
          <p:cNvCxnSpPr>
            <a:cxnSpLocks/>
            <a:stCxn id="15" idx="6"/>
            <a:endCxn id="21" idx="2"/>
          </p:cNvCxnSpPr>
          <p:nvPr/>
        </p:nvCxnSpPr>
        <p:spPr>
          <a:xfrm flipV="1">
            <a:off x="4378613" y="2281001"/>
            <a:ext cx="500659" cy="560069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369E61EE-85B2-68D0-9A05-CC86CE803DF5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 flipV="1">
            <a:off x="4378613" y="2675505"/>
            <a:ext cx="500659" cy="165565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Gerade Verbindung mit Pfeil 121">
            <a:extLst>
              <a:ext uri="{FF2B5EF4-FFF2-40B4-BE49-F238E27FC236}">
                <a16:creationId xmlns:a16="http://schemas.microsoft.com/office/drawing/2014/main" id="{03D04373-BF1A-EC40-E48C-2FA0E11C30AC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>
          <a:xfrm>
            <a:off x="4378613" y="2841070"/>
            <a:ext cx="485975" cy="20414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0431BB32-2F0D-E324-C24E-D240BCD0828B}"/>
              </a:ext>
            </a:extLst>
          </p:cNvPr>
          <p:cNvCxnSpPr>
            <a:cxnSpLocks/>
            <a:stCxn id="15" idx="6"/>
            <a:endCxn id="19" idx="2"/>
          </p:cNvCxnSpPr>
          <p:nvPr/>
        </p:nvCxnSpPr>
        <p:spPr>
          <a:xfrm>
            <a:off x="4378613" y="2841070"/>
            <a:ext cx="500659" cy="57648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CF0C2EE4-EE51-D9F2-045D-31D71270ACF8}"/>
              </a:ext>
            </a:extLst>
          </p:cNvPr>
          <p:cNvSpPr/>
          <p:nvPr/>
        </p:nvSpPr>
        <p:spPr>
          <a:xfrm>
            <a:off x="6284016" y="3268717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F7F03CD-C168-5808-AC9A-FF0A8B336DC9}"/>
              </a:ext>
            </a:extLst>
          </p:cNvPr>
          <p:cNvSpPr/>
          <p:nvPr/>
        </p:nvSpPr>
        <p:spPr>
          <a:xfrm>
            <a:off x="6277074" y="2878819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4DDCF8D-B1C6-2BEE-2AF0-69779BAE2966}"/>
              </a:ext>
            </a:extLst>
          </p:cNvPr>
          <p:cNvSpPr/>
          <p:nvPr/>
        </p:nvSpPr>
        <p:spPr>
          <a:xfrm>
            <a:off x="6277074" y="2517594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D91AB04-D830-C8E6-DF63-A2B690CAA2D7}"/>
              </a:ext>
            </a:extLst>
          </p:cNvPr>
          <p:cNvSpPr/>
          <p:nvPr/>
        </p:nvSpPr>
        <p:spPr>
          <a:xfrm>
            <a:off x="6273603" y="2132161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188" name="Gerade Verbindung mit Pfeil 187">
            <a:extLst>
              <a:ext uri="{FF2B5EF4-FFF2-40B4-BE49-F238E27FC236}">
                <a16:creationId xmlns:a16="http://schemas.microsoft.com/office/drawing/2014/main" id="{7C8654E8-B100-B547-EDF2-B0A49F48139B}"/>
              </a:ext>
            </a:extLst>
          </p:cNvPr>
          <p:cNvCxnSpPr>
            <a:cxnSpLocks/>
            <a:stCxn id="57" idx="2"/>
            <a:endCxn id="25" idx="6"/>
          </p:cNvCxnSpPr>
          <p:nvPr/>
        </p:nvCxnSpPr>
        <p:spPr>
          <a:xfrm flipH="1" flipV="1">
            <a:off x="6612269" y="2301494"/>
            <a:ext cx="1129084" cy="1273798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Gerade Verbindung mit Pfeil 188">
            <a:extLst>
              <a:ext uri="{FF2B5EF4-FFF2-40B4-BE49-F238E27FC236}">
                <a16:creationId xmlns:a16="http://schemas.microsoft.com/office/drawing/2014/main" id="{A563B2D7-3163-4404-A299-5C47CBA5F9D8}"/>
              </a:ext>
            </a:extLst>
          </p:cNvPr>
          <p:cNvCxnSpPr>
            <a:cxnSpLocks/>
            <a:stCxn id="57" idx="2"/>
            <a:endCxn id="22" idx="6"/>
          </p:cNvCxnSpPr>
          <p:nvPr/>
        </p:nvCxnSpPr>
        <p:spPr>
          <a:xfrm flipH="1" flipV="1">
            <a:off x="6615740" y="2686927"/>
            <a:ext cx="1125613" cy="888365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Gerade Verbindung mit Pfeil 189">
            <a:extLst>
              <a:ext uri="{FF2B5EF4-FFF2-40B4-BE49-F238E27FC236}">
                <a16:creationId xmlns:a16="http://schemas.microsoft.com/office/drawing/2014/main" id="{F3C20755-73B9-5C94-3539-7E0A15F0F412}"/>
              </a:ext>
            </a:extLst>
          </p:cNvPr>
          <p:cNvCxnSpPr>
            <a:cxnSpLocks/>
            <a:stCxn id="24" idx="6"/>
            <a:endCxn id="57" idx="2"/>
          </p:cNvCxnSpPr>
          <p:nvPr/>
        </p:nvCxnSpPr>
        <p:spPr>
          <a:xfrm>
            <a:off x="6622682" y="3438050"/>
            <a:ext cx="1118671" cy="137242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Gerade Verbindung mit Pfeil 190">
            <a:extLst>
              <a:ext uri="{FF2B5EF4-FFF2-40B4-BE49-F238E27FC236}">
                <a16:creationId xmlns:a16="http://schemas.microsoft.com/office/drawing/2014/main" id="{DAC412AA-AE37-F32D-06B0-617530439EC8}"/>
              </a:ext>
            </a:extLst>
          </p:cNvPr>
          <p:cNvCxnSpPr>
            <a:cxnSpLocks/>
            <a:stCxn id="23" idx="6"/>
            <a:endCxn id="57" idx="2"/>
          </p:cNvCxnSpPr>
          <p:nvPr/>
        </p:nvCxnSpPr>
        <p:spPr>
          <a:xfrm>
            <a:off x="6615740" y="3048152"/>
            <a:ext cx="1125613" cy="527140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feld 199">
            <a:extLst>
              <a:ext uri="{FF2B5EF4-FFF2-40B4-BE49-F238E27FC236}">
                <a16:creationId xmlns:a16="http://schemas.microsoft.com/office/drawing/2014/main" id="{E57171E4-4931-4DA9-5EE3-6A1D684A05A9}"/>
              </a:ext>
            </a:extLst>
          </p:cNvPr>
          <p:cNvSpPr txBox="1"/>
          <p:nvPr/>
        </p:nvSpPr>
        <p:spPr>
          <a:xfrm>
            <a:off x="3601506" y="2220609"/>
            <a:ext cx="1000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Entrada</a:t>
            </a:r>
          </a:p>
        </p:txBody>
      </p:sp>
      <p:sp>
        <p:nvSpPr>
          <p:cNvPr id="222" name="Textfeld 221">
            <a:extLst>
              <a:ext uri="{FF2B5EF4-FFF2-40B4-BE49-F238E27FC236}">
                <a16:creationId xmlns:a16="http://schemas.microsoft.com/office/drawing/2014/main" id="{59DD484D-E3B7-51C0-7B98-F927E0C6A3C1}"/>
              </a:ext>
            </a:extLst>
          </p:cNvPr>
          <p:cNvSpPr txBox="1"/>
          <p:nvPr/>
        </p:nvSpPr>
        <p:spPr>
          <a:xfrm>
            <a:off x="1368165" y="2706338"/>
            <a:ext cx="2270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dirty="0"/>
              <a:t>Vector con 14 observables </a:t>
            </a:r>
          </a:p>
        </p:txBody>
      </p:sp>
      <p:sp>
        <p:nvSpPr>
          <p:cNvPr id="223" name="Textfeld 222">
            <a:extLst>
              <a:ext uri="{FF2B5EF4-FFF2-40B4-BE49-F238E27FC236}">
                <a16:creationId xmlns:a16="http://schemas.microsoft.com/office/drawing/2014/main" id="{A62BCF90-3EFE-9053-3F9C-61D22C552B85}"/>
              </a:ext>
            </a:extLst>
          </p:cNvPr>
          <p:cNvSpPr txBox="1"/>
          <p:nvPr/>
        </p:nvSpPr>
        <p:spPr>
          <a:xfrm>
            <a:off x="3880750" y="3648898"/>
            <a:ext cx="14816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dirty="0"/>
              <a:t>1ra Capa oculta</a:t>
            </a:r>
          </a:p>
          <a:p>
            <a:pPr algn="ctr"/>
            <a:r>
              <a:rPr lang="es-ES_tradnl" sz="1100" dirty="0"/>
              <a:t>256 neuronas</a:t>
            </a:r>
          </a:p>
          <a:p>
            <a:pPr algn="ctr"/>
            <a:r>
              <a:rPr lang="es-ES_tradnl" sz="1100" dirty="0"/>
              <a:t>(ReLu) </a:t>
            </a:r>
          </a:p>
        </p:txBody>
      </p:sp>
      <p:sp>
        <p:nvSpPr>
          <p:cNvPr id="224" name="Textfeld 223">
            <a:extLst>
              <a:ext uri="{FF2B5EF4-FFF2-40B4-BE49-F238E27FC236}">
                <a16:creationId xmlns:a16="http://schemas.microsoft.com/office/drawing/2014/main" id="{FFC6C7DC-B885-F51C-9FA1-5ED7C443FA61}"/>
              </a:ext>
            </a:extLst>
          </p:cNvPr>
          <p:cNvSpPr txBox="1"/>
          <p:nvPr/>
        </p:nvSpPr>
        <p:spPr>
          <a:xfrm>
            <a:off x="5774770" y="5946966"/>
            <a:ext cx="14816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dirty="0"/>
              <a:t>2da Capa oculta</a:t>
            </a:r>
          </a:p>
          <a:p>
            <a:pPr algn="ctr"/>
            <a:r>
              <a:rPr lang="es-ES_tradnl" sz="1100" dirty="0"/>
              <a:t>512 neuronas</a:t>
            </a:r>
          </a:p>
          <a:p>
            <a:pPr algn="ctr"/>
            <a:r>
              <a:rPr lang="es-ES_tradnl" sz="1100" dirty="0"/>
              <a:t>(ReLu)  </a:t>
            </a:r>
          </a:p>
        </p:txBody>
      </p:sp>
      <p:cxnSp>
        <p:nvCxnSpPr>
          <p:cNvPr id="228" name="Gerade Verbindung mit Pfeil 227">
            <a:extLst>
              <a:ext uri="{FF2B5EF4-FFF2-40B4-BE49-F238E27FC236}">
                <a16:creationId xmlns:a16="http://schemas.microsoft.com/office/drawing/2014/main" id="{3F102C28-A666-8945-C56F-0B3163B80AE7}"/>
              </a:ext>
            </a:extLst>
          </p:cNvPr>
          <p:cNvCxnSpPr>
            <a:cxnSpLocks/>
          </p:cNvCxnSpPr>
          <p:nvPr/>
        </p:nvCxnSpPr>
        <p:spPr>
          <a:xfrm flipV="1">
            <a:off x="3301718" y="2851581"/>
            <a:ext cx="562904" cy="4243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feld 233">
            <a:extLst>
              <a:ext uri="{FF2B5EF4-FFF2-40B4-BE49-F238E27FC236}">
                <a16:creationId xmlns:a16="http://schemas.microsoft.com/office/drawing/2014/main" id="{4A98A1FC-4446-D8A7-FEDA-72B44FFE225B}"/>
              </a:ext>
            </a:extLst>
          </p:cNvPr>
          <p:cNvSpPr txBox="1"/>
          <p:nvPr/>
        </p:nvSpPr>
        <p:spPr>
          <a:xfrm>
            <a:off x="3316986" y="1215626"/>
            <a:ext cx="2779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dirty="0"/>
              <a:t> [Input 14] </a:t>
            </a:r>
            <a:r>
              <a:rPr lang="es-ES_tradnl" sz="1200" dirty="0">
                <a:sym typeface="Wingdings" pitchFamily="2" charset="2"/>
              </a:rPr>
              <a:t> </a:t>
            </a:r>
            <a:r>
              <a:rPr lang="es-ES_tradnl" sz="1200" dirty="0"/>
              <a:t> [FC 256] </a:t>
            </a:r>
            <a:r>
              <a:rPr lang="es-ES_tradnl" sz="1200" dirty="0">
                <a:sym typeface="Wingdings" pitchFamily="2" charset="2"/>
              </a:rPr>
              <a:t> </a:t>
            </a:r>
            <a:r>
              <a:rPr lang="es-ES_tradnl" sz="1200" dirty="0"/>
              <a:t> [ReLu] </a:t>
            </a:r>
            <a:r>
              <a:rPr lang="es-ES_tradnl" sz="1200" dirty="0">
                <a:sym typeface="Wingdings" pitchFamily="2" charset="2"/>
              </a:rPr>
              <a:t></a:t>
            </a:r>
            <a:endParaRPr lang="es-ES_tradnl" sz="12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35B0A2-1857-36E0-1F11-1337D2DBA32E}"/>
              </a:ext>
            </a:extLst>
          </p:cNvPr>
          <p:cNvSpPr/>
          <p:nvPr/>
        </p:nvSpPr>
        <p:spPr>
          <a:xfrm>
            <a:off x="3954405" y="4948721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EB04D99-DF3C-8AEA-ED51-1C0C3CD62B63}"/>
              </a:ext>
            </a:extLst>
          </p:cNvPr>
          <p:cNvSpPr/>
          <p:nvPr/>
        </p:nvSpPr>
        <p:spPr>
          <a:xfrm>
            <a:off x="4793730" y="4783156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36713D6-8F80-C453-7ECA-4B7CC7965A14}"/>
              </a:ext>
            </a:extLst>
          </p:cNvPr>
          <p:cNvSpPr/>
          <p:nvPr/>
        </p:nvSpPr>
        <p:spPr>
          <a:xfrm>
            <a:off x="4779046" y="5152867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19EE357-9D64-1279-F23C-D194172CFCB5}"/>
              </a:ext>
            </a:extLst>
          </p:cNvPr>
          <p:cNvSpPr/>
          <p:nvPr/>
        </p:nvSpPr>
        <p:spPr>
          <a:xfrm>
            <a:off x="4793730" y="5525207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30341D1-4CF5-FC76-59CF-0BC24F30769D}"/>
              </a:ext>
            </a:extLst>
          </p:cNvPr>
          <p:cNvSpPr/>
          <p:nvPr/>
        </p:nvSpPr>
        <p:spPr>
          <a:xfrm>
            <a:off x="4793730" y="4388652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FB8EDE0-E394-D6D8-683C-87C624A39540}"/>
              </a:ext>
            </a:extLst>
          </p:cNvPr>
          <p:cNvCxnSpPr>
            <a:cxnSpLocks/>
            <a:stCxn id="5" idx="6"/>
            <a:endCxn id="12" idx="2"/>
          </p:cNvCxnSpPr>
          <p:nvPr/>
        </p:nvCxnSpPr>
        <p:spPr>
          <a:xfrm flipV="1">
            <a:off x="4293071" y="4557985"/>
            <a:ext cx="500659" cy="560069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6911C8EE-7A04-4BB3-8D6A-E4EB52A34B76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4293071" y="4952489"/>
            <a:ext cx="500659" cy="165565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E285A7EB-B812-73E7-6F22-CCC20D6660E6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>
            <a:off x="4293071" y="5118054"/>
            <a:ext cx="485975" cy="20414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0899845-FB43-50F2-723D-EAFBE1F9604E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>
          <a:xfrm>
            <a:off x="4293071" y="5118054"/>
            <a:ext cx="500659" cy="57648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9324C0F9-456E-DBBA-D801-396F18CC4824}"/>
              </a:ext>
            </a:extLst>
          </p:cNvPr>
          <p:cNvSpPr txBox="1"/>
          <p:nvPr/>
        </p:nvSpPr>
        <p:spPr>
          <a:xfrm>
            <a:off x="3515964" y="4497593"/>
            <a:ext cx="1000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Entrada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EDA2CE7-73E4-D54C-80FC-5914F3EE56D6}"/>
              </a:ext>
            </a:extLst>
          </p:cNvPr>
          <p:cNvSpPr txBox="1"/>
          <p:nvPr/>
        </p:nvSpPr>
        <p:spPr>
          <a:xfrm>
            <a:off x="1714229" y="4979500"/>
            <a:ext cx="1838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dirty="0"/>
              <a:t>Vector con 1 acción</a:t>
            </a: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AF15BFA7-4814-7128-D4F7-755959C195B9}"/>
              </a:ext>
            </a:extLst>
          </p:cNvPr>
          <p:cNvCxnSpPr>
            <a:cxnSpLocks/>
          </p:cNvCxnSpPr>
          <p:nvPr/>
        </p:nvCxnSpPr>
        <p:spPr>
          <a:xfrm flipV="1">
            <a:off x="3216176" y="5128565"/>
            <a:ext cx="562904" cy="4243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feld 33">
            <a:extLst>
              <a:ext uri="{FF2B5EF4-FFF2-40B4-BE49-F238E27FC236}">
                <a16:creationId xmlns:a16="http://schemas.microsoft.com/office/drawing/2014/main" id="{BB160EAB-2CCB-B830-B5D9-5DEFACFC4E70}"/>
              </a:ext>
            </a:extLst>
          </p:cNvPr>
          <p:cNvSpPr txBox="1"/>
          <p:nvPr/>
        </p:nvSpPr>
        <p:spPr>
          <a:xfrm>
            <a:off x="3802550" y="5911616"/>
            <a:ext cx="14816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dirty="0"/>
              <a:t>1ra Capa oculta</a:t>
            </a:r>
          </a:p>
          <a:p>
            <a:pPr algn="ctr"/>
            <a:r>
              <a:rPr lang="es-ES_tradnl" sz="1100" dirty="0"/>
              <a:t>256 neuronas</a:t>
            </a:r>
          </a:p>
          <a:p>
            <a:pPr algn="ctr"/>
            <a:r>
              <a:rPr lang="es-ES_tradnl" sz="1100" dirty="0"/>
              <a:t>(ReLu) 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6CDD9AA-7DF5-F622-E13B-FA73D9B128DB}"/>
              </a:ext>
            </a:extLst>
          </p:cNvPr>
          <p:cNvSpPr/>
          <p:nvPr/>
        </p:nvSpPr>
        <p:spPr>
          <a:xfrm>
            <a:off x="6294429" y="5539276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BAC62A6-6D3D-4DA4-F048-EBF38D7DCBB9}"/>
              </a:ext>
            </a:extLst>
          </p:cNvPr>
          <p:cNvSpPr/>
          <p:nvPr/>
        </p:nvSpPr>
        <p:spPr>
          <a:xfrm>
            <a:off x="6287487" y="5149378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71859E8-9DDB-4239-6D0F-B2EF57E90F51}"/>
              </a:ext>
            </a:extLst>
          </p:cNvPr>
          <p:cNvSpPr/>
          <p:nvPr/>
        </p:nvSpPr>
        <p:spPr>
          <a:xfrm>
            <a:off x="6287487" y="4788153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3826ED2-7687-3877-2727-FEF8076D8348}"/>
              </a:ext>
            </a:extLst>
          </p:cNvPr>
          <p:cNvSpPr/>
          <p:nvPr/>
        </p:nvSpPr>
        <p:spPr>
          <a:xfrm>
            <a:off x="6284016" y="4402720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CB7787C-3E38-7851-0530-5A4867B41880}"/>
              </a:ext>
            </a:extLst>
          </p:cNvPr>
          <p:cNvSpPr/>
          <p:nvPr/>
        </p:nvSpPr>
        <p:spPr>
          <a:xfrm>
            <a:off x="8858467" y="4015843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881E3DDC-58AB-08B2-67F8-7915BA3E7CF5}"/>
              </a:ext>
            </a:extLst>
          </p:cNvPr>
          <p:cNvSpPr txBox="1"/>
          <p:nvPr/>
        </p:nvSpPr>
        <p:spPr>
          <a:xfrm>
            <a:off x="8807446" y="3597278"/>
            <a:ext cx="1000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Salida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EBE1A9B-4170-F862-197F-4901AFF544F7}"/>
              </a:ext>
            </a:extLst>
          </p:cNvPr>
          <p:cNvSpPr/>
          <p:nvPr/>
        </p:nvSpPr>
        <p:spPr>
          <a:xfrm>
            <a:off x="7751766" y="4542515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18BED9C-3F63-27D0-E305-B8BF26353716}"/>
              </a:ext>
            </a:extLst>
          </p:cNvPr>
          <p:cNvSpPr/>
          <p:nvPr/>
        </p:nvSpPr>
        <p:spPr>
          <a:xfrm>
            <a:off x="7744824" y="4152617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5BB12B3-9405-90DA-27AE-992F8FB0940B}"/>
              </a:ext>
            </a:extLst>
          </p:cNvPr>
          <p:cNvSpPr/>
          <p:nvPr/>
        </p:nvSpPr>
        <p:spPr>
          <a:xfrm>
            <a:off x="7744824" y="3791392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72850CC-E15D-EA03-1839-49DF00E8EA87}"/>
              </a:ext>
            </a:extLst>
          </p:cNvPr>
          <p:cNvSpPr/>
          <p:nvPr/>
        </p:nvSpPr>
        <p:spPr>
          <a:xfrm>
            <a:off x="7741353" y="3405959"/>
            <a:ext cx="338666" cy="338666"/>
          </a:xfrm>
          <a:prstGeom prst="ellips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7B6CDD58-E957-1FA4-1611-70DA8B605D77}"/>
              </a:ext>
            </a:extLst>
          </p:cNvPr>
          <p:cNvCxnSpPr>
            <a:cxnSpLocks/>
            <a:stCxn id="12" idx="6"/>
            <a:endCxn id="25" idx="2"/>
          </p:cNvCxnSpPr>
          <p:nvPr/>
        </p:nvCxnSpPr>
        <p:spPr>
          <a:xfrm flipV="1">
            <a:off x="5132396" y="2301494"/>
            <a:ext cx="1141207" cy="2256491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04AD313F-EE68-037D-DC06-FCC4A211FF18}"/>
              </a:ext>
            </a:extLst>
          </p:cNvPr>
          <p:cNvCxnSpPr>
            <a:cxnSpLocks/>
            <a:stCxn id="6" idx="6"/>
            <a:endCxn id="22" idx="2"/>
          </p:cNvCxnSpPr>
          <p:nvPr/>
        </p:nvCxnSpPr>
        <p:spPr>
          <a:xfrm flipV="1">
            <a:off x="5132396" y="2686927"/>
            <a:ext cx="1144678" cy="2265562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568DE40A-40D4-F8BC-372C-4AF41A45BDB1}"/>
              </a:ext>
            </a:extLst>
          </p:cNvPr>
          <p:cNvCxnSpPr>
            <a:cxnSpLocks/>
            <a:stCxn id="8" idx="6"/>
            <a:endCxn id="23" idx="2"/>
          </p:cNvCxnSpPr>
          <p:nvPr/>
        </p:nvCxnSpPr>
        <p:spPr>
          <a:xfrm flipV="1">
            <a:off x="5117712" y="3048152"/>
            <a:ext cx="1159362" cy="2274048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7D725916-C34F-42BE-869F-6E8150C1BFE4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 flipV="1">
            <a:off x="5132396" y="3438050"/>
            <a:ext cx="1151620" cy="2256490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0F9D41F7-3E7D-27D1-C463-F6EECB9E02FE}"/>
              </a:ext>
            </a:extLst>
          </p:cNvPr>
          <p:cNvCxnSpPr>
            <a:cxnSpLocks/>
            <a:stCxn id="11" idx="6"/>
            <a:endCxn id="36" idx="2"/>
          </p:cNvCxnSpPr>
          <p:nvPr/>
        </p:nvCxnSpPr>
        <p:spPr>
          <a:xfrm>
            <a:off x="5132396" y="5694540"/>
            <a:ext cx="1162033" cy="14069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93305039-3348-9DC1-6F4D-5780A3B8B9DA}"/>
              </a:ext>
            </a:extLst>
          </p:cNvPr>
          <p:cNvCxnSpPr>
            <a:cxnSpLocks/>
            <a:stCxn id="8" idx="6"/>
            <a:endCxn id="36" idx="2"/>
          </p:cNvCxnSpPr>
          <p:nvPr/>
        </p:nvCxnSpPr>
        <p:spPr>
          <a:xfrm>
            <a:off x="5117712" y="5322200"/>
            <a:ext cx="1176717" cy="386409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AABB30F7-EE7C-E75F-7EAF-63B63BB402CA}"/>
              </a:ext>
            </a:extLst>
          </p:cNvPr>
          <p:cNvCxnSpPr>
            <a:cxnSpLocks/>
            <a:stCxn id="11" idx="6"/>
            <a:endCxn id="38" idx="2"/>
          </p:cNvCxnSpPr>
          <p:nvPr/>
        </p:nvCxnSpPr>
        <p:spPr>
          <a:xfrm flipV="1">
            <a:off x="5132396" y="5318711"/>
            <a:ext cx="1155091" cy="375829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509F294C-E8B4-743B-5680-1C9C18B2C045}"/>
              </a:ext>
            </a:extLst>
          </p:cNvPr>
          <p:cNvCxnSpPr>
            <a:cxnSpLocks/>
            <a:stCxn id="8" idx="6"/>
            <a:endCxn id="38" idx="2"/>
          </p:cNvCxnSpPr>
          <p:nvPr/>
        </p:nvCxnSpPr>
        <p:spPr>
          <a:xfrm flipV="1">
            <a:off x="5117712" y="5318711"/>
            <a:ext cx="1169775" cy="3489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D1FE9307-FBCD-17E5-F914-4026EBFB6A1B}"/>
              </a:ext>
            </a:extLst>
          </p:cNvPr>
          <p:cNvCxnSpPr>
            <a:cxnSpLocks/>
            <a:stCxn id="6" idx="6"/>
            <a:endCxn id="39" idx="2"/>
          </p:cNvCxnSpPr>
          <p:nvPr/>
        </p:nvCxnSpPr>
        <p:spPr>
          <a:xfrm>
            <a:off x="5132396" y="4952489"/>
            <a:ext cx="1155091" cy="4997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05DAC024-4C46-36A0-8F29-B4054BB5C333}"/>
              </a:ext>
            </a:extLst>
          </p:cNvPr>
          <p:cNvCxnSpPr>
            <a:cxnSpLocks/>
            <a:stCxn id="12" idx="6"/>
            <a:endCxn id="41" idx="2"/>
          </p:cNvCxnSpPr>
          <p:nvPr/>
        </p:nvCxnSpPr>
        <p:spPr>
          <a:xfrm>
            <a:off x="5132396" y="4557985"/>
            <a:ext cx="1151620" cy="14068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Gerade Verbindung mit Pfeil 98">
            <a:extLst>
              <a:ext uri="{FF2B5EF4-FFF2-40B4-BE49-F238E27FC236}">
                <a16:creationId xmlns:a16="http://schemas.microsoft.com/office/drawing/2014/main" id="{C652A331-3AD4-2F7C-22A8-2C90333D13D3}"/>
              </a:ext>
            </a:extLst>
          </p:cNvPr>
          <p:cNvCxnSpPr>
            <a:cxnSpLocks/>
            <a:stCxn id="12" idx="6"/>
            <a:endCxn id="39" idx="2"/>
          </p:cNvCxnSpPr>
          <p:nvPr/>
        </p:nvCxnSpPr>
        <p:spPr>
          <a:xfrm>
            <a:off x="5132396" y="4557985"/>
            <a:ext cx="1155091" cy="399501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Gerade Verbindung mit Pfeil 101">
            <a:extLst>
              <a:ext uri="{FF2B5EF4-FFF2-40B4-BE49-F238E27FC236}">
                <a16:creationId xmlns:a16="http://schemas.microsoft.com/office/drawing/2014/main" id="{07A3B65A-E0D0-1087-8444-021B2C2027A3}"/>
              </a:ext>
            </a:extLst>
          </p:cNvPr>
          <p:cNvCxnSpPr>
            <a:cxnSpLocks/>
            <a:stCxn id="6" idx="6"/>
            <a:endCxn id="38" idx="2"/>
          </p:cNvCxnSpPr>
          <p:nvPr/>
        </p:nvCxnSpPr>
        <p:spPr>
          <a:xfrm>
            <a:off x="5132396" y="4952489"/>
            <a:ext cx="1155091" cy="366222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 Verbindung mit Pfeil 103">
            <a:extLst>
              <a:ext uri="{FF2B5EF4-FFF2-40B4-BE49-F238E27FC236}">
                <a16:creationId xmlns:a16="http://schemas.microsoft.com/office/drawing/2014/main" id="{35F0271B-A8A4-F1F1-ABDD-23BAC76B0456}"/>
              </a:ext>
            </a:extLst>
          </p:cNvPr>
          <p:cNvCxnSpPr>
            <a:cxnSpLocks/>
            <a:stCxn id="12" idx="6"/>
            <a:endCxn id="38" idx="2"/>
          </p:cNvCxnSpPr>
          <p:nvPr/>
        </p:nvCxnSpPr>
        <p:spPr>
          <a:xfrm>
            <a:off x="5132396" y="4557985"/>
            <a:ext cx="1155091" cy="76072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C6FE20CF-83E0-8667-0F83-11A62C09E5F8}"/>
              </a:ext>
            </a:extLst>
          </p:cNvPr>
          <p:cNvCxnSpPr>
            <a:cxnSpLocks/>
            <a:stCxn id="12" idx="6"/>
            <a:endCxn id="36" idx="2"/>
          </p:cNvCxnSpPr>
          <p:nvPr/>
        </p:nvCxnSpPr>
        <p:spPr>
          <a:xfrm>
            <a:off x="5132396" y="4557985"/>
            <a:ext cx="1162033" cy="1150624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A97275B9-D152-D2C3-5A89-7A950447B7A4}"/>
              </a:ext>
            </a:extLst>
          </p:cNvPr>
          <p:cNvCxnSpPr>
            <a:cxnSpLocks/>
            <a:stCxn id="11" idx="6"/>
            <a:endCxn id="38" idx="2"/>
          </p:cNvCxnSpPr>
          <p:nvPr/>
        </p:nvCxnSpPr>
        <p:spPr>
          <a:xfrm flipV="1">
            <a:off x="5132396" y="5318711"/>
            <a:ext cx="1155091" cy="375829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441F92AF-236B-7E6F-EA6E-30DDAEC8B1E6}"/>
              </a:ext>
            </a:extLst>
          </p:cNvPr>
          <p:cNvCxnSpPr>
            <a:cxnSpLocks/>
            <a:stCxn id="11" idx="6"/>
            <a:endCxn id="41" idx="2"/>
          </p:cNvCxnSpPr>
          <p:nvPr/>
        </p:nvCxnSpPr>
        <p:spPr>
          <a:xfrm flipV="1">
            <a:off x="5132396" y="4572053"/>
            <a:ext cx="1151620" cy="1122487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Gerade Verbindung mit Pfeil 114">
            <a:extLst>
              <a:ext uri="{FF2B5EF4-FFF2-40B4-BE49-F238E27FC236}">
                <a16:creationId xmlns:a16="http://schemas.microsoft.com/office/drawing/2014/main" id="{0AB9467F-CE7F-4C77-73C9-6168E3586A75}"/>
              </a:ext>
            </a:extLst>
          </p:cNvPr>
          <p:cNvCxnSpPr>
            <a:cxnSpLocks/>
            <a:stCxn id="8" idx="6"/>
            <a:endCxn id="41" idx="2"/>
          </p:cNvCxnSpPr>
          <p:nvPr/>
        </p:nvCxnSpPr>
        <p:spPr>
          <a:xfrm flipV="1">
            <a:off x="5117712" y="4572053"/>
            <a:ext cx="1166304" cy="750147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Gerade Verbindung mit Pfeil 119">
            <a:extLst>
              <a:ext uri="{FF2B5EF4-FFF2-40B4-BE49-F238E27FC236}">
                <a16:creationId xmlns:a16="http://schemas.microsoft.com/office/drawing/2014/main" id="{6C905E15-E1E7-75BA-9D86-316CD57A1213}"/>
              </a:ext>
            </a:extLst>
          </p:cNvPr>
          <p:cNvCxnSpPr>
            <a:cxnSpLocks/>
            <a:stCxn id="12" idx="6"/>
            <a:endCxn id="24" idx="2"/>
          </p:cNvCxnSpPr>
          <p:nvPr/>
        </p:nvCxnSpPr>
        <p:spPr>
          <a:xfrm flipV="1">
            <a:off x="5132396" y="3438050"/>
            <a:ext cx="1151620" cy="1119935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Gerade Verbindung mit Pfeil 123">
            <a:extLst>
              <a:ext uri="{FF2B5EF4-FFF2-40B4-BE49-F238E27FC236}">
                <a16:creationId xmlns:a16="http://schemas.microsoft.com/office/drawing/2014/main" id="{4FE41D84-3014-2695-266B-0EB1993448AB}"/>
              </a:ext>
            </a:extLst>
          </p:cNvPr>
          <p:cNvCxnSpPr>
            <a:cxnSpLocks/>
            <a:stCxn id="19" idx="6"/>
            <a:endCxn id="41" idx="2"/>
          </p:cNvCxnSpPr>
          <p:nvPr/>
        </p:nvCxnSpPr>
        <p:spPr>
          <a:xfrm>
            <a:off x="5217938" y="3417556"/>
            <a:ext cx="1066078" cy="1154497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Gerade Verbindung mit Pfeil 127">
            <a:extLst>
              <a:ext uri="{FF2B5EF4-FFF2-40B4-BE49-F238E27FC236}">
                <a16:creationId xmlns:a16="http://schemas.microsoft.com/office/drawing/2014/main" id="{181B32D1-9E29-588A-BBAA-813B8F38833E}"/>
              </a:ext>
            </a:extLst>
          </p:cNvPr>
          <p:cNvCxnSpPr>
            <a:cxnSpLocks/>
            <a:stCxn id="18" idx="6"/>
            <a:endCxn id="41" idx="2"/>
          </p:cNvCxnSpPr>
          <p:nvPr/>
        </p:nvCxnSpPr>
        <p:spPr>
          <a:xfrm>
            <a:off x="5203254" y="3045216"/>
            <a:ext cx="1080762" cy="1526837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E7A50EEB-F1ED-9BC7-9531-E79DBA5E0792}"/>
              </a:ext>
            </a:extLst>
          </p:cNvPr>
          <p:cNvCxnSpPr>
            <a:cxnSpLocks/>
            <a:stCxn id="17" idx="6"/>
            <a:endCxn id="41" idx="2"/>
          </p:cNvCxnSpPr>
          <p:nvPr/>
        </p:nvCxnSpPr>
        <p:spPr>
          <a:xfrm>
            <a:off x="5217938" y="2675505"/>
            <a:ext cx="1066078" cy="1896548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Gerade Verbindung mit Pfeil 133">
            <a:extLst>
              <a:ext uri="{FF2B5EF4-FFF2-40B4-BE49-F238E27FC236}">
                <a16:creationId xmlns:a16="http://schemas.microsoft.com/office/drawing/2014/main" id="{A194DA2E-FA80-714F-8D36-EA93E78482C6}"/>
              </a:ext>
            </a:extLst>
          </p:cNvPr>
          <p:cNvCxnSpPr>
            <a:cxnSpLocks/>
            <a:stCxn id="21" idx="6"/>
            <a:endCxn id="41" idx="2"/>
          </p:cNvCxnSpPr>
          <p:nvPr/>
        </p:nvCxnSpPr>
        <p:spPr>
          <a:xfrm>
            <a:off x="5217938" y="2281001"/>
            <a:ext cx="1066078" cy="2291052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Gerade Verbindung mit Pfeil 137">
            <a:extLst>
              <a:ext uri="{FF2B5EF4-FFF2-40B4-BE49-F238E27FC236}">
                <a16:creationId xmlns:a16="http://schemas.microsoft.com/office/drawing/2014/main" id="{043D5FEB-06FF-972D-03D0-FC4999B33573}"/>
              </a:ext>
            </a:extLst>
          </p:cNvPr>
          <p:cNvCxnSpPr>
            <a:cxnSpLocks/>
            <a:stCxn id="8" idx="6"/>
            <a:endCxn id="24" idx="2"/>
          </p:cNvCxnSpPr>
          <p:nvPr/>
        </p:nvCxnSpPr>
        <p:spPr>
          <a:xfrm flipV="1">
            <a:off x="5117712" y="3438050"/>
            <a:ext cx="1166304" cy="1884150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Gerade Verbindung mit Pfeil 140">
            <a:extLst>
              <a:ext uri="{FF2B5EF4-FFF2-40B4-BE49-F238E27FC236}">
                <a16:creationId xmlns:a16="http://schemas.microsoft.com/office/drawing/2014/main" id="{EA01BD79-FC3F-143F-FF2C-6D2A408653AA}"/>
              </a:ext>
            </a:extLst>
          </p:cNvPr>
          <p:cNvCxnSpPr>
            <a:cxnSpLocks/>
            <a:stCxn id="11" idx="6"/>
            <a:endCxn id="23" idx="2"/>
          </p:cNvCxnSpPr>
          <p:nvPr/>
        </p:nvCxnSpPr>
        <p:spPr>
          <a:xfrm flipV="1">
            <a:off x="5132396" y="3048152"/>
            <a:ext cx="1144678" cy="2646388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Gerade Verbindung mit Pfeil 143">
            <a:extLst>
              <a:ext uri="{FF2B5EF4-FFF2-40B4-BE49-F238E27FC236}">
                <a16:creationId xmlns:a16="http://schemas.microsoft.com/office/drawing/2014/main" id="{72F0FBFC-05A6-C567-6B8C-B25EFA9C8915}"/>
              </a:ext>
            </a:extLst>
          </p:cNvPr>
          <p:cNvCxnSpPr>
            <a:cxnSpLocks/>
            <a:stCxn id="11" idx="6"/>
            <a:endCxn id="22" idx="2"/>
          </p:cNvCxnSpPr>
          <p:nvPr/>
        </p:nvCxnSpPr>
        <p:spPr>
          <a:xfrm flipV="1">
            <a:off x="5132396" y="2686927"/>
            <a:ext cx="1144678" cy="3007613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Gerade Verbindung mit Pfeil 146">
            <a:extLst>
              <a:ext uri="{FF2B5EF4-FFF2-40B4-BE49-F238E27FC236}">
                <a16:creationId xmlns:a16="http://schemas.microsoft.com/office/drawing/2014/main" id="{1325C48C-F75C-BD34-4DED-809909324B29}"/>
              </a:ext>
            </a:extLst>
          </p:cNvPr>
          <p:cNvCxnSpPr>
            <a:cxnSpLocks/>
            <a:stCxn id="12" idx="6"/>
            <a:endCxn id="23" idx="2"/>
          </p:cNvCxnSpPr>
          <p:nvPr/>
        </p:nvCxnSpPr>
        <p:spPr>
          <a:xfrm flipV="1">
            <a:off x="5132396" y="3048152"/>
            <a:ext cx="1144678" cy="1509833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Gerade Verbindung mit Pfeil 149">
            <a:extLst>
              <a:ext uri="{FF2B5EF4-FFF2-40B4-BE49-F238E27FC236}">
                <a16:creationId xmlns:a16="http://schemas.microsoft.com/office/drawing/2014/main" id="{DA989209-EEBA-AA99-0E22-8BFA8DCD2ED4}"/>
              </a:ext>
            </a:extLst>
          </p:cNvPr>
          <p:cNvCxnSpPr>
            <a:cxnSpLocks/>
            <a:stCxn id="12" idx="6"/>
            <a:endCxn id="22" idx="2"/>
          </p:cNvCxnSpPr>
          <p:nvPr/>
        </p:nvCxnSpPr>
        <p:spPr>
          <a:xfrm flipV="1">
            <a:off x="5132396" y="2686927"/>
            <a:ext cx="1144678" cy="1871058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Gerade Verbindung mit Pfeil 152">
            <a:extLst>
              <a:ext uri="{FF2B5EF4-FFF2-40B4-BE49-F238E27FC236}">
                <a16:creationId xmlns:a16="http://schemas.microsoft.com/office/drawing/2014/main" id="{C34F5C4E-8233-232E-1093-076EF16BD655}"/>
              </a:ext>
            </a:extLst>
          </p:cNvPr>
          <p:cNvCxnSpPr>
            <a:cxnSpLocks/>
            <a:stCxn id="21" idx="6"/>
            <a:endCxn id="39" idx="2"/>
          </p:cNvCxnSpPr>
          <p:nvPr/>
        </p:nvCxnSpPr>
        <p:spPr>
          <a:xfrm>
            <a:off x="5217938" y="2281001"/>
            <a:ext cx="1069549" cy="2676485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Gerade Verbindung mit Pfeil 155">
            <a:extLst>
              <a:ext uri="{FF2B5EF4-FFF2-40B4-BE49-F238E27FC236}">
                <a16:creationId xmlns:a16="http://schemas.microsoft.com/office/drawing/2014/main" id="{61D667CD-8315-F02E-A8AA-8105AD7098CF}"/>
              </a:ext>
            </a:extLst>
          </p:cNvPr>
          <p:cNvCxnSpPr>
            <a:cxnSpLocks/>
            <a:stCxn id="21" idx="6"/>
            <a:endCxn id="38" idx="2"/>
          </p:cNvCxnSpPr>
          <p:nvPr/>
        </p:nvCxnSpPr>
        <p:spPr>
          <a:xfrm>
            <a:off x="5217938" y="2281001"/>
            <a:ext cx="1069549" cy="3037710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Gerade Verbindung mit Pfeil 157">
            <a:extLst>
              <a:ext uri="{FF2B5EF4-FFF2-40B4-BE49-F238E27FC236}">
                <a16:creationId xmlns:a16="http://schemas.microsoft.com/office/drawing/2014/main" id="{8BB00663-F2BE-0241-108E-63D751C5C9D1}"/>
              </a:ext>
            </a:extLst>
          </p:cNvPr>
          <p:cNvCxnSpPr>
            <a:cxnSpLocks/>
            <a:stCxn id="21" idx="6"/>
            <a:endCxn id="36" idx="2"/>
          </p:cNvCxnSpPr>
          <p:nvPr/>
        </p:nvCxnSpPr>
        <p:spPr>
          <a:xfrm>
            <a:off x="5217938" y="2281001"/>
            <a:ext cx="1076491" cy="3427608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Gerade Verbindung mit Pfeil 161">
            <a:extLst>
              <a:ext uri="{FF2B5EF4-FFF2-40B4-BE49-F238E27FC236}">
                <a16:creationId xmlns:a16="http://schemas.microsoft.com/office/drawing/2014/main" id="{590A1ED2-B46B-E784-9C9A-3195C2E0EBB6}"/>
              </a:ext>
            </a:extLst>
          </p:cNvPr>
          <p:cNvCxnSpPr>
            <a:cxnSpLocks/>
            <a:stCxn id="17" idx="6"/>
            <a:endCxn id="41" idx="2"/>
          </p:cNvCxnSpPr>
          <p:nvPr/>
        </p:nvCxnSpPr>
        <p:spPr>
          <a:xfrm>
            <a:off x="5217938" y="2675505"/>
            <a:ext cx="1066078" cy="1896548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Gerade Verbindung mit Pfeil 164">
            <a:extLst>
              <a:ext uri="{FF2B5EF4-FFF2-40B4-BE49-F238E27FC236}">
                <a16:creationId xmlns:a16="http://schemas.microsoft.com/office/drawing/2014/main" id="{473E8BAB-4FC2-C27B-6804-1D22FF661CDA}"/>
              </a:ext>
            </a:extLst>
          </p:cNvPr>
          <p:cNvCxnSpPr>
            <a:cxnSpLocks/>
            <a:stCxn id="17" idx="6"/>
            <a:endCxn id="39" idx="2"/>
          </p:cNvCxnSpPr>
          <p:nvPr/>
        </p:nvCxnSpPr>
        <p:spPr>
          <a:xfrm>
            <a:off x="5217938" y="2675505"/>
            <a:ext cx="1069549" cy="2281981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Gerade Verbindung mit Pfeil 167">
            <a:extLst>
              <a:ext uri="{FF2B5EF4-FFF2-40B4-BE49-F238E27FC236}">
                <a16:creationId xmlns:a16="http://schemas.microsoft.com/office/drawing/2014/main" id="{7257B62C-1243-C18C-5D27-FF7073650A88}"/>
              </a:ext>
            </a:extLst>
          </p:cNvPr>
          <p:cNvCxnSpPr>
            <a:cxnSpLocks/>
            <a:stCxn id="17" idx="6"/>
            <a:endCxn id="38" idx="2"/>
          </p:cNvCxnSpPr>
          <p:nvPr/>
        </p:nvCxnSpPr>
        <p:spPr>
          <a:xfrm>
            <a:off x="5217938" y="2675505"/>
            <a:ext cx="1069549" cy="264320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Gerade Verbindung mit Pfeil 170">
            <a:extLst>
              <a:ext uri="{FF2B5EF4-FFF2-40B4-BE49-F238E27FC236}">
                <a16:creationId xmlns:a16="http://schemas.microsoft.com/office/drawing/2014/main" id="{BEF2D07B-FB88-7676-2347-1AE443FF6E07}"/>
              </a:ext>
            </a:extLst>
          </p:cNvPr>
          <p:cNvCxnSpPr>
            <a:cxnSpLocks/>
            <a:stCxn id="17" idx="6"/>
            <a:endCxn id="36" idx="2"/>
          </p:cNvCxnSpPr>
          <p:nvPr/>
        </p:nvCxnSpPr>
        <p:spPr>
          <a:xfrm>
            <a:off x="5217938" y="2675505"/>
            <a:ext cx="1076491" cy="3033104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920DAB0E-9688-C8F7-221A-5541627D98A3}"/>
              </a:ext>
            </a:extLst>
          </p:cNvPr>
          <p:cNvCxnSpPr>
            <a:cxnSpLocks/>
            <a:stCxn id="18" idx="6"/>
            <a:endCxn id="39" idx="2"/>
          </p:cNvCxnSpPr>
          <p:nvPr/>
        </p:nvCxnSpPr>
        <p:spPr>
          <a:xfrm>
            <a:off x="5203254" y="3045216"/>
            <a:ext cx="1084233" cy="1912270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Gerade Verbindung mit Pfeil 178">
            <a:extLst>
              <a:ext uri="{FF2B5EF4-FFF2-40B4-BE49-F238E27FC236}">
                <a16:creationId xmlns:a16="http://schemas.microsoft.com/office/drawing/2014/main" id="{ACC19F2C-3FA1-0F2A-DD72-7BF217796041}"/>
              </a:ext>
            </a:extLst>
          </p:cNvPr>
          <p:cNvCxnSpPr>
            <a:cxnSpLocks/>
          </p:cNvCxnSpPr>
          <p:nvPr/>
        </p:nvCxnSpPr>
        <p:spPr>
          <a:xfrm>
            <a:off x="5205031" y="3028939"/>
            <a:ext cx="1011237" cy="2289772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Gerade Verbindung mit Pfeil 181">
            <a:extLst>
              <a:ext uri="{FF2B5EF4-FFF2-40B4-BE49-F238E27FC236}">
                <a16:creationId xmlns:a16="http://schemas.microsoft.com/office/drawing/2014/main" id="{BA01A94F-FD95-59CA-BFAE-D7313A5C5407}"/>
              </a:ext>
            </a:extLst>
          </p:cNvPr>
          <p:cNvCxnSpPr>
            <a:cxnSpLocks/>
            <a:stCxn id="18" idx="6"/>
            <a:endCxn id="36" idx="2"/>
          </p:cNvCxnSpPr>
          <p:nvPr/>
        </p:nvCxnSpPr>
        <p:spPr>
          <a:xfrm>
            <a:off x="5203254" y="3045216"/>
            <a:ext cx="1091175" cy="2663393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Gerade Verbindung mit Pfeil 194">
            <a:extLst>
              <a:ext uri="{FF2B5EF4-FFF2-40B4-BE49-F238E27FC236}">
                <a16:creationId xmlns:a16="http://schemas.microsoft.com/office/drawing/2014/main" id="{5AC2416A-BD5D-1A02-3DAB-ED5E67E6851F}"/>
              </a:ext>
            </a:extLst>
          </p:cNvPr>
          <p:cNvCxnSpPr>
            <a:cxnSpLocks/>
            <a:stCxn id="54" idx="2"/>
            <a:endCxn id="41" idx="6"/>
          </p:cNvCxnSpPr>
          <p:nvPr/>
        </p:nvCxnSpPr>
        <p:spPr>
          <a:xfrm flipH="1">
            <a:off x="6622682" y="4321950"/>
            <a:ext cx="1122142" cy="250103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Gerade Verbindung mit Pfeil 196">
            <a:extLst>
              <a:ext uri="{FF2B5EF4-FFF2-40B4-BE49-F238E27FC236}">
                <a16:creationId xmlns:a16="http://schemas.microsoft.com/office/drawing/2014/main" id="{527D6A3F-9B93-C7EE-7B33-83CC70800B5C}"/>
              </a:ext>
            </a:extLst>
          </p:cNvPr>
          <p:cNvCxnSpPr>
            <a:cxnSpLocks/>
            <a:stCxn id="54" idx="2"/>
            <a:endCxn id="39" idx="6"/>
          </p:cNvCxnSpPr>
          <p:nvPr/>
        </p:nvCxnSpPr>
        <p:spPr>
          <a:xfrm flipH="1">
            <a:off x="6626153" y="4321950"/>
            <a:ext cx="1118671" cy="63553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Gerade Verbindung mit Pfeil 198">
            <a:extLst>
              <a:ext uri="{FF2B5EF4-FFF2-40B4-BE49-F238E27FC236}">
                <a16:creationId xmlns:a16="http://schemas.microsoft.com/office/drawing/2014/main" id="{4643DA1E-0875-98BC-647C-6704FF6956D0}"/>
              </a:ext>
            </a:extLst>
          </p:cNvPr>
          <p:cNvCxnSpPr>
            <a:cxnSpLocks/>
            <a:stCxn id="54" idx="2"/>
            <a:endCxn id="38" idx="6"/>
          </p:cNvCxnSpPr>
          <p:nvPr/>
        </p:nvCxnSpPr>
        <p:spPr>
          <a:xfrm flipH="1">
            <a:off x="6626153" y="4321950"/>
            <a:ext cx="1118671" cy="996761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Gerade Verbindung mit Pfeil 202">
            <a:extLst>
              <a:ext uri="{FF2B5EF4-FFF2-40B4-BE49-F238E27FC236}">
                <a16:creationId xmlns:a16="http://schemas.microsoft.com/office/drawing/2014/main" id="{25692DEF-E8F8-9F7A-9279-7BE83B947CC9}"/>
              </a:ext>
            </a:extLst>
          </p:cNvPr>
          <p:cNvCxnSpPr>
            <a:cxnSpLocks/>
            <a:stCxn id="54" idx="2"/>
            <a:endCxn id="36" idx="6"/>
          </p:cNvCxnSpPr>
          <p:nvPr/>
        </p:nvCxnSpPr>
        <p:spPr>
          <a:xfrm flipH="1">
            <a:off x="6633095" y="4321950"/>
            <a:ext cx="1111729" cy="1386659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Gerade Verbindung mit Pfeil 208">
            <a:extLst>
              <a:ext uri="{FF2B5EF4-FFF2-40B4-BE49-F238E27FC236}">
                <a16:creationId xmlns:a16="http://schemas.microsoft.com/office/drawing/2014/main" id="{25DF626F-2CE9-E3F0-878E-4890DA17D63E}"/>
              </a:ext>
            </a:extLst>
          </p:cNvPr>
          <p:cNvCxnSpPr>
            <a:cxnSpLocks/>
            <a:stCxn id="53" idx="2"/>
            <a:endCxn id="36" idx="6"/>
          </p:cNvCxnSpPr>
          <p:nvPr/>
        </p:nvCxnSpPr>
        <p:spPr>
          <a:xfrm flipH="1">
            <a:off x="6633095" y="4711848"/>
            <a:ext cx="1118671" cy="996761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Gerade Verbindung mit Pfeil 211">
            <a:extLst>
              <a:ext uri="{FF2B5EF4-FFF2-40B4-BE49-F238E27FC236}">
                <a16:creationId xmlns:a16="http://schemas.microsoft.com/office/drawing/2014/main" id="{4F0C4726-96F3-F994-A84A-8B03C9D30168}"/>
              </a:ext>
            </a:extLst>
          </p:cNvPr>
          <p:cNvCxnSpPr>
            <a:cxnSpLocks/>
            <a:stCxn id="53" idx="2"/>
            <a:endCxn id="38" idx="6"/>
          </p:cNvCxnSpPr>
          <p:nvPr/>
        </p:nvCxnSpPr>
        <p:spPr>
          <a:xfrm flipH="1">
            <a:off x="6626153" y="4711848"/>
            <a:ext cx="1125613" cy="606863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Gerade Verbindung mit Pfeil 213">
            <a:extLst>
              <a:ext uri="{FF2B5EF4-FFF2-40B4-BE49-F238E27FC236}">
                <a16:creationId xmlns:a16="http://schemas.microsoft.com/office/drawing/2014/main" id="{C6541472-EC4F-EDA0-8BD2-FE6214755B87}"/>
              </a:ext>
            </a:extLst>
          </p:cNvPr>
          <p:cNvCxnSpPr>
            <a:cxnSpLocks/>
            <a:stCxn id="53" idx="2"/>
            <a:endCxn id="39" idx="6"/>
          </p:cNvCxnSpPr>
          <p:nvPr/>
        </p:nvCxnSpPr>
        <p:spPr>
          <a:xfrm flipH="1">
            <a:off x="6626153" y="4711848"/>
            <a:ext cx="1125613" cy="245638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Gerade Verbindung mit Pfeil 215">
            <a:extLst>
              <a:ext uri="{FF2B5EF4-FFF2-40B4-BE49-F238E27FC236}">
                <a16:creationId xmlns:a16="http://schemas.microsoft.com/office/drawing/2014/main" id="{53A0E227-8D48-C19B-66E8-7A3460147461}"/>
              </a:ext>
            </a:extLst>
          </p:cNvPr>
          <p:cNvCxnSpPr>
            <a:cxnSpLocks/>
            <a:stCxn id="53" idx="2"/>
            <a:endCxn id="41" idx="6"/>
          </p:cNvCxnSpPr>
          <p:nvPr/>
        </p:nvCxnSpPr>
        <p:spPr>
          <a:xfrm flipH="1" flipV="1">
            <a:off x="6622682" y="4572053"/>
            <a:ext cx="1129084" cy="139795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Gerade Verbindung mit Pfeil 220">
            <a:extLst>
              <a:ext uri="{FF2B5EF4-FFF2-40B4-BE49-F238E27FC236}">
                <a16:creationId xmlns:a16="http://schemas.microsoft.com/office/drawing/2014/main" id="{C4A3F265-BA87-9572-DAE7-59CEE131A205}"/>
              </a:ext>
            </a:extLst>
          </p:cNvPr>
          <p:cNvCxnSpPr>
            <a:cxnSpLocks/>
            <a:stCxn id="56" idx="2"/>
            <a:endCxn id="36" idx="6"/>
          </p:cNvCxnSpPr>
          <p:nvPr/>
        </p:nvCxnSpPr>
        <p:spPr>
          <a:xfrm flipH="1">
            <a:off x="6633095" y="3960725"/>
            <a:ext cx="1111729" cy="1747884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Gerade Verbindung mit Pfeil 228">
            <a:extLst>
              <a:ext uri="{FF2B5EF4-FFF2-40B4-BE49-F238E27FC236}">
                <a16:creationId xmlns:a16="http://schemas.microsoft.com/office/drawing/2014/main" id="{B0FBA803-94B0-8276-F55F-CC87F3FFA3D8}"/>
              </a:ext>
            </a:extLst>
          </p:cNvPr>
          <p:cNvCxnSpPr>
            <a:cxnSpLocks/>
            <a:stCxn id="56" idx="2"/>
            <a:endCxn id="38" idx="6"/>
          </p:cNvCxnSpPr>
          <p:nvPr/>
        </p:nvCxnSpPr>
        <p:spPr>
          <a:xfrm flipH="1">
            <a:off x="6626153" y="3960725"/>
            <a:ext cx="1118671" cy="135798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Gerade Verbindung mit Pfeil 237">
            <a:extLst>
              <a:ext uri="{FF2B5EF4-FFF2-40B4-BE49-F238E27FC236}">
                <a16:creationId xmlns:a16="http://schemas.microsoft.com/office/drawing/2014/main" id="{75DA2DAD-0E9E-B98F-BA53-EB91665961F2}"/>
              </a:ext>
            </a:extLst>
          </p:cNvPr>
          <p:cNvCxnSpPr>
            <a:cxnSpLocks/>
            <a:stCxn id="56" idx="2"/>
            <a:endCxn id="39" idx="6"/>
          </p:cNvCxnSpPr>
          <p:nvPr/>
        </p:nvCxnSpPr>
        <p:spPr>
          <a:xfrm flipH="1">
            <a:off x="6626153" y="3960725"/>
            <a:ext cx="1118671" cy="996761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Gerade Verbindung mit Pfeil 241">
            <a:extLst>
              <a:ext uri="{FF2B5EF4-FFF2-40B4-BE49-F238E27FC236}">
                <a16:creationId xmlns:a16="http://schemas.microsoft.com/office/drawing/2014/main" id="{478EAEA1-AB15-E340-3501-214B6D63CFC2}"/>
              </a:ext>
            </a:extLst>
          </p:cNvPr>
          <p:cNvCxnSpPr>
            <a:cxnSpLocks/>
            <a:stCxn id="56" idx="2"/>
            <a:endCxn id="41" idx="6"/>
          </p:cNvCxnSpPr>
          <p:nvPr/>
        </p:nvCxnSpPr>
        <p:spPr>
          <a:xfrm flipH="1">
            <a:off x="6622682" y="3960725"/>
            <a:ext cx="1122142" cy="611328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Gerade Verbindung mit Pfeil 244">
            <a:extLst>
              <a:ext uri="{FF2B5EF4-FFF2-40B4-BE49-F238E27FC236}">
                <a16:creationId xmlns:a16="http://schemas.microsoft.com/office/drawing/2014/main" id="{4C05D1CD-E810-C892-B07E-2E5C11E4B6F3}"/>
              </a:ext>
            </a:extLst>
          </p:cNvPr>
          <p:cNvCxnSpPr>
            <a:cxnSpLocks/>
            <a:stCxn id="57" idx="2"/>
            <a:endCxn id="41" idx="6"/>
          </p:cNvCxnSpPr>
          <p:nvPr/>
        </p:nvCxnSpPr>
        <p:spPr>
          <a:xfrm flipH="1">
            <a:off x="6622682" y="3575292"/>
            <a:ext cx="1118671" cy="996761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Gerade Verbindung mit Pfeil 247">
            <a:extLst>
              <a:ext uri="{FF2B5EF4-FFF2-40B4-BE49-F238E27FC236}">
                <a16:creationId xmlns:a16="http://schemas.microsoft.com/office/drawing/2014/main" id="{0F8944F4-615D-FF78-07B6-1AEDEB175578}"/>
              </a:ext>
            </a:extLst>
          </p:cNvPr>
          <p:cNvCxnSpPr>
            <a:cxnSpLocks/>
            <a:stCxn id="57" idx="2"/>
            <a:endCxn id="39" idx="6"/>
          </p:cNvCxnSpPr>
          <p:nvPr/>
        </p:nvCxnSpPr>
        <p:spPr>
          <a:xfrm flipH="1">
            <a:off x="6626153" y="3575292"/>
            <a:ext cx="1115200" cy="1382194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Gerade Verbindung mit Pfeil 250">
            <a:extLst>
              <a:ext uri="{FF2B5EF4-FFF2-40B4-BE49-F238E27FC236}">
                <a16:creationId xmlns:a16="http://schemas.microsoft.com/office/drawing/2014/main" id="{E28C2A2E-2474-CDBC-96AA-65FF628443F7}"/>
              </a:ext>
            </a:extLst>
          </p:cNvPr>
          <p:cNvCxnSpPr>
            <a:cxnSpLocks/>
            <a:stCxn id="57" idx="2"/>
            <a:endCxn id="38" idx="6"/>
          </p:cNvCxnSpPr>
          <p:nvPr/>
        </p:nvCxnSpPr>
        <p:spPr>
          <a:xfrm flipH="1">
            <a:off x="6626153" y="3575292"/>
            <a:ext cx="1115200" cy="1743419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Gerade Verbindung mit Pfeil 252">
            <a:extLst>
              <a:ext uri="{FF2B5EF4-FFF2-40B4-BE49-F238E27FC236}">
                <a16:creationId xmlns:a16="http://schemas.microsoft.com/office/drawing/2014/main" id="{6D416E7D-3B02-2E5A-39DE-71E909A35BBF}"/>
              </a:ext>
            </a:extLst>
          </p:cNvPr>
          <p:cNvCxnSpPr>
            <a:cxnSpLocks/>
            <a:stCxn id="57" idx="2"/>
            <a:endCxn id="36" idx="6"/>
          </p:cNvCxnSpPr>
          <p:nvPr/>
        </p:nvCxnSpPr>
        <p:spPr>
          <a:xfrm flipH="1">
            <a:off x="6633095" y="3575292"/>
            <a:ext cx="1108258" cy="2133317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Gerade Verbindung mit Pfeil 256">
            <a:extLst>
              <a:ext uri="{FF2B5EF4-FFF2-40B4-BE49-F238E27FC236}">
                <a16:creationId xmlns:a16="http://schemas.microsoft.com/office/drawing/2014/main" id="{AA6D4902-9A3F-CFC1-75E5-3829FD9E1EA2}"/>
              </a:ext>
            </a:extLst>
          </p:cNvPr>
          <p:cNvCxnSpPr>
            <a:cxnSpLocks/>
            <a:stCxn id="56" idx="2"/>
            <a:endCxn id="25" idx="6"/>
          </p:cNvCxnSpPr>
          <p:nvPr/>
        </p:nvCxnSpPr>
        <p:spPr>
          <a:xfrm flipH="1" flipV="1">
            <a:off x="6612269" y="2301494"/>
            <a:ext cx="1132555" cy="1659231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Gerade Verbindung mit Pfeil 258">
            <a:extLst>
              <a:ext uri="{FF2B5EF4-FFF2-40B4-BE49-F238E27FC236}">
                <a16:creationId xmlns:a16="http://schemas.microsoft.com/office/drawing/2014/main" id="{EA7D4DB5-2461-49FA-7DC8-1D7043538494}"/>
              </a:ext>
            </a:extLst>
          </p:cNvPr>
          <p:cNvCxnSpPr>
            <a:cxnSpLocks/>
            <a:stCxn id="54" idx="2"/>
            <a:endCxn id="25" idx="6"/>
          </p:cNvCxnSpPr>
          <p:nvPr/>
        </p:nvCxnSpPr>
        <p:spPr>
          <a:xfrm flipH="1" flipV="1">
            <a:off x="6612269" y="2301494"/>
            <a:ext cx="1132555" cy="202045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Gerade Verbindung mit Pfeil 261">
            <a:extLst>
              <a:ext uri="{FF2B5EF4-FFF2-40B4-BE49-F238E27FC236}">
                <a16:creationId xmlns:a16="http://schemas.microsoft.com/office/drawing/2014/main" id="{73617A4C-0077-C8D5-8565-369A78F73DD2}"/>
              </a:ext>
            </a:extLst>
          </p:cNvPr>
          <p:cNvCxnSpPr>
            <a:cxnSpLocks/>
            <a:stCxn id="53" idx="2"/>
            <a:endCxn id="25" idx="6"/>
          </p:cNvCxnSpPr>
          <p:nvPr/>
        </p:nvCxnSpPr>
        <p:spPr>
          <a:xfrm flipH="1" flipV="1">
            <a:off x="6612269" y="2301494"/>
            <a:ext cx="1139497" cy="2410354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Gerade Verbindung mit Pfeil 266">
            <a:extLst>
              <a:ext uri="{FF2B5EF4-FFF2-40B4-BE49-F238E27FC236}">
                <a16:creationId xmlns:a16="http://schemas.microsoft.com/office/drawing/2014/main" id="{C9467635-C1A8-7618-6AFE-16A8C07B61E6}"/>
              </a:ext>
            </a:extLst>
          </p:cNvPr>
          <p:cNvCxnSpPr>
            <a:cxnSpLocks/>
            <a:stCxn id="53" idx="2"/>
            <a:endCxn id="22" idx="6"/>
          </p:cNvCxnSpPr>
          <p:nvPr/>
        </p:nvCxnSpPr>
        <p:spPr>
          <a:xfrm flipH="1" flipV="1">
            <a:off x="6615740" y="2686927"/>
            <a:ext cx="1136026" cy="2024921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Gerade Verbindung mit Pfeil 270">
            <a:extLst>
              <a:ext uri="{FF2B5EF4-FFF2-40B4-BE49-F238E27FC236}">
                <a16:creationId xmlns:a16="http://schemas.microsoft.com/office/drawing/2014/main" id="{E89CE79D-47C6-B42D-D1DF-E5F11E34BCDC}"/>
              </a:ext>
            </a:extLst>
          </p:cNvPr>
          <p:cNvCxnSpPr>
            <a:cxnSpLocks/>
            <a:stCxn id="54" idx="2"/>
            <a:endCxn id="22" idx="6"/>
          </p:cNvCxnSpPr>
          <p:nvPr/>
        </p:nvCxnSpPr>
        <p:spPr>
          <a:xfrm flipH="1" flipV="1">
            <a:off x="6615740" y="2686927"/>
            <a:ext cx="1129084" cy="1635023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Gerade Verbindung mit Pfeil 273">
            <a:extLst>
              <a:ext uri="{FF2B5EF4-FFF2-40B4-BE49-F238E27FC236}">
                <a16:creationId xmlns:a16="http://schemas.microsoft.com/office/drawing/2014/main" id="{84B744AD-18AC-B5A3-ECD3-13529C917F72}"/>
              </a:ext>
            </a:extLst>
          </p:cNvPr>
          <p:cNvCxnSpPr>
            <a:cxnSpLocks/>
            <a:stCxn id="54" idx="2"/>
            <a:endCxn id="23" idx="6"/>
          </p:cNvCxnSpPr>
          <p:nvPr/>
        </p:nvCxnSpPr>
        <p:spPr>
          <a:xfrm flipH="1" flipV="1">
            <a:off x="6615740" y="3048152"/>
            <a:ext cx="1129084" cy="1273798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Gerade Verbindung mit Pfeil 276">
            <a:extLst>
              <a:ext uri="{FF2B5EF4-FFF2-40B4-BE49-F238E27FC236}">
                <a16:creationId xmlns:a16="http://schemas.microsoft.com/office/drawing/2014/main" id="{3C5233FB-7B78-4043-3D02-E437539BC5BD}"/>
              </a:ext>
            </a:extLst>
          </p:cNvPr>
          <p:cNvCxnSpPr>
            <a:cxnSpLocks/>
            <a:stCxn id="56" idx="2"/>
            <a:endCxn id="24" idx="6"/>
          </p:cNvCxnSpPr>
          <p:nvPr/>
        </p:nvCxnSpPr>
        <p:spPr>
          <a:xfrm flipH="1" flipV="1">
            <a:off x="6622682" y="3438050"/>
            <a:ext cx="1122142" cy="522675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Gerade Verbindung mit Pfeil 279">
            <a:extLst>
              <a:ext uri="{FF2B5EF4-FFF2-40B4-BE49-F238E27FC236}">
                <a16:creationId xmlns:a16="http://schemas.microsoft.com/office/drawing/2014/main" id="{5924E2F4-121C-F73F-46D3-5AF06213DD9B}"/>
              </a:ext>
            </a:extLst>
          </p:cNvPr>
          <p:cNvCxnSpPr>
            <a:cxnSpLocks/>
            <a:stCxn id="54" idx="2"/>
            <a:endCxn id="24" idx="6"/>
          </p:cNvCxnSpPr>
          <p:nvPr/>
        </p:nvCxnSpPr>
        <p:spPr>
          <a:xfrm flipH="1" flipV="1">
            <a:off x="6622682" y="3438050"/>
            <a:ext cx="1122142" cy="883900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Gerade Verbindung mit Pfeil 282">
            <a:extLst>
              <a:ext uri="{FF2B5EF4-FFF2-40B4-BE49-F238E27FC236}">
                <a16:creationId xmlns:a16="http://schemas.microsoft.com/office/drawing/2014/main" id="{E754C211-02A1-EF6C-DB64-A0BE7699A207}"/>
              </a:ext>
            </a:extLst>
          </p:cNvPr>
          <p:cNvCxnSpPr>
            <a:cxnSpLocks/>
            <a:stCxn id="53" idx="2"/>
            <a:endCxn id="24" idx="6"/>
          </p:cNvCxnSpPr>
          <p:nvPr/>
        </p:nvCxnSpPr>
        <p:spPr>
          <a:xfrm flipH="1" flipV="1">
            <a:off x="6622682" y="3438050"/>
            <a:ext cx="1129084" cy="1273798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Gerade Verbindung mit Pfeil 285">
            <a:extLst>
              <a:ext uri="{FF2B5EF4-FFF2-40B4-BE49-F238E27FC236}">
                <a16:creationId xmlns:a16="http://schemas.microsoft.com/office/drawing/2014/main" id="{C1A1AC35-54E4-82AE-CEEC-9E5B38607D0E}"/>
              </a:ext>
            </a:extLst>
          </p:cNvPr>
          <p:cNvCxnSpPr>
            <a:cxnSpLocks/>
            <a:stCxn id="53" idx="2"/>
            <a:endCxn id="23" idx="6"/>
          </p:cNvCxnSpPr>
          <p:nvPr/>
        </p:nvCxnSpPr>
        <p:spPr>
          <a:xfrm flipH="1" flipV="1">
            <a:off x="6615740" y="3048152"/>
            <a:ext cx="1136026" cy="166369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Gerade Verbindung mit Pfeil 288">
            <a:extLst>
              <a:ext uri="{FF2B5EF4-FFF2-40B4-BE49-F238E27FC236}">
                <a16:creationId xmlns:a16="http://schemas.microsoft.com/office/drawing/2014/main" id="{B8B2C6DA-8CD9-E9AF-37E0-067443A1B2DA}"/>
              </a:ext>
            </a:extLst>
          </p:cNvPr>
          <p:cNvCxnSpPr>
            <a:cxnSpLocks/>
            <a:stCxn id="56" idx="2"/>
            <a:endCxn id="23" idx="6"/>
          </p:cNvCxnSpPr>
          <p:nvPr/>
        </p:nvCxnSpPr>
        <p:spPr>
          <a:xfrm flipH="1" flipV="1">
            <a:off x="6615740" y="3048152"/>
            <a:ext cx="1129084" cy="912573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Gerade Verbindung mit Pfeil 291">
            <a:extLst>
              <a:ext uri="{FF2B5EF4-FFF2-40B4-BE49-F238E27FC236}">
                <a16:creationId xmlns:a16="http://schemas.microsoft.com/office/drawing/2014/main" id="{07EC3DA9-B774-E738-06D6-B6C991CED96C}"/>
              </a:ext>
            </a:extLst>
          </p:cNvPr>
          <p:cNvCxnSpPr>
            <a:cxnSpLocks/>
            <a:stCxn id="56" idx="2"/>
            <a:endCxn id="22" idx="6"/>
          </p:cNvCxnSpPr>
          <p:nvPr/>
        </p:nvCxnSpPr>
        <p:spPr>
          <a:xfrm flipH="1" flipV="1">
            <a:off x="6615740" y="2686927"/>
            <a:ext cx="1129084" cy="1273798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Gerade Verbindung mit Pfeil 458">
            <a:extLst>
              <a:ext uri="{FF2B5EF4-FFF2-40B4-BE49-F238E27FC236}">
                <a16:creationId xmlns:a16="http://schemas.microsoft.com/office/drawing/2014/main" id="{1EF427AA-B54E-CE34-C672-D73B132D5BDC}"/>
              </a:ext>
            </a:extLst>
          </p:cNvPr>
          <p:cNvCxnSpPr>
            <a:cxnSpLocks/>
            <a:stCxn id="48" idx="2"/>
            <a:endCxn id="57" idx="6"/>
          </p:cNvCxnSpPr>
          <p:nvPr/>
        </p:nvCxnSpPr>
        <p:spPr>
          <a:xfrm flipH="1" flipV="1">
            <a:off x="8080019" y="3575292"/>
            <a:ext cx="778448" cy="609884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Gerade Verbindung mit Pfeil 461">
            <a:extLst>
              <a:ext uri="{FF2B5EF4-FFF2-40B4-BE49-F238E27FC236}">
                <a16:creationId xmlns:a16="http://schemas.microsoft.com/office/drawing/2014/main" id="{8DB9494A-859E-2B66-FA8D-0A60E5DFE0C2}"/>
              </a:ext>
            </a:extLst>
          </p:cNvPr>
          <p:cNvCxnSpPr>
            <a:cxnSpLocks/>
            <a:stCxn id="48" idx="2"/>
            <a:endCxn id="56" idx="6"/>
          </p:cNvCxnSpPr>
          <p:nvPr/>
        </p:nvCxnSpPr>
        <p:spPr>
          <a:xfrm flipH="1" flipV="1">
            <a:off x="8083490" y="3960725"/>
            <a:ext cx="774977" cy="224451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Gerade Verbindung mit Pfeil 464">
            <a:extLst>
              <a:ext uri="{FF2B5EF4-FFF2-40B4-BE49-F238E27FC236}">
                <a16:creationId xmlns:a16="http://schemas.microsoft.com/office/drawing/2014/main" id="{F37B6858-AD27-D157-9959-705D5CA7A9A7}"/>
              </a:ext>
            </a:extLst>
          </p:cNvPr>
          <p:cNvCxnSpPr>
            <a:cxnSpLocks/>
            <a:stCxn id="48" idx="2"/>
            <a:endCxn id="54" idx="6"/>
          </p:cNvCxnSpPr>
          <p:nvPr/>
        </p:nvCxnSpPr>
        <p:spPr>
          <a:xfrm flipH="1">
            <a:off x="8083490" y="4185176"/>
            <a:ext cx="774977" cy="136774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Gerade Verbindung mit Pfeil 467">
            <a:extLst>
              <a:ext uri="{FF2B5EF4-FFF2-40B4-BE49-F238E27FC236}">
                <a16:creationId xmlns:a16="http://schemas.microsoft.com/office/drawing/2014/main" id="{D07BF706-9E87-8E19-FA17-CE5544C720A5}"/>
              </a:ext>
            </a:extLst>
          </p:cNvPr>
          <p:cNvCxnSpPr>
            <a:cxnSpLocks/>
            <a:stCxn id="48" idx="2"/>
            <a:endCxn id="53" idx="6"/>
          </p:cNvCxnSpPr>
          <p:nvPr/>
        </p:nvCxnSpPr>
        <p:spPr>
          <a:xfrm flipH="1">
            <a:off x="8090432" y="4185176"/>
            <a:ext cx="768035" cy="526672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1" name="Textfeld 470">
            <a:extLst>
              <a:ext uri="{FF2B5EF4-FFF2-40B4-BE49-F238E27FC236}">
                <a16:creationId xmlns:a16="http://schemas.microsoft.com/office/drawing/2014/main" id="{C1BC4017-FEA0-FB24-1EE0-CAC5B90E0A04}"/>
              </a:ext>
            </a:extLst>
          </p:cNvPr>
          <p:cNvSpPr txBox="1"/>
          <p:nvPr/>
        </p:nvSpPr>
        <p:spPr>
          <a:xfrm>
            <a:off x="7256469" y="5931958"/>
            <a:ext cx="14816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100" dirty="0"/>
              <a:t>3ra Capa oculta</a:t>
            </a:r>
          </a:p>
          <a:p>
            <a:pPr algn="ctr"/>
            <a:r>
              <a:rPr lang="es-ES_tradnl" sz="1100" dirty="0"/>
              <a:t>256  neuronas</a:t>
            </a:r>
          </a:p>
          <a:p>
            <a:pPr algn="ctr"/>
            <a:r>
              <a:rPr lang="es-ES_tradnl" sz="1100" dirty="0"/>
              <a:t>(ReLu)  </a:t>
            </a:r>
          </a:p>
        </p:txBody>
      </p:sp>
      <p:cxnSp>
        <p:nvCxnSpPr>
          <p:cNvPr id="472" name="Gerade Verbindung mit Pfeil 471">
            <a:extLst>
              <a:ext uri="{FF2B5EF4-FFF2-40B4-BE49-F238E27FC236}">
                <a16:creationId xmlns:a16="http://schemas.microsoft.com/office/drawing/2014/main" id="{6AA3894E-EABD-A2C5-470C-02031FFECC42}"/>
              </a:ext>
            </a:extLst>
          </p:cNvPr>
          <p:cNvCxnSpPr>
            <a:cxnSpLocks/>
            <a:stCxn id="6" idx="6"/>
            <a:endCxn id="41" idx="2"/>
          </p:cNvCxnSpPr>
          <p:nvPr/>
        </p:nvCxnSpPr>
        <p:spPr>
          <a:xfrm flipV="1">
            <a:off x="5132396" y="4572053"/>
            <a:ext cx="1151620" cy="38043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Gerade Verbindung mit Pfeil 474">
            <a:extLst>
              <a:ext uri="{FF2B5EF4-FFF2-40B4-BE49-F238E27FC236}">
                <a16:creationId xmlns:a16="http://schemas.microsoft.com/office/drawing/2014/main" id="{59D1CD3B-2F8C-04E5-C56D-421699396081}"/>
              </a:ext>
            </a:extLst>
          </p:cNvPr>
          <p:cNvCxnSpPr>
            <a:cxnSpLocks/>
            <a:stCxn id="19" idx="6"/>
            <a:endCxn id="38" idx="2"/>
          </p:cNvCxnSpPr>
          <p:nvPr/>
        </p:nvCxnSpPr>
        <p:spPr>
          <a:xfrm>
            <a:off x="5217938" y="3417556"/>
            <a:ext cx="1069549" cy="1901155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Gerade Verbindung mit Pfeil 479">
            <a:extLst>
              <a:ext uri="{FF2B5EF4-FFF2-40B4-BE49-F238E27FC236}">
                <a16:creationId xmlns:a16="http://schemas.microsoft.com/office/drawing/2014/main" id="{06BABC9C-F139-D290-39D7-56E7D177F6CE}"/>
              </a:ext>
            </a:extLst>
          </p:cNvPr>
          <p:cNvCxnSpPr>
            <a:cxnSpLocks/>
            <a:stCxn id="6" idx="6"/>
            <a:endCxn id="36" idx="2"/>
          </p:cNvCxnSpPr>
          <p:nvPr/>
        </p:nvCxnSpPr>
        <p:spPr>
          <a:xfrm>
            <a:off x="5132396" y="4952489"/>
            <a:ext cx="1162033" cy="756120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Gerade Verbindung mit Pfeil 484">
            <a:extLst>
              <a:ext uri="{FF2B5EF4-FFF2-40B4-BE49-F238E27FC236}">
                <a16:creationId xmlns:a16="http://schemas.microsoft.com/office/drawing/2014/main" id="{0C48703A-6FD9-5BC9-E313-C98CEBBDDA19}"/>
              </a:ext>
            </a:extLst>
          </p:cNvPr>
          <p:cNvCxnSpPr>
            <a:cxnSpLocks/>
            <a:stCxn id="6" idx="6"/>
            <a:endCxn id="25" idx="2"/>
          </p:cNvCxnSpPr>
          <p:nvPr/>
        </p:nvCxnSpPr>
        <p:spPr>
          <a:xfrm flipV="1">
            <a:off x="5132396" y="2301494"/>
            <a:ext cx="1141207" cy="2650995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Gerade Verbindung mit Pfeil 487">
            <a:extLst>
              <a:ext uri="{FF2B5EF4-FFF2-40B4-BE49-F238E27FC236}">
                <a16:creationId xmlns:a16="http://schemas.microsoft.com/office/drawing/2014/main" id="{BFD48F6B-B87C-D0DB-58B5-E72E2C0F0F12}"/>
              </a:ext>
            </a:extLst>
          </p:cNvPr>
          <p:cNvCxnSpPr>
            <a:cxnSpLocks/>
            <a:stCxn id="8" idx="6"/>
            <a:endCxn id="25" idx="2"/>
          </p:cNvCxnSpPr>
          <p:nvPr/>
        </p:nvCxnSpPr>
        <p:spPr>
          <a:xfrm flipV="1">
            <a:off x="5117712" y="2301494"/>
            <a:ext cx="1155891" cy="302070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Gerade Verbindung mit Pfeil 490">
            <a:extLst>
              <a:ext uri="{FF2B5EF4-FFF2-40B4-BE49-F238E27FC236}">
                <a16:creationId xmlns:a16="http://schemas.microsoft.com/office/drawing/2014/main" id="{F834056F-0F78-B7F9-243C-967B0FDE5F5D}"/>
              </a:ext>
            </a:extLst>
          </p:cNvPr>
          <p:cNvCxnSpPr>
            <a:cxnSpLocks/>
            <a:stCxn id="11" idx="6"/>
            <a:endCxn id="25" idx="2"/>
          </p:cNvCxnSpPr>
          <p:nvPr/>
        </p:nvCxnSpPr>
        <p:spPr>
          <a:xfrm flipV="1">
            <a:off x="5132396" y="2301494"/>
            <a:ext cx="1141207" cy="3393046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Gerade Verbindung mit Pfeil 493">
            <a:extLst>
              <a:ext uri="{FF2B5EF4-FFF2-40B4-BE49-F238E27FC236}">
                <a16:creationId xmlns:a16="http://schemas.microsoft.com/office/drawing/2014/main" id="{F60813FA-C362-C7F6-3343-F26B5DE25B4F}"/>
              </a:ext>
            </a:extLst>
          </p:cNvPr>
          <p:cNvCxnSpPr>
            <a:cxnSpLocks/>
            <a:stCxn id="6" idx="6"/>
            <a:endCxn id="23" idx="2"/>
          </p:cNvCxnSpPr>
          <p:nvPr/>
        </p:nvCxnSpPr>
        <p:spPr>
          <a:xfrm flipV="1">
            <a:off x="5132396" y="3048152"/>
            <a:ext cx="1144678" cy="1904337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7" name="Textfeld 496">
            <a:extLst>
              <a:ext uri="{FF2B5EF4-FFF2-40B4-BE49-F238E27FC236}">
                <a16:creationId xmlns:a16="http://schemas.microsoft.com/office/drawing/2014/main" id="{3F811977-A2E1-BF15-BC49-16C628BC912B}"/>
              </a:ext>
            </a:extLst>
          </p:cNvPr>
          <p:cNvSpPr txBox="1"/>
          <p:nvPr/>
        </p:nvSpPr>
        <p:spPr>
          <a:xfrm>
            <a:off x="3346337" y="1455629"/>
            <a:ext cx="2565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dirty="0"/>
              <a:t> [Input 1] </a:t>
            </a:r>
            <a:r>
              <a:rPr lang="es-ES_tradnl" sz="1200" dirty="0">
                <a:sym typeface="Wingdings" pitchFamily="2" charset="2"/>
              </a:rPr>
              <a:t> </a:t>
            </a:r>
            <a:r>
              <a:rPr lang="es-ES_tradnl" sz="1200" dirty="0"/>
              <a:t> [FC 256] </a:t>
            </a:r>
            <a:r>
              <a:rPr lang="es-ES_tradnl" sz="1200" dirty="0">
                <a:sym typeface="Wingdings" pitchFamily="2" charset="2"/>
              </a:rPr>
              <a:t> </a:t>
            </a:r>
            <a:r>
              <a:rPr lang="es-ES_tradnl" sz="1200" dirty="0"/>
              <a:t> [ReLu] </a:t>
            </a:r>
            <a:r>
              <a:rPr lang="es-ES_tradnl" sz="1200" dirty="0">
                <a:sym typeface="Wingdings" pitchFamily="2" charset="2"/>
              </a:rPr>
              <a:t></a:t>
            </a:r>
            <a:endParaRPr lang="es-ES_tradnl" sz="1200" dirty="0"/>
          </a:p>
        </p:txBody>
      </p:sp>
      <p:sp>
        <p:nvSpPr>
          <p:cNvPr id="499" name="Textfeld 498">
            <a:extLst>
              <a:ext uri="{FF2B5EF4-FFF2-40B4-BE49-F238E27FC236}">
                <a16:creationId xmlns:a16="http://schemas.microsoft.com/office/drawing/2014/main" id="{9EDDC564-4B05-D66D-8F8E-844FDE7D39D6}"/>
              </a:ext>
            </a:extLst>
          </p:cNvPr>
          <p:cNvSpPr txBox="1"/>
          <p:nvPr/>
        </p:nvSpPr>
        <p:spPr>
          <a:xfrm>
            <a:off x="5774770" y="1373241"/>
            <a:ext cx="28095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dirty="0"/>
              <a:t>[FC 512] </a:t>
            </a:r>
            <a:r>
              <a:rPr lang="es-ES_tradnl" sz="1100" dirty="0">
                <a:sym typeface="Wingdings" pitchFamily="2" charset="2"/>
              </a:rPr>
              <a:t> </a:t>
            </a:r>
            <a:r>
              <a:rPr lang="es-ES_tradnl" sz="1100" dirty="0"/>
              <a:t> [ReLu] </a:t>
            </a:r>
            <a:r>
              <a:rPr lang="es-ES_tradnl" sz="1100" dirty="0">
                <a:sym typeface="Wingdings" pitchFamily="2" charset="2"/>
              </a:rPr>
              <a:t></a:t>
            </a:r>
            <a:r>
              <a:rPr lang="es-ES_tradnl" sz="1100" dirty="0"/>
              <a:t> [FC 256] </a:t>
            </a:r>
            <a:r>
              <a:rPr lang="es-ES_tradnl" sz="1100" dirty="0">
                <a:sym typeface="Wingdings" pitchFamily="2" charset="2"/>
              </a:rPr>
              <a:t></a:t>
            </a:r>
            <a:r>
              <a:rPr lang="es-ES_tradnl" sz="1100" dirty="0"/>
              <a:t>[output 1]</a:t>
            </a:r>
          </a:p>
        </p:txBody>
      </p:sp>
      <p:sp>
        <p:nvSpPr>
          <p:cNvPr id="540" name="Textfeld 539">
            <a:extLst>
              <a:ext uri="{FF2B5EF4-FFF2-40B4-BE49-F238E27FC236}">
                <a16:creationId xmlns:a16="http://schemas.microsoft.com/office/drawing/2014/main" id="{A07E53FD-615A-9892-4FD7-99ABA1AFB50C}"/>
              </a:ext>
            </a:extLst>
          </p:cNvPr>
          <p:cNvSpPr txBox="1"/>
          <p:nvPr/>
        </p:nvSpPr>
        <p:spPr>
          <a:xfrm>
            <a:off x="9598391" y="5914982"/>
            <a:ext cx="2295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135.9k </a:t>
            </a:r>
          </a:p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Hiperparámetros entrenables</a:t>
            </a:r>
          </a:p>
        </p:txBody>
      </p:sp>
    </p:spTree>
    <p:extLst>
      <p:ext uri="{BB962C8B-B14F-4D97-AF65-F5344CB8AC3E}">
        <p14:creationId xmlns:p14="http://schemas.microsoft.com/office/powerpoint/2010/main" val="1418580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Macintosh PowerPoint</Application>
  <PresentationFormat>Breitbild</PresentationFormat>
  <Paragraphs>54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Wingdings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2026-03-30T18:47:06Z</dcterms:created>
  <dcterms:modified xsi:type="dcterms:W3CDTF">2026-03-30T18:47:33Z</dcterms:modified>
</cp:coreProperties>
</file>