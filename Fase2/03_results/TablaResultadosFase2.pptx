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72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5"/>
  </p:normalViewPr>
  <p:slideViewPr>
    <p:cSldViewPr snapToGrid="0">
      <p:cViewPr varScale="1">
        <p:scale>
          <a:sx n="101" d="100"/>
          <a:sy n="101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8C416-A711-9740-B5CE-6E44CE021455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C50B6-6298-7742-A7E2-3FB9072B9E69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2107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8065D-9ADA-3059-DA4E-9531D0FB9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33D25F-BBF8-8F4F-D2C0-AB43BC69A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EEECB45-F7A1-9384-8436-813EC050E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DFD06D-4DE3-C313-CDA9-2DB283F3C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88228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27B6CE-6FE6-BF1E-FF75-BA77B55EF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050777-766B-E27A-F2D2-D3D4321AD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C67D06-D535-5D8A-54D3-8586CA16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CBD15A-25A5-25CF-ADA0-CB26513E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6FB3C-7FEF-F5DC-F3CC-D2970A34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5008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0ACC61-36CC-2AB0-7D5A-5F4BA1E2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C1A123-1E2D-97B1-3DCE-8897488B2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5A0FB9-96D9-ED3F-2094-21B82593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6B2D0C-F311-60F6-29DC-753FF219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61FD17-07CB-7558-3558-288D7898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3772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16D8E8-D911-A6D0-D7C3-2166CD71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74A02D-6AE9-7131-4154-C0B4B0E85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C3F1B1-CCB1-AD2D-306D-222EB941A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8F3682-88EE-8768-B9E4-E8E53AA7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6BDB5C-58BE-E583-456D-483D6621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09755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E31C04-8B0B-0AA0-741F-8E0C5FA9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478848-9B26-2804-0F85-849CC65D6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23A0CE-68D3-E5F1-EFE9-1B8A6F9C4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A9C4AB-2E2D-2778-C007-3D6F1156B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60D500-78DD-E32A-68D6-3C3E73A5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1CE76F-AF20-52A4-1D6F-232F33D0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06237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26598-B7A1-A97F-2C8F-25941053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F4B9B2-5452-C0BF-5420-BEFB40410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896AE87-04B1-26FE-03AA-EB7F795D6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04BEDA-B166-B4F2-CD21-AD26BB47F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28D15DB-D1E8-DECA-52B1-2E655EE45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3D971B-D5CC-CF77-3C40-BF4A186C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2AB26DF-CE05-650B-E3E2-49D2329C8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D4CCE2-FEB7-A8F8-3143-ECEEC354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782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7AC149-A99B-0485-BC19-1B8DE82C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9D40F1-2C5D-837D-BDC9-264A02BB4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76FB8A-0539-2EB4-249A-12CC3C541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5FBB5C-96CD-2AC3-FC5A-52B1DD24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1067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C0C93BB-D7A3-C3A6-27E2-1C6798EE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782D78-0B6E-72E1-8E3B-8EF2C87E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E65571-7941-C058-EAC4-8C3E59F7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2123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621217-35E3-C73D-9765-AED03CE16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0C42E6-AAFC-C665-4981-8408FF1DD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48BD63-7C95-B8FD-8F6C-0FD3AD9D3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5B461C-9129-69FB-2DC6-5C76CB443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F736B3-F614-4CC6-5ED9-9D8F8AEF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557C24-A141-6AD3-0A47-377C22E6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94511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D5186-B049-41B0-A747-A8A9251C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6F09F47-16B4-1C36-F312-966D4B2BA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FFCD92-87C7-BEAC-C3CF-FF4D9DB18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8B89FE-E241-37C7-7C31-3CF0D3C9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377ED2-C6C6-6432-C53C-62A0D5AF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1CA7D6-2D91-2085-59F2-FC34021B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195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5C5C6-F24E-FDCC-EEDE-027B932E6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DB5719A-7ACC-8B86-A884-530E592EF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A08720-5B24-DBA8-E1B0-19C97F562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4ACD80-6F77-8F66-188A-68C7B92BD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AFA23A-6CB4-223C-8BCF-B429B380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228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5A8141-ED2B-BFFC-80E4-FC3DFD017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4D8BEF-EC32-6C8C-A651-5236092C0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EE21D0-E7FE-97E5-3B23-D02E0421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7BC077-F42B-4F95-A1CE-290E8FF4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5945C1-0059-8F2E-7ADC-5C5F862B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76876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651788E-406C-34B5-D90C-E31F34727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3611A7-4D37-599D-8525-2DD6FBC0A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3DB879-5CA1-194A-07E7-F43FCEF11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F89AC6-05B2-A560-8EF8-2C9EB7209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3F0175-6CDA-B2E9-E39F-AABF36208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4071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82285-3A14-FBC4-24B9-6D0D318D5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0FEBAA8F-4607-22B5-2669-633B4F68FD11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8E517DFB-0B75-B7F1-70D7-0A85C5C02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FE91CD5B-B55E-B494-14CE-95B0BD78E2BE}"/>
              </a:ext>
            </a:extLst>
          </p:cNvPr>
          <p:cNvGraphicFramePr>
            <a:graphicFrameLocks noGrp="1"/>
          </p:cNvGraphicFramePr>
          <p:nvPr/>
        </p:nvGraphicFramePr>
        <p:xfrm>
          <a:off x="383894" y="1428173"/>
          <a:ext cx="114242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72">
                  <a:extLst>
                    <a:ext uri="{9D8B030D-6E8A-4147-A177-3AD203B41FA5}">
                      <a16:colId xmlns:a16="http://schemas.microsoft.com/office/drawing/2014/main" val="3222668626"/>
                    </a:ext>
                  </a:extLst>
                </a:gridCol>
                <a:gridCol w="2162754">
                  <a:extLst>
                    <a:ext uri="{9D8B030D-6E8A-4147-A177-3AD203B41FA5}">
                      <a16:colId xmlns:a16="http://schemas.microsoft.com/office/drawing/2014/main" val="1590234807"/>
                    </a:ext>
                  </a:extLst>
                </a:gridCol>
                <a:gridCol w="2337684">
                  <a:extLst>
                    <a:ext uri="{9D8B030D-6E8A-4147-A177-3AD203B41FA5}">
                      <a16:colId xmlns:a16="http://schemas.microsoft.com/office/drawing/2014/main" val="718619757"/>
                    </a:ext>
                  </a:extLst>
                </a:gridCol>
                <a:gridCol w="2345635">
                  <a:extLst>
                    <a:ext uri="{9D8B030D-6E8A-4147-A177-3AD203B41FA5}">
                      <a16:colId xmlns:a16="http://schemas.microsoft.com/office/drawing/2014/main" val="1330888711"/>
                    </a:ext>
                  </a:extLst>
                </a:gridCol>
                <a:gridCol w="3091567">
                  <a:extLst>
                    <a:ext uri="{9D8B030D-6E8A-4147-A177-3AD203B41FA5}">
                      <a16:colId xmlns:a16="http://schemas.microsoft.com/office/drawing/2014/main" val="2235848883"/>
                    </a:ext>
                  </a:extLst>
                </a:gridCol>
              </a:tblGrid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Seguimiento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Esfuerzo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382554"/>
                  </a:ext>
                </a:extLst>
              </a:tr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2579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49.81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51.80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35.87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514076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Retardo=0.01ms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49.88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32.29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453723"/>
                  </a:ext>
                </a:extLst>
              </a:tr>
              <a:tr h="21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Reatardo=0.02ms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32.14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36.30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968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o1ini=-90°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75.90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44.82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42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 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51.80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35.57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967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101.50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20.48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10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-0.5rad/s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35.70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39.33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79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49.81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51.80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35.87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814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51.53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55.68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26.97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31.75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956704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6745B298-2193-B9A7-091B-16A6B3788B6D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de Resultados. Fase 2 – Controlador RL </a:t>
            </a:r>
          </a:p>
        </p:txBody>
      </p:sp>
      <p:sp>
        <p:nvSpPr>
          <p:cNvPr id="3" name="Fußzeilenplatzhalter 1">
            <a:extLst>
              <a:ext uri="{FF2B5EF4-FFF2-40B4-BE49-F238E27FC236}">
                <a16:creationId xmlns:a16="http://schemas.microsoft.com/office/drawing/2014/main" id="{85040C59-76FF-45BF-86A2-F9CACE3B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2012" y="6356350"/>
            <a:ext cx="11282082" cy="365125"/>
          </a:xfrm>
        </p:spPr>
        <p:txBody>
          <a:bodyPr/>
          <a:lstStyle/>
          <a:p>
            <a:r>
              <a:rPr lang="es-ES_tradnl" sz="10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4276076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Macintosh PowerPoint</Application>
  <PresentationFormat>Breitbild</PresentationFormat>
  <Paragraphs>54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2026-04-07T19:53:39Z</dcterms:created>
  <dcterms:modified xsi:type="dcterms:W3CDTF">2026-04-07T19:55:02Z</dcterms:modified>
</cp:coreProperties>
</file>