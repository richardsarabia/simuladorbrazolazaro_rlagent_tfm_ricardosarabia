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7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5"/>
  </p:normalViewPr>
  <p:slideViewPr>
    <p:cSldViewPr snapToGrid="0">
      <p:cViewPr varScale="1">
        <p:scale>
          <a:sx n="95" d="100"/>
          <a:sy n="95" d="100"/>
        </p:scale>
        <p:origin x="20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BBBA35-AC0F-377F-146D-63F5021253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C9AAF93-FF5E-62BE-D057-A46C6C282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5020B1-8AD5-EDD3-B27C-BD82D54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4968-B78D-444E-A05F-96B5F7E77258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8A9680-8999-358D-4A85-EDADB4F45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71C73E-10D0-BA0B-103A-F2DB08BB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AB4-53B1-8D4E-8500-AABADB98411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43566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B331B1-B622-4039-F416-AE422FB35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F98228-D608-1945-6E60-5EB5AF06D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761946-752D-7F43-F83D-53975F645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4968-B78D-444E-A05F-96B5F7E77258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788655-6B1A-AA86-44BB-EDA1A2DD7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3A4569-C5B7-FB12-89C9-C2FCF660B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AB4-53B1-8D4E-8500-AABADB98411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4062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6B464C-0868-5F29-0715-96D739141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87784B-D48F-FC80-9132-ACBF8E50C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FD675C-9274-A95B-EE6F-B1B29FD0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4968-B78D-444E-A05F-96B5F7E77258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46B6FF-C1AB-5443-05D6-FC3707FC4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8E5BEF-633A-1C19-C473-F5289F4B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AB4-53B1-8D4E-8500-AABADB98411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7013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CF928D-975D-0786-6D27-569226A08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5FD513-4798-5EC7-53BD-4041FE35F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8856D5-7CE8-05B4-8224-A77503125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50545E-B5B0-E2A5-667F-773710968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4968-B78D-444E-A05F-96B5F7E77258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685834-0FC8-56C9-CFE1-6C1F26628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15F77C8-D806-22BA-653F-CC5CF0501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AB4-53B1-8D4E-8500-AABADB98411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56860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3A4C16-5723-1824-9DD2-97FF30B33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165EC4D-C375-852E-4210-0366956DE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921FEDA-5944-B362-3F38-316E0CC7B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4846C4C-9012-6FB7-5BDC-140482725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ECF4B7E-5428-58EB-5C15-33FC8EA044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AFB2C30-0258-5C97-B397-853EB8CC3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4968-B78D-444E-A05F-96B5F7E77258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CBDFA50-0ED8-DD75-F4DC-3F382AFD3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F75B031-CA03-17FC-0CAC-925A0EBD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AB4-53B1-8D4E-8500-AABADB98411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2558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993954-6CEA-6043-268C-9A06BB0B7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D873AC8-67E6-22ED-7A46-D23BDE91C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4968-B78D-444E-A05F-96B5F7E77258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B3D285-8EFB-37DC-6F1C-4E3E51EA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D9E413-8A4A-5436-3A40-46AAFA8BE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AB4-53B1-8D4E-8500-AABADB98411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8233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0D92B02-D309-8761-AAD9-1C43D9D9C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4968-B78D-444E-A05F-96B5F7E77258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844EE24-4B4F-88CD-6C0E-434F9985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FD4A8C-E9F7-D2F0-B8BE-4C632EC99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AB4-53B1-8D4E-8500-AABADB98411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8067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424F54-690D-FEDF-E667-6F80450D7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CCE1C3-B12C-E87C-6C03-A2394ABAC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25F5AC2-905A-9D90-ACF8-BB908BB97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2E7F156-3C17-5940-D33A-9A2CC950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4968-B78D-444E-A05F-96B5F7E77258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98B0C24-E356-B19B-6CC0-CE2B685B9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4B57F4A-AD3E-9765-9130-3C6B8E86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AB4-53B1-8D4E-8500-AABADB98411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36950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7E522B-12EC-DA8D-5BBB-6A9797C35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4A83BC2-131F-9620-FFFE-3D86A845F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2A5669-ACF5-2682-6962-E0C1A91E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6BC335-7D90-68D2-69A1-02076E06B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4968-B78D-444E-A05F-96B5F7E77258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FFB661-E835-E12C-253C-C5F01A9B3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86BE5F-E779-F8EA-601B-B942B6B4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AB4-53B1-8D4E-8500-AABADB98411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71044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E6A1EE-9B84-7572-CB5F-A9448306A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29F386-D125-8618-C986-8CCC7444E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CCDFA9-13BA-5A91-8F89-4B64E4717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4968-B78D-444E-A05F-96B5F7E77258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6A9906-F744-06A2-6632-558315B6A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ABCAFD-BFD1-60A0-0B68-266CC7402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AB4-53B1-8D4E-8500-AABADB98411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939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A51C857-BD21-FD63-58A5-31F741252C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1089758-1C9B-231F-6242-134536C62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71CEFD-31B2-7161-1CEA-D52CF4AF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E4968-B78D-444E-A05F-96B5F7E77258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F547C1-F69F-5153-9CB5-B919A9292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65E9C3-9B8C-BE86-1FF7-14A1D028A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AB4-53B1-8D4E-8500-AABADB98411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38805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2923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9F63148-E9A5-E819-D648-9E7ADE1EA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E6C40F-0A03-117E-41AF-35F8B1842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479F21-C568-7FCF-2152-FBE34F2E6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E4968-B78D-444E-A05F-96B5F7E77258}" type="datetimeFigureOut">
              <a:rPr lang="es-ES_tradnl" smtClean="0"/>
              <a:t>28/3/26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EA5DDF-52E5-29A1-6625-570E47F04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ED8977-5FF5-FA39-28B8-E96003562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36AB4-53B1-8D4E-8500-AABADB984111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63477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78DDE-583C-7903-D250-7B513A8F9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4C29E9-9D8E-9E9C-DDFE-4D44C39DA9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5462" y="1377414"/>
            <a:ext cx="9458516" cy="449263"/>
          </a:xfrm>
        </p:spPr>
        <p:txBody>
          <a:bodyPr>
            <a:normAutofit/>
          </a:bodyPr>
          <a:lstStyle/>
          <a:p>
            <a:r>
              <a:rPr lang="es-ES_tradnl" dirty="0"/>
              <a:t>Comparación en el domino Angular : PID vs Controlador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F4414D-63D4-41CB-89A4-77FDC4DBE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363" y="1921328"/>
            <a:ext cx="4686138" cy="305659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2C13BB6-0E9D-7142-0813-7959008B6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621" y="1921329"/>
            <a:ext cx="4729258" cy="3084720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6F0696D2-BE34-3853-D82A-D15ADD178E9F}"/>
              </a:ext>
            </a:extLst>
          </p:cNvPr>
          <p:cNvSpPr txBox="1"/>
          <p:nvPr/>
        </p:nvSpPr>
        <p:spPr>
          <a:xfrm>
            <a:off x="1092363" y="5180292"/>
            <a:ext cx="95231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Symbol" pitchFamily="2" charset="2"/>
              <a:buChar char="-"/>
            </a:pP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controlador PID presenta un desempeño claramente superior al agente RL en el dominio angular, con un RMSE medio significativamente menor tanto en plataforma plana (</a:t>
            </a:r>
            <a:r>
              <a:rPr lang="es-ES_tradnl" sz="12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≈ 31° vs ≈ 87°</a:t>
            </a: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) como en plataforma inclinada (</a:t>
            </a:r>
            <a:r>
              <a:rPr lang="es-ES_tradnl" sz="12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≈ 40° vs ≈ 88°</a:t>
            </a: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El PID mantiene una curva más suave y consistente en todo el rango angular, mientras que el RL muestra errores elevados y mayor degradación en los extremos del dominio.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es-ES_tradnl" sz="1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Además, el PID evidencia mayor robustez ante cambios en la dinámica (inclinación), incrementando su RMSE de forma moderada, mientras que el RL mantiene un error alto prácticamente constante, sin mejora estructural.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63C9A93-247F-8EC3-AB5B-4AA37793F850}"/>
              </a:ext>
            </a:extLst>
          </p:cNvPr>
          <p:cNvSpPr txBox="1"/>
          <p:nvPr/>
        </p:nvSpPr>
        <p:spPr>
          <a:xfrm>
            <a:off x="9418150" y="4918682"/>
            <a:ext cx="16814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=-10°</a:t>
            </a:r>
            <a:endParaRPr lang="es-ES_tradnl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C94C519-28DF-8249-C153-A3C42E048AF6}"/>
              </a:ext>
            </a:extLst>
          </p:cNvPr>
          <p:cNvSpPr txBox="1"/>
          <p:nvPr/>
        </p:nvSpPr>
        <p:spPr>
          <a:xfrm>
            <a:off x="4732014" y="4862769"/>
            <a:ext cx="16814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=0°</a:t>
            </a:r>
            <a:endParaRPr lang="es-ES_tradnl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AD37978A-EF1E-B4B8-9648-AE7484522BD5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425797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Microsoft Macintosh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Symbol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2026-03-28T16:58:38Z</dcterms:created>
  <dcterms:modified xsi:type="dcterms:W3CDTF">2026-03-28T16:59:49Z</dcterms:modified>
</cp:coreProperties>
</file>