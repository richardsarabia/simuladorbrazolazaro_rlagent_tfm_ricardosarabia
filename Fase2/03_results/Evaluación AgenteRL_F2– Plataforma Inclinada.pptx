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569" r:id="rId2"/>
    <p:sldId id="570" r:id="rId3"/>
    <p:sldId id="571" r:id="rId4"/>
    <p:sldId id="572" r:id="rId5"/>
    <p:sldId id="573" r:id="rId6"/>
    <p:sldId id="574" r:id="rId7"/>
    <p:sldId id="575"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93"/>
    <p:restoredTop sz="94649"/>
  </p:normalViewPr>
  <p:slideViewPr>
    <p:cSldViewPr snapToGrid="0">
      <p:cViewPr>
        <p:scale>
          <a:sx n="160" d="100"/>
          <a:sy n="160" d="100"/>
        </p:scale>
        <p:origin x="144" y="-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B18115-2C0B-8F3E-0A4E-3CEC856CED8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s-ES_tradnl"/>
          </a:p>
        </p:txBody>
      </p:sp>
      <p:sp>
        <p:nvSpPr>
          <p:cNvPr id="3" name="Untertitel 2">
            <a:extLst>
              <a:ext uri="{FF2B5EF4-FFF2-40B4-BE49-F238E27FC236}">
                <a16:creationId xmlns:a16="http://schemas.microsoft.com/office/drawing/2014/main" id="{42CD364C-1458-036D-619F-C73091E4D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_tradnl"/>
          </a:p>
        </p:txBody>
      </p:sp>
      <p:sp>
        <p:nvSpPr>
          <p:cNvPr id="4" name="Datumsplatzhalter 3">
            <a:extLst>
              <a:ext uri="{FF2B5EF4-FFF2-40B4-BE49-F238E27FC236}">
                <a16:creationId xmlns:a16="http://schemas.microsoft.com/office/drawing/2014/main" id="{BCE0E630-C123-ECD6-4829-18BF0D246559}"/>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5" name="Fußzeilenplatzhalter 4">
            <a:extLst>
              <a:ext uri="{FF2B5EF4-FFF2-40B4-BE49-F238E27FC236}">
                <a16:creationId xmlns:a16="http://schemas.microsoft.com/office/drawing/2014/main" id="{4F6C9D43-7244-E867-F90C-95730C465C98}"/>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7D90B539-B30B-F216-BB5D-46DA6026549F}"/>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3252778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240F83-149D-2ADA-C3EF-D44676993597}"/>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F1B6B19E-1AB1-5FE9-11C0-CCF368F3EF8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A9AED707-CEA2-1591-B2C7-0F102DF5F06F}"/>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5" name="Fußzeilenplatzhalter 4">
            <a:extLst>
              <a:ext uri="{FF2B5EF4-FFF2-40B4-BE49-F238E27FC236}">
                <a16:creationId xmlns:a16="http://schemas.microsoft.com/office/drawing/2014/main" id="{9531256A-8E5E-4022-CAEE-C88A43720E53}"/>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31618EBF-5FB5-48CF-1B86-CD27A94C57A7}"/>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3920046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42E892-AC3F-6E61-A7BD-63A0A959C3F1}"/>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s-ES_tradnl"/>
          </a:p>
        </p:txBody>
      </p:sp>
      <p:sp>
        <p:nvSpPr>
          <p:cNvPr id="3" name="Textplatzhalter 2">
            <a:extLst>
              <a:ext uri="{FF2B5EF4-FFF2-40B4-BE49-F238E27FC236}">
                <a16:creationId xmlns:a16="http://schemas.microsoft.com/office/drawing/2014/main" id="{1E605911-E996-BD35-9426-EAD1A35D13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89C2AB3A-6513-0E0F-7A30-F89F96558640}"/>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5" name="Fußzeilenplatzhalter 4">
            <a:extLst>
              <a:ext uri="{FF2B5EF4-FFF2-40B4-BE49-F238E27FC236}">
                <a16:creationId xmlns:a16="http://schemas.microsoft.com/office/drawing/2014/main" id="{E5BE921E-C345-A362-5809-ABB38A99C640}"/>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133C58FF-447A-57F3-102F-53BC7A544952}"/>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1439785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31DD09-335A-3AD4-C65F-560103B97384}"/>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19AE84D5-42A4-AC30-EFC2-C5C97A348685}"/>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Inhaltsplatzhalter 3">
            <a:extLst>
              <a:ext uri="{FF2B5EF4-FFF2-40B4-BE49-F238E27FC236}">
                <a16:creationId xmlns:a16="http://schemas.microsoft.com/office/drawing/2014/main" id="{9042830F-10B0-CCA5-7A93-887EBD96CE1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Datumsplatzhalter 4">
            <a:extLst>
              <a:ext uri="{FF2B5EF4-FFF2-40B4-BE49-F238E27FC236}">
                <a16:creationId xmlns:a16="http://schemas.microsoft.com/office/drawing/2014/main" id="{D9633FCC-6204-1DFC-8A13-66F4EA5F3B32}"/>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6" name="Fußzeilenplatzhalter 5">
            <a:extLst>
              <a:ext uri="{FF2B5EF4-FFF2-40B4-BE49-F238E27FC236}">
                <a16:creationId xmlns:a16="http://schemas.microsoft.com/office/drawing/2014/main" id="{BCC76CEF-C3B2-DB56-6D71-E5A2B4E33DD4}"/>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46845B21-3C39-C9D2-327F-E615AC5E7FED}"/>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3513678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234093-83EC-7A03-6F35-F5803B46C276}"/>
              </a:ext>
            </a:extLst>
          </p:cNvPr>
          <p:cNvSpPr>
            <a:spLocks noGrp="1"/>
          </p:cNvSpPr>
          <p:nvPr>
            <p:ph type="title"/>
          </p:nvPr>
        </p:nvSpPr>
        <p:spPr>
          <a:xfrm>
            <a:off x="839788" y="365125"/>
            <a:ext cx="10515600" cy="1325563"/>
          </a:xfrm>
        </p:spPr>
        <p:txBody>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1E33DDD1-92FC-1D89-6EE1-7F58F1CD89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8325579A-3FC2-59F7-8FCF-BA94C933E6D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Textplatzhalter 4">
            <a:extLst>
              <a:ext uri="{FF2B5EF4-FFF2-40B4-BE49-F238E27FC236}">
                <a16:creationId xmlns:a16="http://schemas.microsoft.com/office/drawing/2014/main" id="{5A741D96-0F73-D0EE-520B-681133D729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84D4561-3B6B-13EE-995D-2D0114A7054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7" name="Datumsplatzhalter 6">
            <a:extLst>
              <a:ext uri="{FF2B5EF4-FFF2-40B4-BE49-F238E27FC236}">
                <a16:creationId xmlns:a16="http://schemas.microsoft.com/office/drawing/2014/main" id="{4A191808-3748-982C-57A4-F314E79FE116}"/>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8" name="Fußzeilenplatzhalter 7">
            <a:extLst>
              <a:ext uri="{FF2B5EF4-FFF2-40B4-BE49-F238E27FC236}">
                <a16:creationId xmlns:a16="http://schemas.microsoft.com/office/drawing/2014/main" id="{E9B24D90-7FD7-FDF9-DE93-F70CE7126DF6}"/>
              </a:ext>
            </a:extLst>
          </p:cNvPr>
          <p:cNvSpPr>
            <a:spLocks noGrp="1"/>
          </p:cNvSpPr>
          <p:nvPr>
            <p:ph type="ftr" sz="quarter" idx="11"/>
          </p:nvPr>
        </p:nvSpPr>
        <p:spPr/>
        <p:txBody>
          <a:bodyPr/>
          <a:lstStyle/>
          <a:p>
            <a:endParaRPr lang="es-ES_tradnl"/>
          </a:p>
        </p:txBody>
      </p:sp>
      <p:sp>
        <p:nvSpPr>
          <p:cNvPr id="9" name="Foliennummernplatzhalter 8">
            <a:extLst>
              <a:ext uri="{FF2B5EF4-FFF2-40B4-BE49-F238E27FC236}">
                <a16:creationId xmlns:a16="http://schemas.microsoft.com/office/drawing/2014/main" id="{0CAB932F-1B08-8923-2A0D-47D086759B73}"/>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2760656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6C5E45-2B26-1610-E076-D85AF76538C7}"/>
              </a:ext>
            </a:extLst>
          </p:cNvPr>
          <p:cNvSpPr>
            <a:spLocks noGrp="1"/>
          </p:cNvSpPr>
          <p:nvPr>
            <p:ph type="title"/>
          </p:nvPr>
        </p:nvSpPr>
        <p:spPr/>
        <p:txBody>
          <a:bodyPr/>
          <a:lstStyle/>
          <a:p>
            <a:r>
              <a:rPr lang="de-DE"/>
              <a:t>Mastertitelformat bearbeiten</a:t>
            </a:r>
            <a:endParaRPr lang="es-ES_tradnl"/>
          </a:p>
        </p:txBody>
      </p:sp>
      <p:sp>
        <p:nvSpPr>
          <p:cNvPr id="3" name="Datumsplatzhalter 2">
            <a:extLst>
              <a:ext uri="{FF2B5EF4-FFF2-40B4-BE49-F238E27FC236}">
                <a16:creationId xmlns:a16="http://schemas.microsoft.com/office/drawing/2014/main" id="{1B76AF31-CF3C-58E4-C803-12C5E5D98D38}"/>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4" name="Fußzeilenplatzhalter 3">
            <a:extLst>
              <a:ext uri="{FF2B5EF4-FFF2-40B4-BE49-F238E27FC236}">
                <a16:creationId xmlns:a16="http://schemas.microsoft.com/office/drawing/2014/main" id="{76D8B6CE-DC27-61C3-FB37-665843EADAB1}"/>
              </a:ext>
            </a:extLst>
          </p:cNvPr>
          <p:cNvSpPr>
            <a:spLocks noGrp="1"/>
          </p:cNvSpPr>
          <p:nvPr>
            <p:ph type="ftr" sz="quarter" idx="11"/>
          </p:nvPr>
        </p:nvSpPr>
        <p:spPr/>
        <p:txBody>
          <a:bodyPr/>
          <a:lstStyle/>
          <a:p>
            <a:endParaRPr lang="es-ES_tradnl"/>
          </a:p>
        </p:txBody>
      </p:sp>
      <p:sp>
        <p:nvSpPr>
          <p:cNvPr id="5" name="Foliennummernplatzhalter 4">
            <a:extLst>
              <a:ext uri="{FF2B5EF4-FFF2-40B4-BE49-F238E27FC236}">
                <a16:creationId xmlns:a16="http://schemas.microsoft.com/office/drawing/2014/main" id="{E6D69FA8-79DC-DBEA-8915-C3EA93B7C7F7}"/>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2277835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F38ECB1-D4DA-5F4E-2025-67B83F54B2AB}"/>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3" name="Fußzeilenplatzhalter 2">
            <a:extLst>
              <a:ext uri="{FF2B5EF4-FFF2-40B4-BE49-F238E27FC236}">
                <a16:creationId xmlns:a16="http://schemas.microsoft.com/office/drawing/2014/main" id="{E50B8B13-48E9-CED4-9DBB-4E592905B95B}"/>
              </a:ext>
            </a:extLst>
          </p:cNvPr>
          <p:cNvSpPr>
            <a:spLocks noGrp="1"/>
          </p:cNvSpPr>
          <p:nvPr>
            <p:ph type="ftr" sz="quarter" idx="11"/>
          </p:nvPr>
        </p:nvSpPr>
        <p:spPr/>
        <p:txBody>
          <a:bodyPr/>
          <a:lstStyle/>
          <a:p>
            <a:endParaRPr lang="es-ES_tradnl"/>
          </a:p>
        </p:txBody>
      </p:sp>
      <p:sp>
        <p:nvSpPr>
          <p:cNvPr id="4" name="Foliennummernplatzhalter 3">
            <a:extLst>
              <a:ext uri="{FF2B5EF4-FFF2-40B4-BE49-F238E27FC236}">
                <a16:creationId xmlns:a16="http://schemas.microsoft.com/office/drawing/2014/main" id="{98DF9140-BD5D-1117-B9A4-BDDDE6A8A2F3}"/>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49582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D652CD-AC3F-99F6-A37D-AC7B9EAD515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Inhaltsplatzhalter 2">
            <a:extLst>
              <a:ext uri="{FF2B5EF4-FFF2-40B4-BE49-F238E27FC236}">
                <a16:creationId xmlns:a16="http://schemas.microsoft.com/office/drawing/2014/main" id="{FFA24FA2-A6E4-1F48-E292-738680951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Textplatzhalter 3">
            <a:extLst>
              <a:ext uri="{FF2B5EF4-FFF2-40B4-BE49-F238E27FC236}">
                <a16:creationId xmlns:a16="http://schemas.microsoft.com/office/drawing/2014/main" id="{78DE0593-3B80-0818-EF5B-E218D94EC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B628B77-2C9D-0B5E-142A-90E4BC23B369}"/>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6" name="Fußzeilenplatzhalter 5">
            <a:extLst>
              <a:ext uri="{FF2B5EF4-FFF2-40B4-BE49-F238E27FC236}">
                <a16:creationId xmlns:a16="http://schemas.microsoft.com/office/drawing/2014/main" id="{E3907C44-6194-7B0A-778A-AEA97B6FDD68}"/>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08B4BE90-8B1A-1F70-CFC4-03DCA9F4FCDE}"/>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3998040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9D6C70-FAAE-BD79-2BF6-E31E3D4E4CF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Bildplatzhalter 2">
            <a:extLst>
              <a:ext uri="{FF2B5EF4-FFF2-40B4-BE49-F238E27FC236}">
                <a16:creationId xmlns:a16="http://schemas.microsoft.com/office/drawing/2014/main" id="{262D09E8-2950-1CCC-9B5C-912AEA2FDE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platzhalter 3">
            <a:extLst>
              <a:ext uri="{FF2B5EF4-FFF2-40B4-BE49-F238E27FC236}">
                <a16:creationId xmlns:a16="http://schemas.microsoft.com/office/drawing/2014/main" id="{88F68DC5-562F-A1C8-8112-3AB8834106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CEB2C75-C5DD-9904-EF84-AA60C9F26E6C}"/>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6" name="Fußzeilenplatzhalter 5">
            <a:extLst>
              <a:ext uri="{FF2B5EF4-FFF2-40B4-BE49-F238E27FC236}">
                <a16:creationId xmlns:a16="http://schemas.microsoft.com/office/drawing/2014/main" id="{3559718A-53D1-5FAF-2363-F1FE32D066BB}"/>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852486CE-4871-E733-6A24-4176B9A65CDC}"/>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2365933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1346E3-E231-1D33-43E4-058967980E9B}"/>
              </a:ext>
            </a:extLst>
          </p:cNvPr>
          <p:cNvSpPr>
            <a:spLocks noGrp="1"/>
          </p:cNvSpPr>
          <p:nvPr>
            <p:ph type="title"/>
          </p:nvPr>
        </p:nvSpPr>
        <p:spPr/>
        <p:txBody>
          <a:bodyPr/>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1382BB0F-6F5D-706A-E092-14C765DDE7D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A7B928BF-D70D-CDF4-3906-DBC904ACF681}"/>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5" name="Fußzeilenplatzhalter 4">
            <a:extLst>
              <a:ext uri="{FF2B5EF4-FFF2-40B4-BE49-F238E27FC236}">
                <a16:creationId xmlns:a16="http://schemas.microsoft.com/office/drawing/2014/main" id="{95434280-3EC3-C35B-BAD3-14962744C175}"/>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4B45D008-18D5-EE66-7E54-EC469CFA6E41}"/>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148643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D1753BC-7091-14BB-78F7-4F4D72348205}"/>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2E6FE4AB-C044-A85A-3532-D50B2FEFF5D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50644FBA-78F9-C72D-06EF-CB0A137B0F0A}"/>
              </a:ext>
            </a:extLst>
          </p:cNvPr>
          <p:cNvSpPr>
            <a:spLocks noGrp="1"/>
          </p:cNvSpPr>
          <p:nvPr>
            <p:ph type="dt" sz="half" idx="10"/>
          </p:nvPr>
        </p:nvSpPr>
        <p:spPr/>
        <p:txBody>
          <a:bodyPr/>
          <a:lstStyle/>
          <a:p>
            <a:fld id="{EA95FD8C-7F73-E84F-BACD-84EACECBE6A5}" type="datetimeFigureOut">
              <a:rPr lang="es-ES_tradnl" smtClean="0"/>
              <a:t>11/4/26</a:t>
            </a:fld>
            <a:endParaRPr lang="es-ES_tradnl"/>
          </a:p>
        </p:txBody>
      </p:sp>
      <p:sp>
        <p:nvSpPr>
          <p:cNvPr id="5" name="Fußzeilenplatzhalter 4">
            <a:extLst>
              <a:ext uri="{FF2B5EF4-FFF2-40B4-BE49-F238E27FC236}">
                <a16:creationId xmlns:a16="http://schemas.microsoft.com/office/drawing/2014/main" id="{FDF0D925-8E0C-2979-7AAB-F8982F727368}"/>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36D83A5C-5A31-15D5-2DEC-C82157E40D0E}"/>
              </a:ext>
            </a:extLst>
          </p:cNvPr>
          <p:cNvSpPr>
            <a:spLocks noGrp="1"/>
          </p:cNvSpPr>
          <p:nvPr>
            <p:ph type="sldNum" sz="quarter" idx="12"/>
          </p:nvPr>
        </p:nvSpPr>
        <p:spPr/>
        <p:txBody>
          <a:body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3115464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valuacion_R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390198" y="5092979"/>
            <a:ext cx="4534893" cy="636457"/>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4" name="Onlinebild-Platzhalter 13">
            <a:extLst>
              <a:ext uri="{FF2B5EF4-FFF2-40B4-BE49-F238E27FC236}">
                <a16:creationId xmlns:a16="http://schemas.microsoft.com/office/drawing/2014/main" id="{FD9EF390-3AFD-9D64-1273-017BE22D9A62}"/>
              </a:ext>
            </a:extLst>
          </p:cNvPr>
          <p:cNvSpPr>
            <a:spLocks noGrp="1"/>
          </p:cNvSpPr>
          <p:nvPr>
            <p:ph type="clipArt" sz="quarter" idx="15"/>
          </p:nvPr>
        </p:nvSpPr>
        <p:spPr>
          <a:xfrm>
            <a:off x="520862" y="2150672"/>
            <a:ext cx="5365750" cy="4008437"/>
          </a:xfrm>
        </p:spPr>
        <p:txBody>
          <a:bodyPr/>
          <a:lstStyle/>
          <a:p>
            <a:endParaRPr lang="es-ES_tradnl"/>
          </a:p>
        </p:txBody>
      </p:sp>
      <p:pic>
        <p:nvPicPr>
          <p:cNvPr id="21" name="Grafik 20">
            <a:extLst>
              <a:ext uri="{FF2B5EF4-FFF2-40B4-BE49-F238E27FC236}">
                <a16:creationId xmlns:a16="http://schemas.microsoft.com/office/drawing/2014/main" id="{95360E26-BFAE-B334-4899-0F825BFBC344}"/>
              </a:ext>
            </a:extLst>
          </p:cNvPr>
          <p:cNvPicPr>
            <a:picLocks noChangeAspect="1"/>
          </p:cNvPicPr>
          <p:nvPr userDrawn="1"/>
        </p:nvPicPr>
        <p:blipFill>
          <a:blip r:embed="rId5"/>
          <a:stretch>
            <a:fillRect/>
          </a:stretch>
        </p:blipFill>
        <p:spPr>
          <a:xfrm>
            <a:off x="6353093" y="2077326"/>
            <a:ext cx="2721697" cy="2147028"/>
          </a:xfrm>
          <a:prstGeom prst="rect">
            <a:avLst/>
          </a:prstGeom>
        </p:spPr>
      </p:pic>
      <p:sp>
        <p:nvSpPr>
          <p:cNvPr id="22" name="Inhaltsplatzhalter 28">
            <a:extLst>
              <a:ext uri="{FF2B5EF4-FFF2-40B4-BE49-F238E27FC236}">
                <a16:creationId xmlns:a16="http://schemas.microsoft.com/office/drawing/2014/main" id="{BE6DE186-B408-4201-17FA-17FDB7A4014C}"/>
              </a:ext>
            </a:extLst>
          </p:cNvPr>
          <p:cNvSpPr>
            <a:spLocks noGrp="1"/>
          </p:cNvSpPr>
          <p:nvPr>
            <p:ph sz="quarter" idx="16"/>
          </p:nvPr>
        </p:nvSpPr>
        <p:spPr>
          <a:xfrm>
            <a:off x="6353093" y="4424206"/>
            <a:ext cx="4571997" cy="465600"/>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162675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valuacion_RL_Signa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05928" y="4961947"/>
            <a:ext cx="11065209" cy="1007846"/>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Onlinebild-Platzhalter 13">
            <a:extLst>
              <a:ext uri="{FF2B5EF4-FFF2-40B4-BE49-F238E27FC236}">
                <a16:creationId xmlns:a16="http://schemas.microsoft.com/office/drawing/2014/main" id="{3A0C70E0-48D5-A72C-4A82-0E880E0730C9}"/>
              </a:ext>
            </a:extLst>
          </p:cNvPr>
          <p:cNvSpPr>
            <a:spLocks noGrp="1"/>
          </p:cNvSpPr>
          <p:nvPr>
            <p:ph type="clipArt" sz="quarter" idx="15"/>
          </p:nvPr>
        </p:nvSpPr>
        <p:spPr>
          <a:xfrm>
            <a:off x="3583277" y="2077327"/>
            <a:ext cx="5271637" cy="2506018"/>
          </a:xfrm>
        </p:spPr>
        <p:txBody>
          <a:bodyPr/>
          <a:lstStyle/>
          <a:p>
            <a:endParaRPr lang="es-ES_tradnl"/>
          </a:p>
        </p:txBody>
      </p:sp>
      <p:sp>
        <p:nvSpPr>
          <p:cNvPr id="11" name="Inhaltsplatzhalter 28">
            <a:extLst>
              <a:ext uri="{FF2B5EF4-FFF2-40B4-BE49-F238E27FC236}">
                <a16:creationId xmlns:a16="http://schemas.microsoft.com/office/drawing/2014/main" id="{E03F487B-0478-3EA0-504F-340815C8A137}"/>
              </a:ext>
            </a:extLst>
          </p:cNvPr>
          <p:cNvSpPr>
            <a:spLocks noGrp="1"/>
          </p:cNvSpPr>
          <p:nvPr>
            <p:ph sz="quarter" idx="16"/>
          </p:nvPr>
        </p:nvSpPr>
        <p:spPr>
          <a:xfrm>
            <a:off x="561487" y="2465822"/>
            <a:ext cx="2688490" cy="2027633"/>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1117003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8C3F10D-4AE5-5738-8F1B-2060CFF286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AE3B12EE-8BFE-D6A7-3EC5-5076D67162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93C4ADFB-C6C5-BA9F-D6F6-C7332C4DAB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95FD8C-7F73-E84F-BACD-84EACECBE6A5}" type="datetimeFigureOut">
              <a:rPr lang="es-ES_tradnl" smtClean="0"/>
              <a:t>11/4/26</a:t>
            </a:fld>
            <a:endParaRPr lang="es-ES_tradnl"/>
          </a:p>
        </p:txBody>
      </p:sp>
      <p:sp>
        <p:nvSpPr>
          <p:cNvPr id="5" name="Fußzeilenplatzhalter 4">
            <a:extLst>
              <a:ext uri="{FF2B5EF4-FFF2-40B4-BE49-F238E27FC236}">
                <a16:creationId xmlns:a16="http://schemas.microsoft.com/office/drawing/2014/main" id="{51518A6E-F404-4876-67C3-D1ED6BCFD9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Foliennummernplatzhalter 5">
            <a:extLst>
              <a:ext uri="{FF2B5EF4-FFF2-40B4-BE49-F238E27FC236}">
                <a16:creationId xmlns:a16="http://schemas.microsoft.com/office/drawing/2014/main" id="{11DBAEBB-31D6-C71C-842B-630BC8886A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D9D900-E810-F24E-A123-6CA023AD9E89}" type="slidenum">
              <a:rPr lang="es-ES_tradnl" smtClean="0"/>
              <a:t>‹Nr.›</a:t>
            </a:fld>
            <a:endParaRPr lang="es-ES_tradnl"/>
          </a:p>
        </p:txBody>
      </p:sp>
    </p:spTree>
    <p:extLst>
      <p:ext uri="{BB962C8B-B14F-4D97-AF65-F5344CB8AC3E}">
        <p14:creationId xmlns:p14="http://schemas.microsoft.com/office/powerpoint/2010/main" val="523895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emf"/><Relationship Id="rId1" Type="http://schemas.openxmlformats.org/officeDocument/2006/relationships/slideLayout" Target="../slideLayouts/slideLayout13.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18192-3487-E17A-F2F7-00D5CD570655}"/>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9B7FD371-835D-7D7C-C778-090C777CC053}"/>
              </a:ext>
            </a:extLst>
          </p:cNvPr>
          <p:cNvSpPr>
            <a:spLocks noGrp="1"/>
          </p:cNvSpPr>
          <p:nvPr>
            <p:ph sz="quarter" idx="14"/>
          </p:nvPr>
        </p:nvSpPr>
        <p:spPr>
          <a:xfrm>
            <a:off x="6390198" y="5092979"/>
            <a:ext cx="5417489" cy="1217510"/>
          </a:xfrm>
        </p:spPr>
        <p:txBody>
          <a:bodyPr>
            <a:normAutofit fontScale="92500"/>
          </a:bodyPr>
          <a:lstStyle/>
          <a:p>
            <a:pPr algn="l"/>
            <a:r>
              <a:rPr lang="de-DE" sz="1400" dirty="0"/>
              <a:t>La </a:t>
            </a:r>
            <a:r>
              <a:rPr lang="de-DE" sz="1400" dirty="0" err="1"/>
              <a:t>posición</a:t>
            </a:r>
            <a:r>
              <a:rPr lang="de-DE" sz="1400" dirty="0"/>
              <a:t> </a:t>
            </a:r>
            <a:r>
              <a:rPr lang="de-DE" sz="1400" dirty="0" err="1"/>
              <a:t>inicial</a:t>
            </a:r>
            <a:r>
              <a:rPr lang="de-DE" sz="1400" dirty="0"/>
              <a:t> </a:t>
            </a:r>
            <a:r>
              <a:rPr lang="de-DE" sz="1400" dirty="0" err="1"/>
              <a:t>introduce</a:t>
            </a:r>
            <a:r>
              <a:rPr lang="de-DE" sz="1400" dirty="0"/>
              <a:t> </a:t>
            </a:r>
            <a:r>
              <a:rPr lang="de-DE" sz="1400" dirty="0" err="1"/>
              <a:t>distorsiones</a:t>
            </a:r>
            <a:r>
              <a:rPr lang="de-DE" sz="1400" dirty="0"/>
              <a:t> </a:t>
            </a:r>
            <a:r>
              <a:rPr lang="de-DE" sz="1400" dirty="0" err="1"/>
              <a:t>no</a:t>
            </a:r>
            <a:r>
              <a:rPr lang="de-DE" sz="1400" dirty="0"/>
              <a:t> uniformes en </a:t>
            </a:r>
            <a:r>
              <a:rPr lang="de-DE" sz="1400" dirty="0" err="1"/>
              <a:t>el</a:t>
            </a:r>
            <a:r>
              <a:rPr lang="de-DE" sz="1400" dirty="0"/>
              <a:t> RMSE, </a:t>
            </a:r>
          </a:p>
          <a:p>
            <a:pPr algn="l"/>
            <a:r>
              <a:rPr lang="de-DE" sz="1400" dirty="0" err="1"/>
              <a:t>incrementando</a:t>
            </a:r>
            <a:r>
              <a:rPr lang="de-DE" sz="1400" dirty="0"/>
              <a:t> </a:t>
            </a:r>
            <a:r>
              <a:rPr lang="de-DE" sz="1400" dirty="0" err="1"/>
              <a:t>el</a:t>
            </a:r>
            <a:r>
              <a:rPr lang="de-DE" sz="1400" dirty="0"/>
              <a:t> </a:t>
            </a:r>
            <a:r>
              <a:rPr lang="de-DE" sz="1400" dirty="0" err="1"/>
              <a:t>error</a:t>
            </a:r>
            <a:r>
              <a:rPr lang="de-DE" sz="1400" dirty="0"/>
              <a:t> </a:t>
            </a:r>
            <a:r>
              <a:rPr lang="de-DE" sz="1400" dirty="0" err="1"/>
              <a:t>desde</a:t>
            </a:r>
            <a:r>
              <a:rPr lang="de-DE" sz="1400" dirty="0"/>
              <a:t> ≈ 51.80° en la </a:t>
            </a:r>
            <a:r>
              <a:rPr lang="de-DE" sz="1400" dirty="0" err="1"/>
              <a:t>condición</a:t>
            </a:r>
            <a:r>
              <a:rPr lang="de-DE" sz="1400" dirty="0"/>
              <a:t> nominal (o1ini = 0°) </a:t>
            </a:r>
          </a:p>
          <a:p>
            <a:pPr algn="l"/>
            <a:r>
              <a:rPr lang="de-DE" sz="1400" dirty="0" err="1"/>
              <a:t>hasta</a:t>
            </a:r>
            <a:r>
              <a:rPr lang="de-DE" sz="1400" dirty="0"/>
              <a:t> </a:t>
            </a:r>
            <a:r>
              <a:rPr lang="de-DE" sz="1400" dirty="0" err="1"/>
              <a:t>valores</a:t>
            </a:r>
            <a:r>
              <a:rPr lang="de-DE" sz="1400" dirty="0"/>
              <a:t> de ≈ 75–76° en </a:t>
            </a:r>
            <a:r>
              <a:rPr lang="de-DE" sz="1400" dirty="0" err="1"/>
              <a:t>configuraciones</a:t>
            </a:r>
            <a:r>
              <a:rPr lang="de-DE" sz="1400" dirty="0"/>
              <a:t> </a:t>
            </a:r>
            <a:r>
              <a:rPr lang="de-DE" sz="1400" dirty="0" err="1"/>
              <a:t>extremas</a:t>
            </a:r>
            <a:r>
              <a:rPr lang="de-DE" sz="1400" dirty="0"/>
              <a:t> (o1ini = ±90°), </a:t>
            </a:r>
            <a:r>
              <a:rPr lang="de-DE" sz="1400" dirty="0" err="1"/>
              <a:t>lo</a:t>
            </a:r>
            <a:r>
              <a:rPr lang="de-DE" sz="1400" dirty="0"/>
              <a:t> </a:t>
            </a:r>
          </a:p>
          <a:p>
            <a:pPr algn="l"/>
            <a:r>
              <a:rPr lang="de-DE" sz="1400" dirty="0" err="1"/>
              <a:t>que</a:t>
            </a:r>
            <a:r>
              <a:rPr lang="de-DE" sz="1400" dirty="0"/>
              <a:t> </a:t>
            </a:r>
            <a:r>
              <a:rPr lang="de-DE" sz="1400" dirty="0" err="1"/>
              <a:t>representa</a:t>
            </a:r>
            <a:r>
              <a:rPr lang="de-DE" sz="1400" dirty="0"/>
              <a:t> </a:t>
            </a:r>
            <a:r>
              <a:rPr lang="de-DE" sz="1400" dirty="0" err="1"/>
              <a:t>un</a:t>
            </a:r>
            <a:r>
              <a:rPr lang="de-DE" sz="1400" dirty="0"/>
              <a:t> </a:t>
            </a:r>
            <a:r>
              <a:rPr lang="de-DE" sz="1400" dirty="0" err="1"/>
              <a:t>aumento</a:t>
            </a:r>
            <a:r>
              <a:rPr lang="de-DE" sz="1400" dirty="0"/>
              <a:t> </a:t>
            </a:r>
            <a:r>
              <a:rPr lang="de-DE" sz="1400" dirty="0" err="1"/>
              <a:t>cercano</a:t>
            </a:r>
            <a:r>
              <a:rPr lang="de-DE" sz="1400" dirty="0"/>
              <a:t> al 45–50 %. Este </a:t>
            </a:r>
            <a:r>
              <a:rPr lang="de-DE" sz="1400" dirty="0" err="1"/>
              <a:t>comportamiento</a:t>
            </a:r>
            <a:r>
              <a:rPr lang="de-DE" sz="1400" dirty="0"/>
              <a:t> </a:t>
            </a:r>
            <a:r>
              <a:rPr lang="de-DE" sz="1400" dirty="0" err="1"/>
              <a:t>evidencia</a:t>
            </a:r>
            <a:r>
              <a:rPr lang="de-DE" sz="1400" dirty="0"/>
              <a:t> </a:t>
            </a:r>
            <a:r>
              <a:rPr lang="de-DE" sz="1400" dirty="0" err="1"/>
              <a:t>una</a:t>
            </a:r>
            <a:r>
              <a:rPr lang="de-DE" sz="1400" dirty="0"/>
              <a:t> </a:t>
            </a:r>
            <a:r>
              <a:rPr lang="de-DE" sz="1400" dirty="0" err="1"/>
              <a:t>fuerte</a:t>
            </a:r>
            <a:r>
              <a:rPr lang="de-DE" sz="1400" dirty="0"/>
              <a:t> </a:t>
            </a:r>
            <a:r>
              <a:rPr lang="de-DE" sz="1400" dirty="0" err="1"/>
              <a:t>dependencia</a:t>
            </a:r>
            <a:r>
              <a:rPr lang="de-DE" sz="1400" dirty="0"/>
              <a:t> del </a:t>
            </a:r>
            <a:r>
              <a:rPr lang="de-DE" sz="1400" dirty="0" err="1"/>
              <a:t>desempeño</a:t>
            </a:r>
            <a:r>
              <a:rPr lang="de-DE" sz="1400" dirty="0"/>
              <a:t> </a:t>
            </a:r>
            <a:r>
              <a:rPr lang="de-DE" sz="1400" dirty="0" err="1"/>
              <a:t>respecto</a:t>
            </a:r>
            <a:r>
              <a:rPr lang="de-DE" sz="1400" dirty="0"/>
              <a:t> al </a:t>
            </a:r>
            <a:r>
              <a:rPr lang="de-DE" sz="1400" dirty="0" err="1"/>
              <a:t>estado</a:t>
            </a:r>
            <a:r>
              <a:rPr lang="de-DE" sz="1400" dirty="0"/>
              <a:t> </a:t>
            </a:r>
            <a:r>
              <a:rPr lang="de-DE" sz="1400" dirty="0" err="1"/>
              <a:t>inicial</a:t>
            </a:r>
            <a:r>
              <a:rPr lang="de-DE" sz="1400" dirty="0"/>
              <a:t>.</a:t>
            </a:r>
          </a:p>
          <a:p>
            <a:pPr algn="l">
              <a:lnSpc>
                <a:spcPct val="120000"/>
              </a:lnSpc>
            </a:pPr>
            <a:endParaRPr lang="es-ES_tradnl" sz="1400" dirty="0"/>
          </a:p>
        </p:txBody>
      </p:sp>
      <p:sp>
        <p:nvSpPr>
          <p:cNvPr id="3" name="Textplatzhalter 2">
            <a:extLst>
              <a:ext uri="{FF2B5EF4-FFF2-40B4-BE49-F238E27FC236}">
                <a16:creationId xmlns:a16="http://schemas.microsoft.com/office/drawing/2014/main" id="{3262D457-37D5-D982-07BF-081427A85ADB}"/>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a:t>
            </a:r>
          </a:p>
          <a:p>
            <a:endParaRPr lang="es-ES_tradnl" dirty="0"/>
          </a:p>
        </p:txBody>
      </p:sp>
      <p:sp>
        <p:nvSpPr>
          <p:cNvPr id="7" name="Inhaltsplatzhalter 7">
            <a:extLst>
              <a:ext uri="{FF2B5EF4-FFF2-40B4-BE49-F238E27FC236}">
                <a16:creationId xmlns:a16="http://schemas.microsoft.com/office/drawing/2014/main" id="{104E73C7-8400-2C65-5681-027344531402}"/>
              </a:ext>
            </a:extLst>
          </p:cNvPr>
          <p:cNvSpPr txBox="1">
            <a:spLocks noGrp="1"/>
          </p:cNvSpPr>
          <p:nvPr>
            <p:ph sz="quarter" idx="16"/>
          </p:nvPr>
        </p:nvSpPr>
        <p:spPr>
          <a:xfrm>
            <a:off x="6353093" y="4424206"/>
            <a:ext cx="4571997" cy="674031"/>
          </a:xfrm>
          <a:prstGeom prst="rect">
            <a:avLst/>
          </a:prstGeom>
          <a:noFill/>
        </p:spPr>
        <p:txBody>
          <a:bodyPr wrap="square">
            <a:spAutoFit/>
          </a:bodyPr>
          <a:lstStyle/>
          <a:p>
            <a:pPr algn="l"/>
            <a:r>
              <a:rPr lang="es-ES_tradnl" sz="1400" b="1" noProof="1">
                <a:solidFill>
                  <a:schemeClr val="tx1">
                    <a:lumMod val="75000"/>
                    <a:lumOff val="25000"/>
                  </a:schemeClr>
                </a:solidFill>
                <a:latin typeface="Times New Roman" panose="02020603050405020304" pitchFamily="18" charset="0"/>
                <a:cs typeface="Times New Roman" panose="02020603050405020304" pitchFamily="18" charset="0"/>
              </a:rPr>
              <a:t>o1ini: (-90°, 0°, 90°)</a:t>
            </a:r>
          </a:p>
          <a:p>
            <a:pPr algn="l"/>
            <a:r>
              <a:rPr lang="es-ES_tradnl" sz="1400" noProof="1">
                <a:solidFill>
                  <a:schemeClr val="tx1">
                    <a:lumMod val="75000"/>
                    <a:lumOff val="25000"/>
                  </a:schemeClr>
                </a:solidFill>
              </a:rPr>
              <a:t>Pitch, Roll =-10°, do1ini= 0°, Retardo=0ms </a:t>
            </a:r>
            <a:endParaRPr lang="es-ES_tradnl" sz="1400" dirty="0"/>
          </a:p>
          <a:p>
            <a:pPr algn="l"/>
            <a:endParaRPr lang="es-ES_tradnl" sz="1400" b="1" dirty="0"/>
          </a:p>
        </p:txBody>
      </p:sp>
      <p:sp>
        <p:nvSpPr>
          <p:cNvPr id="4" name="Fußzeilenplatzhalter 2">
            <a:extLst>
              <a:ext uri="{FF2B5EF4-FFF2-40B4-BE49-F238E27FC236}">
                <a16:creationId xmlns:a16="http://schemas.microsoft.com/office/drawing/2014/main" id="{F0B907FE-4B9A-B769-DC1C-21CB75A2E335}"/>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9" name="Onlinebild-Platzhalter 8">
            <a:extLst>
              <a:ext uri="{FF2B5EF4-FFF2-40B4-BE49-F238E27FC236}">
                <a16:creationId xmlns:a16="http://schemas.microsoft.com/office/drawing/2014/main" id="{D48F28F5-2BF8-9D6B-B690-FEF30DFCC6AC}"/>
              </a:ext>
            </a:extLst>
          </p:cNvPr>
          <p:cNvPicPr>
            <a:picLocks noGrp="1" noChangeAspect="1"/>
          </p:cNvPicPr>
          <p:nvPr>
            <p:ph type="clipArt" sz="quarter" idx="15"/>
          </p:nvPr>
        </p:nvPicPr>
        <p:blipFill>
          <a:blip r:embed="rId2"/>
          <a:stretch>
            <a:fillRect/>
          </a:stretch>
        </p:blipFill>
        <p:spPr>
          <a:xfrm>
            <a:off x="639591" y="2151063"/>
            <a:ext cx="5127968" cy="4008437"/>
          </a:xfrm>
          <a:prstGeom prst="rect">
            <a:avLst/>
          </a:prstGeom>
        </p:spPr>
      </p:pic>
    </p:spTree>
    <p:extLst>
      <p:ext uri="{BB962C8B-B14F-4D97-AF65-F5344CB8AC3E}">
        <p14:creationId xmlns:p14="http://schemas.microsoft.com/office/powerpoint/2010/main" val="2421436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7DC32-C9F6-A41D-7E11-D8D934140233}"/>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E3A87049-E169-57AD-DE0D-3F8B2D1B1D29}"/>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dirty="0"/>
          </a:p>
        </p:txBody>
      </p:sp>
      <p:graphicFrame>
        <p:nvGraphicFramePr>
          <p:cNvPr id="7" name="Inhaltsplatzhalter 5">
            <a:extLst>
              <a:ext uri="{FF2B5EF4-FFF2-40B4-BE49-F238E27FC236}">
                <a16:creationId xmlns:a16="http://schemas.microsoft.com/office/drawing/2014/main" id="{E344A72D-D082-05E3-8366-9CEB65DA28C1}"/>
              </a:ext>
            </a:extLst>
          </p:cNvPr>
          <p:cNvGraphicFramePr>
            <a:graphicFrameLocks noGrp="1"/>
          </p:cNvGraphicFramePr>
          <p:nvPr>
            <p:ph sz="quarter" idx="14"/>
            <p:extLst>
              <p:ext uri="{D42A27DB-BD31-4B8C-83A1-F6EECF244321}">
                <p14:modId xmlns:p14="http://schemas.microsoft.com/office/powerpoint/2010/main" val="3457692735"/>
              </p:ext>
            </p:extLst>
          </p:nvPr>
        </p:nvGraphicFramePr>
        <p:xfrm>
          <a:off x="561487" y="4765096"/>
          <a:ext cx="10532960" cy="12109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Sweep Val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74.75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30.62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68.05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29.93</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535.05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91.00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2.70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43.52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14.66</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20.41</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90.00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85.11</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45.00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100.00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40.11</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40.40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703.29</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133.00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1.99</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19.90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9.79</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29.51</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-90.00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-274.94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-45.00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-100.00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40.06</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78.20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820.34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3.44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70.47</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17.86</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33.75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dirty="0">
                          <a:effectLst/>
                          <a:latin typeface="Times New Roman" panose="02020603050405020304" pitchFamily="18" charset="0"/>
                          <a:ea typeface="Times New Roman" panose="02020603050405020304" pitchFamily="18" charset="0"/>
                          <a:cs typeface="Times New Roman" panose="02020603050405020304" pitchFamily="18" charset="0"/>
                        </a:rPr>
                        <a:t>NaN</a:t>
                      </a:r>
                      <a:endParaRPr lang="de-DE"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FD47A475-2833-025B-306E-0FCBD6953D00}"/>
              </a:ext>
            </a:extLst>
          </p:cNvPr>
          <p:cNvSpPr txBox="1">
            <a:spLocks noGrp="1"/>
          </p:cNvSpPr>
          <p:nvPr>
            <p:ph sz="quarter" idx="16"/>
          </p:nvPr>
        </p:nvSpPr>
        <p:spPr>
          <a:xfrm>
            <a:off x="561486" y="2619611"/>
            <a:ext cx="2854375" cy="1255728"/>
          </a:xfrm>
          <a:prstGeom prst="rect">
            <a:avLst/>
          </a:prstGeom>
          <a:noFill/>
        </p:spPr>
        <p:txBody>
          <a:bodyPr wrap="square">
            <a:spAutoFit/>
          </a:bodyPr>
          <a:lstStyle/>
          <a:p>
            <a:pPr algn="l"/>
            <a:r>
              <a:rPr lang="es-ES_tradnl" sz="1200" dirty="0"/>
              <a:t>El sistema mantiene estabilidad en condiciones nominales (o1ini = 0°), con un RMSE de ≈ 29.93°. Sin embargo, el error aumenta hasta ≈ 40.40° (o1ini = 90°) y ≈ 78.20° (o1ini = -90°), evidenciando una fuerte degradación y pérdida de seguimiento en condiciones extremas.</a:t>
            </a:r>
          </a:p>
        </p:txBody>
      </p:sp>
      <p:sp>
        <p:nvSpPr>
          <p:cNvPr id="2" name="Fußzeilenplatzhalter 2">
            <a:extLst>
              <a:ext uri="{FF2B5EF4-FFF2-40B4-BE49-F238E27FC236}">
                <a16:creationId xmlns:a16="http://schemas.microsoft.com/office/drawing/2014/main" id="{EDBA8B03-5A56-9F19-FDA9-0A2150789194}"/>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9" name="Onlinebild-Platzhalter 8">
            <a:extLst>
              <a:ext uri="{FF2B5EF4-FFF2-40B4-BE49-F238E27FC236}">
                <a16:creationId xmlns:a16="http://schemas.microsoft.com/office/drawing/2014/main" id="{8C741F7E-2B84-80CB-2644-C0FF69BE331C}"/>
              </a:ext>
            </a:extLst>
          </p:cNvPr>
          <p:cNvPicPr>
            <a:picLocks noGrp="1" noChangeAspect="1"/>
          </p:cNvPicPr>
          <p:nvPr>
            <p:ph type="clipArt" sz="quarter" idx="15"/>
          </p:nvPr>
        </p:nvPicPr>
        <p:blipFill>
          <a:blip r:embed="rId2"/>
          <a:stretch>
            <a:fillRect/>
          </a:stretch>
        </p:blipFill>
        <p:spPr>
          <a:xfrm>
            <a:off x="3415862" y="2078038"/>
            <a:ext cx="6994505" cy="2505075"/>
          </a:xfrm>
          <a:prstGeom prst="rect">
            <a:avLst/>
          </a:prstGeom>
        </p:spPr>
      </p:pic>
    </p:spTree>
    <p:extLst>
      <p:ext uri="{BB962C8B-B14F-4D97-AF65-F5344CB8AC3E}">
        <p14:creationId xmlns:p14="http://schemas.microsoft.com/office/powerpoint/2010/main" val="425183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F933-71A5-6FB2-23BA-5A618D64D4FA}"/>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281DD9EC-D8DF-CA6F-B1DB-AA0E46CDB85C}"/>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a:t>
            </a:r>
          </a:p>
          <a:p>
            <a:endParaRPr lang="es-ES_tradnl" dirty="0"/>
          </a:p>
        </p:txBody>
      </p:sp>
      <p:sp>
        <p:nvSpPr>
          <p:cNvPr id="11" name="Inhaltsplatzhalter 4">
            <a:extLst>
              <a:ext uri="{FF2B5EF4-FFF2-40B4-BE49-F238E27FC236}">
                <a16:creationId xmlns:a16="http://schemas.microsoft.com/office/drawing/2014/main" id="{C9D85E50-5923-3E6B-7B30-15B67D62F4DA}"/>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Retardo: (0, 10, 20)[ms]</a:t>
            </a:r>
          </a:p>
          <a:p>
            <a:pPr algn="l"/>
            <a:r>
              <a:rPr lang="es-ES_tradnl" noProof="1">
                <a:solidFill>
                  <a:schemeClr val="tx1">
                    <a:lumMod val="75000"/>
                    <a:lumOff val="25000"/>
                  </a:schemeClr>
                </a:solidFill>
              </a:rPr>
              <a:t>Pitch, Roll =-10°, o1ini= 0°, do1ini= 0° </a:t>
            </a:r>
            <a:endParaRPr lang="es-ES_tradnl" dirty="0"/>
          </a:p>
        </p:txBody>
      </p:sp>
      <p:sp>
        <p:nvSpPr>
          <p:cNvPr id="12" name="Inhaltsplatzhalter 1">
            <a:extLst>
              <a:ext uri="{FF2B5EF4-FFF2-40B4-BE49-F238E27FC236}">
                <a16:creationId xmlns:a16="http://schemas.microsoft.com/office/drawing/2014/main" id="{0706D25E-A0CD-2889-8A0D-83E20091EF94}"/>
              </a:ext>
            </a:extLst>
          </p:cNvPr>
          <p:cNvSpPr>
            <a:spLocks noGrp="1"/>
          </p:cNvSpPr>
          <p:nvPr>
            <p:ph sz="quarter" idx="14"/>
          </p:nvPr>
        </p:nvSpPr>
        <p:spPr>
          <a:xfrm>
            <a:off x="6390198" y="5092979"/>
            <a:ext cx="4858024" cy="977315"/>
          </a:xfrm>
        </p:spPr>
        <p:txBody>
          <a:bodyPr>
            <a:noAutofit/>
          </a:bodyPr>
          <a:lstStyle/>
          <a:p>
            <a:pPr algn="l"/>
            <a:r>
              <a:rPr lang="es-ES_tradnl" dirty="0"/>
              <a:t>El retardo introduce una penalización uniforme del RMSE, manteniendo la forma global de la curva y evidenciando robustez estructural del agente.</a:t>
            </a:r>
          </a:p>
          <a:p>
            <a:pPr algn="l">
              <a:lnSpc>
                <a:spcPct val="120000"/>
              </a:lnSpc>
            </a:pPr>
            <a:endParaRPr lang="es-ES_tradnl" dirty="0"/>
          </a:p>
        </p:txBody>
      </p:sp>
      <p:sp>
        <p:nvSpPr>
          <p:cNvPr id="2" name="Fußzeilenplatzhalter 2">
            <a:extLst>
              <a:ext uri="{FF2B5EF4-FFF2-40B4-BE49-F238E27FC236}">
                <a16:creationId xmlns:a16="http://schemas.microsoft.com/office/drawing/2014/main" id="{7F46F5F6-EA74-333C-720E-8D74D3E6FA2F}"/>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7" name="Onlinebild-Platzhalter 6">
            <a:extLst>
              <a:ext uri="{FF2B5EF4-FFF2-40B4-BE49-F238E27FC236}">
                <a16:creationId xmlns:a16="http://schemas.microsoft.com/office/drawing/2014/main" id="{DF6DB24A-909C-8D83-4E30-5AA9DCDC66E4}"/>
              </a:ext>
            </a:extLst>
          </p:cNvPr>
          <p:cNvPicPr>
            <a:picLocks noGrp="1" noChangeAspect="1"/>
          </p:cNvPicPr>
          <p:nvPr>
            <p:ph type="clipArt" sz="quarter" idx="15"/>
          </p:nvPr>
        </p:nvPicPr>
        <p:blipFill>
          <a:blip r:embed="rId2"/>
          <a:stretch>
            <a:fillRect/>
          </a:stretch>
        </p:blipFill>
        <p:spPr>
          <a:xfrm>
            <a:off x="639591" y="2151063"/>
            <a:ext cx="5127968" cy="4008437"/>
          </a:xfrm>
          <a:prstGeom prst="rect">
            <a:avLst/>
          </a:prstGeom>
        </p:spPr>
      </p:pic>
    </p:spTree>
    <p:extLst>
      <p:ext uri="{BB962C8B-B14F-4D97-AF65-F5344CB8AC3E}">
        <p14:creationId xmlns:p14="http://schemas.microsoft.com/office/powerpoint/2010/main" val="273125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E6E24-80CA-5704-9779-F1A1D0557477}"/>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41AC89E1-E0E7-D321-F30B-D3EC728C68A7}"/>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 o1sp=45°</a:t>
            </a:r>
          </a:p>
          <a:p>
            <a:endParaRPr lang="es-ES_tradnl" dirty="0"/>
          </a:p>
        </p:txBody>
      </p:sp>
      <p:graphicFrame>
        <p:nvGraphicFramePr>
          <p:cNvPr id="7" name="Inhaltsplatzhalter 5">
            <a:extLst>
              <a:ext uri="{FF2B5EF4-FFF2-40B4-BE49-F238E27FC236}">
                <a16:creationId xmlns:a16="http://schemas.microsoft.com/office/drawing/2014/main" id="{1119F97C-EA55-FC37-9AFD-E46D96227EC3}"/>
              </a:ext>
            </a:extLst>
          </p:cNvPr>
          <p:cNvGraphicFramePr>
            <a:graphicFrameLocks noGrp="1"/>
          </p:cNvGraphicFramePr>
          <p:nvPr>
            <p:ph sz="quarter" idx="14"/>
            <p:extLst>
              <p:ext uri="{D42A27DB-BD31-4B8C-83A1-F6EECF244321}">
                <p14:modId xmlns:p14="http://schemas.microsoft.com/office/powerpoint/2010/main" val="3522575424"/>
              </p:ext>
            </p:extLst>
          </p:nvPr>
        </p:nvGraphicFramePr>
        <p:xfrm>
          <a:off x="561487" y="4593328"/>
          <a:ext cx="10532960" cy="12109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Sweep Val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74.75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30.62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68.05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29.75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29.93</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535.05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91.00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2.70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43.52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14.66</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20.41</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0.01</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74.75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31.07</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69.05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29.75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535.35</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83.00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2.72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44.22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14.79</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20.83</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0.02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74.76</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31.77</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70.59</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29.76</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30.01</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534.51</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123.00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2.72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44.16</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14.72</a:t>
                      </a:r>
                      <a:endParaRPr lang="de-DE" sz="9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dirty="0">
                          <a:effectLst/>
                          <a:latin typeface="Times New Roman" panose="02020603050405020304" pitchFamily="18" charset="0"/>
                          <a:ea typeface="Times New Roman" panose="02020603050405020304" pitchFamily="18" charset="0"/>
                          <a:cs typeface="Times New Roman" panose="02020603050405020304" pitchFamily="18" charset="0"/>
                        </a:rPr>
                        <a:t>22.28</a:t>
                      </a:r>
                      <a:endParaRPr lang="de-DE"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F13DE68A-0507-1BF0-C64F-F4F95C32F0B1}"/>
              </a:ext>
            </a:extLst>
          </p:cNvPr>
          <p:cNvSpPr txBox="1">
            <a:spLocks noGrp="1"/>
          </p:cNvSpPr>
          <p:nvPr>
            <p:ph sz="quarter" idx="16"/>
          </p:nvPr>
        </p:nvSpPr>
        <p:spPr>
          <a:xfrm>
            <a:off x="520862" y="2488108"/>
            <a:ext cx="2643757" cy="1588127"/>
          </a:xfrm>
          <a:prstGeom prst="rect">
            <a:avLst/>
          </a:prstGeom>
          <a:noFill/>
        </p:spPr>
        <p:txBody>
          <a:bodyPr wrap="square">
            <a:spAutoFit/>
          </a:bodyPr>
          <a:lstStyle/>
          <a:p>
            <a:pPr algn="l"/>
            <a:r>
              <a:rPr lang="es-ES_tradnl" sz="1200" dirty="0"/>
              <a:t>El sistema mantiene estabilidad ante retardos pequeños, con variaciones prácticamente despreciables en el RMSE (≈ 29.93° a ≈ 30.01°). El sobreimpulso se mantiene prácticamente constante, observándose únicamente un ligero aumento en el esfuerzo de control en el régimen transitorio.</a:t>
            </a:r>
          </a:p>
        </p:txBody>
      </p:sp>
      <p:sp>
        <p:nvSpPr>
          <p:cNvPr id="2" name="Fußzeilenplatzhalter 2">
            <a:extLst>
              <a:ext uri="{FF2B5EF4-FFF2-40B4-BE49-F238E27FC236}">
                <a16:creationId xmlns:a16="http://schemas.microsoft.com/office/drawing/2014/main" id="{8112ABC5-B025-D47F-BA82-9CEE59F4737C}"/>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9" name="Onlinebild-Platzhalter 8">
            <a:extLst>
              <a:ext uri="{FF2B5EF4-FFF2-40B4-BE49-F238E27FC236}">
                <a16:creationId xmlns:a16="http://schemas.microsoft.com/office/drawing/2014/main" id="{44DF7B9C-1BEE-97C3-3940-DD83B6A78CFF}"/>
              </a:ext>
            </a:extLst>
          </p:cNvPr>
          <p:cNvPicPr>
            <a:picLocks noGrp="1" noChangeAspect="1"/>
          </p:cNvPicPr>
          <p:nvPr>
            <p:ph type="clipArt" sz="quarter" idx="15"/>
          </p:nvPr>
        </p:nvPicPr>
        <p:blipFill>
          <a:blip r:embed="rId2"/>
          <a:stretch>
            <a:fillRect/>
          </a:stretch>
        </p:blipFill>
        <p:spPr>
          <a:xfrm>
            <a:off x="3249978" y="2078038"/>
            <a:ext cx="6881994" cy="2505075"/>
          </a:xfrm>
          <a:prstGeom prst="rect">
            <a:avLst/>
          </a:prstGeom>
        </p:spPr>
      </p:pic>
    </p:spTree>
    <p:extLst>
      <p:ext uri="{BB962C8B-B14F-4D97-AF65-F5344CB8AC3E}">
        <p14:creationId xmlns:p14="http://schemas.microsoft.com/office/powerpoint/2010/main" val="309481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A9006-3445-A12A-763E-836C8692F975}"/>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8E17351F-C5AF-A08A-7080-5811DBCA7363}"/>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a:t>
            </a:r>
          </a:p>
          <a:p>
            <a:endParaRPr lang="es-ES_tradnl" dirty="0"/>
          </a:p>
        </p:txBody>
      </p:sp>
      <p:sp>
        <p:nvSpPr>
          <p:cNvPr id="5" name="Inhaltsplatzhalter 4">
            <a:extLst>
              <a:ext uri="{FF2B5EF4-FFF2-40B4-BE49-F238E27FC236}">
                <a16:creationId xmlns:a16="http://schemas.microsoft.com/office/drawing/2014/main" id="{BFED3FF1-756B-A7C4-A6C0-A94B23ED7970}"/>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do1ini= (-0.5, 0, 0.5) [rad/s]</a:t>
            </a:r>
          </a:p>
          <a:p>
            <a:pPr algn="l"/>
            <a:r>
              <a:rPr lang="es-ES_tradnl" noProof="1">
                <a:solidFill>
                  <a:schemeClr val="tx1">
                    <a:lumMod val="75000"/>
                    <a:lumOff val="25000"/>
                  </a:schemeClr>
                </a:solidFill>
              </a:rPr>
              <a:t>Pitch, Roll =-10°, o1ini= 0°, Retardo=0ms </a:t>
            </a:r>
            <a:endParaRPr lang="es-ES_tradnl" dirty="0"/>
          </a:p>
          <a:p>
            <a:endParaRPr lang="es-ES_tradnl" b="1" dirty="0"/>
          </a:p>
          <a:p>
            <a:endParaRPr lang="es-ES_tradnl" dirty="0"/>
          </a:p>
        </p:txBody>
      </p:sp>
      <p:sp>
        <p:nvSpPr>
          <p:cNvPr id="9" name="Inhaltsplatzhalter 1">
            <a:extLst>
              <a:ext uri="{FF2B5EF4-FFF2-40B4-BE49-F238E27FC236}">
                <a16:creationId xmlns:a16="http://schemas.microsoft.com/office/drawing/2014/main" id="{8CA85B45-9E36-0A01-F822-A2B22EF33C49}"/>
              </a:ext>
            </a:extLst>
          </p:cNvPr>
          <p:cNvSpPr>
            <a:spLocks noGrp="1"/>
          </p:cNvSpPr>
          <p:nvPr>
            <p:ph sz="quarter" idx="14"/>
          </p:nvPr>
        </p:nvSpPr>
        <p:spPr>
          <a:xfrm>
            <a:off x="6390198" y="5092979"/>
            <a:ext cx="4534893" cy="1066521"/>
          </a:xfrm>
        </p:spPr>
        <p:txBody>
          <a:bodyPr>
            <a:noAutofit/>
          </a:bodyPr>
          <a:lstStyle/>
          <a:p>
            <a:pPr algn="l"/>
            <a:r>
              <a:rPr lang="es-ES_tradnl" dirty="0"/>
              <a:t>La velocidad angular inicial introduce distorsiones locales en el RMSE, evidenciando una dependencia directa del agente respecto al estado dinámico inicial.</a:t>
            </a:r>
          </a:p>
          <a:p>
            <a:pPr algn="l">
              <a:lnSpc>
                <a:spcPct val="120000"/>
              </a:lnSpc>
            </a:pPr>
            <a:endParaRPr lang="es-ES_tradnl" dirty="0"/>
          </a:p>
        </p:txBody>
      </p:sp>
      <p:sp>
        <p:nvSpPr>
          <p:cNvPr id="2" name="Fußzeilenplatzhalter 2">
            <a:extLst>
              <a:ext uri="{FF2B5EF4-FFF2-40B4-BE49-F238E27FC236}">
                <a16:creationId xmlns:a16="http://schemas.microsoft.com/office/drawing/2014/main" id="{765FE31B-11DF-245F-2752-8CF1EAF8F046}"/>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8" name="Onlinebild-Platzhalter 7">
            <a:extLst>
              <a:ext uri="{FF2B5EF4-FFF2-40B4-BE49-F238E27FC236}">
                <a16:creationId xmlns:a16="http://schemas.microsoft.com/office/drawing/2014/main" id="{256996F0-70C5-27F8-AFDA-FA45DFA0BB32}"/>
              </a:ext>
            </a:extLst>
          </p:cNvPr>
          <p:cNvPicPr>
            <a:picLocks noGrp="1" noChangeAspect="1"/>
          </p:cNvPicPr>
          <p:nvPr>
            <p:ph type="clipArt" sz="quarter" idx="15"/>
          </p:nvPr>
        </p:nvPicPr>
        <p:blipFill>
          <a:blip r:embed="rId2"/>
          <a:stretch>
            <a:fillRect/>
          </a:stretch>
        </p:blipFill>
        <p:spPr>
          <a:xfrm>
            <a:off x="639591" y="2151063"/>
            <a:ext cx="5127968" cy="4008437"/>
          </a:xfrm>
          <a:prstGeom prst="rect">
            <a:avLst/>
          </a:prstGeom>
        </p:spPr>
      </p:pic>
    </p:spTree>
    <p:extLst>
      <p:ext uri="{BB962C8B-B14F-4D97-AF65-F5344CB8AC3E}">
        <p14:creationId xmlns:p14="http://schemas.microsoft.com/office/powerpoint/2010/main" val="2025251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73B2D-6F9E-FC72-95AD-0EC9F4868360}"/>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2C5EBF9C-3BB2-C69E-5D3A-E91CEF868EE4}"/>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 o1sp=45°</a:t>
            </a:r>
          </a:p>
          <a:p>
            <a:endParaRPr lang="es-ES_tradnl" dirty="0"/>
          </a:p>
        </p:txBody>
      </p:sp>
      <p:graphicFrame>
        <p:nvGraphicFramePr>
          <p:cNvPr id="7" name="Inhaltsplatzhalter 5">
            <a:extLst>
              <a:ext uri="{FF2B5EF4-FFF2-40B4-BE49-F238E27FC236}">
                <a16:creationId xmlns:a16="http://schemas.microsoft.com/office/drawing/2014/main" id="{6A2D6FBC-2CCA-0955-8A70-7AB15D0DB957}"/>
              </a:ext>
            </a:extLst>
          </p:cNvPr>
          <p:cNvGraphicFramePr>
            <a:graphicFrameLocks noGrp="1"/>
          </p:cNvGraphicFramePr>
          <p:nvPr>
            <p:ph sz="quarter" idx="14"/>
            <p:extLst>
              <p:ext uri="{D42A27DB-BD31-4B8C-83A1-F6EECF244321}">
                <p14:modId xmlns:p14="http://schemas.microsoft.com/office/powerpoint/2010/main" val="4013112646"/>
              </p:ext>
            </p:extLst>
          </p:nvPr>
        </p:nvGraphicFramePr>
        <p:xfrm>
          <a:off x="561487" y="4631428"/>
          <a:ext cx="10532960" cy="1210945"/>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Sweep Val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3.14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75.07</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30.69</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68.20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30.07</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29.85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539.68</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23.00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2.60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40.49</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14.51</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17.98</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74.75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30.62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68.05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29.93</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535.05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0.28</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91.00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2.70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43.52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14.66</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20.41</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-3.14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74.75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30.64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68.09</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29.75</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31.06</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535.24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0.26</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84.00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6.00</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2.84</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47.82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a:effectLst/>
                          <a:latin typeface="Times New Roman" panose="02020603050405020304" pitchFamily="18" charset="0"/>
                          <a:ea typeface="Times New Roman" panose="02020603050405020304" pitchFamily="18" charset="0"/>
                          <a:cs typeface="Times New Roman" panose="02020603050405020304" pitchFamily="18" charset="0"/>
                        </a:rPr>
                        <a:t>15.22</a:t>
                      </a:r>
                      <a:endParaRPr lang="de-DE"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r>
                        <a:rPr lang="es-ES" sz="900" dirty="0">
                          <a:effectLst/>
                          <a:latin typeface="Times New Roman" panose="02020603050405020304" pitchFamily="18" charset="0"/>
                          <a:ea typeface="Times New Roman" panose="02020603050405020304" pitchFamily="18" charset="0"/>
                          <a:cs typeface="Times New Roman" panose="02020603050405020304" pitchFamily="18" charset="0"/>
                        </a:rPr>
                        <a:t>45.53</a:t>
                      </a:r>
                      <a:endParaRPr lang="de-DE"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690602423"/>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A4221B8D-C490-F2E7-A54A-A4D17E1D7F26}"/>
              </a:ext>
            </a:extLst>
          </p:cNvPr>
          <p:cNvSpPr txBox="1">
            <a:spLocks noGrp="1"/>
          </p:cNvSpPr>
          <p:nvPr>
            <p:ph sz="quarter" idx="16"/>
          </p:nvPr>
        </p:nvSpPr>
        <p:spPr>
          <a:xfrm>
            <a:off x="561487" y="2635877"/>
            <a:ext cx="2688490" cy="1255728"/>
          </a:xfrm>
          <a:prstGeom prst="rect">
            <a:avLst/>
          </a:prstGeom>
          <a:noFill/>
        </p:spPr>
        <p:txBody>
          <a:bodyPr wrap="square">
            <a:spAutoFit/>
          </a:bodyPr>
          <a:lstStyle/>
          <a:p>
            <a:pPr algn="l"/>
            <a:r>
              <a:rPr lang="es-ES_tradnl" sz="1200" dirty="0"/>
              <a:t>La velocidad inicial afecta principalmente el régimen transitorio, con variaciones leves en el RMSE (≈ 29.85° - 31.06°) y en el esfuerzo de control. Sin embargo, el estado estacionario se mantiene prácticamente inalterado.</a:t>
            </a:r>
          </a:p>
        </p:txBody>
      </p:sp>
      <p:sp>
        <p:nvSpPr>
          <p:cNvPr id="2" name="Fußzeilenplatzhalter 2">
            <a:extLst>
              <a:ext uri="{FF2B5EF4-FFF2-40B4-BE49-F238E27FC236}">
                <a16:creationId xmlns:a16="http://schemas.microsoft.com/office/drawing/2014/main" id="{0C439D16-8049-09B3-35AC-9AB1770D5EF1}"/>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9" name="Onlinebild-Platzhalter 8">
            <a:extLst>
              <a:ext uri="{FF2B5EF4-FFF2-40B4-BE49-F238E27FC236}">
                <a16:creationId xmlns:a16="http://schemas.microsoft.com/office/drawing/2014/main" id="{A1AAB7BE-95D5-B913-C353-1FCC89068CE2}"/>
              </a:ext>
            </a:extLst>
          </p:cNvPr>
          <p:cNvPicPr>
            <a:picLocks noGrp="1" noChangeAspect="1"/>
          </p:cNvPicPr>
          <p:nvPr>
            <p:ph type="clipArt" sz="quarter" idx="15"/>
          </p:nvPr>
        </p:nvPicPr>
        <p:blipFill>
          <a:blip r:embed="rId2"/>
          <a:stretch>
            <a:fillRect/>
          </a:stretch>
        </p:blipFill>
        <p:spPr>
          <a:xfrm>
            <a:off x="3249976" y="2078038"/>
            <a:ext cx="6871485" cy="2505075"/>
          </a:xfrm>
          <a:prstGeom prst="rect">
            <a:avLst/>
          </a:prstGeom>
        </p:spPr>
      </p:pic>
    </p:spTree>
    <p:extLst>
      <p:ext uri="{BB962C8B-B14F-4D97-AF65-F5344CB8AC3E}">
        <p14:creationId xmlns:p14="http://schemas.microsoft.com/office/powerpoint/2010/main" val="2085179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55CBF-59E8-0119-F616-AEA060C7B89C}"/>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EE9DB6CB-D853-E6D0-53D7-0DDB93E1F7DC}"/>
              </a:ext>
            </a:extLst>
          </p:cNvPr>
          <p:cNvSpPr>
            <a:spLocks noGrp="1"/>
          </p:cNvSpPr>
          <p:nvPr>
            <p:ph type="body" sz="quarter" idx="12"/>
          </p:nvPr>
        </p:nvSpPr>
        <p:spPr/>
        <p:txBody>
          <a:bodyPr/>
          <a:lstStyle/>
          <a:p>
            <a:r>
              <a:rPr lang="es-ES_tradnl" noProof="1">
                <a:solidFill>
                  <a:schemeClr val="tx1">
                    <a:lumMod val="75000"/>
                    <a:lumOff val="25000"/>
                  </a:schemeClr>
                </a:solidFill>
              </a:rPr>
              <a:t>Influencias de las perturbaciones en plataforma plana</a:t>
            </a:r>
          </a:p>
          <a:p>
            <a:endParaRPr lang="es-ES_tradnl" dirty="0"/>
          </a:p>
        </p:txBody>
      </p:sp>
      <p:sp>
        <p:nvSpPr>
          <p:cNvPr id="12" name="Textfeld 11">
            <a:extLst>
              <a:ext uri="{FF2B5EF4-FFF2-40B4-BE49-F238E27FC236}">
                <a16:creationId xmlns:a16="http://schemas.microsoft.com/office/drawing/2014/main" id="{CEDF7AF0-D0A5-8384-0DC8-CB0F7AB8D916}"/>
              </a:ext>
            </a:extLst>
          </p:cNvPr>
          <p:cNvSpPr txBox="1"/>
          <p:nvPr/>
        </p:nvSpPr>
        <p:spPr>
          <a:xfrm>
            <a:off x="1220412" y="5002600"/>
            <a:ext cx="1532618"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o1ini: (-90, 0 , 90) [°]</a:t>
            </a:r>
          </a:p>
        </p:txBody>
      </p:sp>
      <p:sp>
        <p:nvSpPr>
          <p:cNvPr id="13" name="Textfeld 12">
            <a:extLst>
              <a:ext uri="{FF2B5EF4-FFF2-40B4-BE49-F238E27FC236}">
                <a16:creationId xmlns:a16="http://schemas.microsoft.com/office/drawing/2014/main" id="{77228093-C662-31FE-8F59-058BFD587161}"/>
              </a:ext>
            </a:extLst>
          </p:cNvPr>
          <p:cNvSpPr txBox="1"/>
          <p:nvPr/>
        </p:nvSpPr>
        <p:spPr>
          <a:xfrm>
            <a:off x="5069907" y="5008526"/>
            <a:ext cx="1685874"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Retardo: (0, 0.01, 0.02) [ms]</a:t>
            </a:r>
          </a:p>
        </p:txBody>
      </p:sp>
      <p:sp>
        <p:nvSpPr>
          <p:cNvPr id="14" name="Textfeld 13">
            <a:extLst>
              <a:ext uri="{FF2B5EF4-FFF2-40B4-BE49-F238E27FC236}">
                <a16:creationId xmlns:a16="http://schemas.microsoft.com/office/drawing/2014/main" id="{8B132CA0-BE4D-1A8C-2D96-A7BEFE9E97A0}"/>
              </a:ext>
            </a:extLst>
          </p:cNvPr>
          <p:cNvSpPr txBox="1"/>
          <p:nvPr/>
        </p:nvSpPr>
        <p:spPr>
          <a:xfrm>
            <a:off x="9040777" y="5002227"/>
            <a:ext cx="1506923"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do1ini: (-0.5, 0, 0.5)[rad/s]</a:t>
            </a:r>
          </a:p>
        </p:txBody>
      </p:sp>
      <p:sp>
        <p:nvSpPr>
          <p:cNvPr id="18" name="Textfeld 17">
            <a:extLst>
              <a:ext uri="{FF2B5EF4-FFF2-40B4-BE49-F238E27FC236}">
                <a16:creationId xmlns:a16="http://schemas.microsoft.com/office/drawing/2014/main" id="{CD727638-A933-2FA2-8A54-FB428046E75B}"/>
              </a:ext>
            </a:extLst>
          </p:cNvPr>
          <p:cNvSpPr txBox="1"/>
          <p:nvPr/>
        </p:nvSpPr>
        <p:spPr>
          <a:xfrm>
            <a:off x="376884" y="5440095"/>
            <a:ext cx="11609170" cy="584775"/>
          </a:xfrm>
          <a:prstGeom prst="rect">
            <a:avLst/>
          </a:prstGeom>
          <a:noFill/>
        </p:spPr>
        <p:txBody>
          <a:bodyPr wrap="square" rtlCol="0">
            <a:spAutoFit/>
          </a:bodyPr>
          <a:lstStyle/>
          <a:p>
            <a:pPr algn="ctr"/>
            <a:r>
              <a:rPr lang="es-ES_tradnl" sz="1600" dirty="0">
                <a:latin typeface="Times New Roman" panose="02020603050405020304" pitchFamily="18" charset="0"/>
                <a:cs typeface="Times New Roman" panose="02020603050405020304" pitchFamily="18" charset="0"/>
              </a:rPr>
              <a:t>El agente mantiene la forma global del RMSE. El retardo tiene un impacto despreciable, mientras que las condiciones iniciales introducen variaciones locales, destacando el ángulo inicial como el factor más influyente en el desempeño.</a:t>
            </a:r>
          </a:p>
        </p:txBody>
      </p:sp>
      <p:sp>
        <p:nvSpPr>
          <p:cNvPr id="6" name="Fußzeilenplatzhalter 2">
            <a:extLst>
              <a:ext uri="{FF2B5EF4-FFF2-40B4-BE49-F238E27FC236}">
                <a16:creationId xmlns:a16="http://schemas.microsoft.com/office/drawing/2014/main" id="{35CF9693-8C3F-E4D7-B292-F6AA101749DC}"/>
              </a:ext>
            </a:extLst>
          </p:cNvPr>
          <p:cNvSpPr txBox="1">
            <a:spLocks/>
          </p:cNvSpPr>
          <p:nvPr/>
        </p:nvSpPr>
        <p:spPr>
          <a:xfrm>
            <a:off x="278030" y="6459865"/>
            <a:ext cx="11777612" cy="26161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pic>
        <p:nvPicPr>
          <p:cNvPr id="9" name="Onlinebild-Platzhalter 8">
            <a:extLst>
              <a:ext uri="{FF2B5EF4-FFF2-40B4-BE49-F238E27FC236}">
                <a16:creationId xmlns:a16="http://schemas.microsoft.com/office/drawing/2014/main" id="{56D02060-D51B-D5B2-2895-54CE6AFD4382}"/>
              </a:ext>
            </a:extLst>
          </p:cNvPr>
          <p:cNvPicPr>
            <a:picLocks noChangeAspect="1"/>
          </p:cNvPicPr>
          <p:nvPr/>
        </p:nvPicPr>
        <p:blipFill>
          <a:blip r:embed="rId2"/>
          <a:stretch>
            <a:fillRect/>
          </a:stretch>
        </p:blipFill>
        <p:spPr>
          <a:xfrm>
            <a:off x="458949" y="2303819"/>
            <a:ext cx="3496582" cy="2733213"/>
          </a:xfrm>
          <a:prstGeom prst="rect">
            <a:avLst/>
          </a:prstGeom>
        </p:spPr>
      </p:pic>
      <p:pic>
        <p:nvPicPr>
          <p:cNvPr id="10" name="Onlinebild-Platzhalter 6">
            <a:extLst>
              <a:ext uri="{FF2B5EF4-FFF2-40B4-BE49-F238E27FC236}">
                <a16:creationId xmlns:a16="http://schemas.microsoft.com/office/drawing/2014/main" id="{000B8B12-3F5C-6309-B924-AC32EC4AE974}"/>
              </a:ext>
            </a:extLst>
          </p:cNvPr>
          <p:cNvPicPr>
            <a:picLocks noGrp="1" noChangeAspect="1"/>
          </p:cNvPicPr>
          <p:nvPr>
            <p:ph type="clipArt" sz="quarter" idx="15"/>
          </p:nvPr>
        </p:nvPicPr>
        <p:blipFill>
          <a:blip r:embed="rId3"/>
          <a:stretch>
            <a:fillRect/>
          </a:stretch>
        </p:blipFill>
        <p:spPr>
          <a:xfrm>
            <a:off x="4160916" y="2299118"/>
            <a:ext cx="3533154" cy="2761801"/>
          </a:xfrm>
          <a:prstGeom prst="rect">
            <a:avLst/>
          </a:prstGeom>
        </p:spPr>
      </p:pic>
      <p:pic>
        <p:nvPicPr>
          <p:cNvPr id="11" name="Grafik 10">
            <a:extLst>
              <a:ext uri="{FF2B5EF4-FFF2-40B4-BE49-F238E27FC236}">
                <a16:creationId xmlns:a16="http://schemas.microsoft.com/office/drawing/2014/main" id="{1E86FC75-A28A-7C02-D285-5038C8EA9F01}"/>
              </a:ext>
            </a:extLst>
          </p:cNvPr>
          <p:cNvPicPr>
            <a:picLocks noChangeAspect="1"/>
          </p:cNvPicPr>
          <p:nvPr/>
        </p:nvPicPr>
        <p:blipFill>
          <a:blip r:embed="rId4"/>
          <a:stretch>
            <a:fillRect/>
          </a:stretch>
        </p:blipFill>
        <p:spPr>
          <a:xfrm>
            <a:off x="7785154" y="2322488"/>
            <a:ext cx="3295743" cy="2679739"/>
          </a:xfrm>
          <a:prstGeom prst="rect">
            <a:avLst/>
          </a:prstGeom>
        </p:spPr>
      </p:pic>
    </p:spTree>
    <p:extLst>
      <p:ext uri="{BB962C8B-B14F-4D97-AF65-F5344CB8AC3E}">
        <p14:creationId xmlns:p14="http://schemas.microsoft.com/office/powerpoint/2010/main" val="6970783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901</Words>
  <Application>Microsoft Macintosh PowerPoint</Application>
  <PresentationFormat>Breitbild</PresentationFormat>
  <Paragraphs>225</Paragraphs>
  <Slides>7</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7</vt:i4>
      </vt:variant>
    </vt:vector>
  </HeadingPairs>
  <TitlesOfParts>
    <vt:vector size="12" baseType="lpstr">
      <vt:lpstr>Aptos</vt:lpstr>
      <vt:lpstr>Aptos Display</vt:lpstr>
      <vt:lpstr>Arial</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sarabia</dc:creator>
  <cp:lastModifiedBy>ricardo sarabia</cp:lastModifiedBy>
  <cp:revision>6</cp:revision>
  <dcterms:created xsi:type="dcterms:W3CDTF">2026-03-28T17:01:40Z</dcterms:created>
  <dcterms:modified xsi:type="dcterms:W3CDTF">2026-04-11T10:40:24Z</dcterms:modified>
</cp:coreProperties>
</file>