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9"/>
  </p:notesMasterIdLst>
  <p:sldIdLst>
    <p:sldId id="562" r:id="rId2"/>
    <p:sldId id="563" r:id="rId3"/>
    <p:sldId id="564" r:id="rId4"/>
    <p:sldId id="566" r:id="rId5"/>
    <p:sldId id="565" r:id="rId6"/>
    <p:sldId id="567" r:id="rId7"/>
    <p:sldId id="568" r:id="rId8"/>
  </p:sldIdLst>
  <p:sldSz cx="12192000" cy="6858000"/>
  <p:notesSz cx="6858000" cy="91440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304"/>
    <p:restoredTop sz="94737"/>
  </p:normalViewPr>
  <p:slideViewPr>
    <p:cSldViewPr snapToGrid="0">
      <p:cViewPr>
        <p:scale>
          <a:sx n="180" d="100"/>
          <a:sy n="180" d="100"/>
        </p:scale>
        <p:origin x="-328" y="-218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ES_tradnl"/>
          </a:p>
        </p:txBody>
      </p:sp>
      <p:sp>
        <p:nvSpPr>
          <p:cNvPr id="3" name="Datumsplatzhalt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EB23FEB-A005-1141-BD8A-A9EA313772FF}" type="datetimeFigureOut">
              <a:rPr lang="es-ES_tradnl" smtClean="0"/>
              <a:t>6/4/26</a:t>
            </a:fld>
            <a:endParaRPr lang="es-ES_tradnl"/>
          </a:p>
        </p:txBody>
      </p:sp>
      <p:sp>
        <p:nvSpPr>
          <p:cNvPr id="4" name="Folienbildplatzhalt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s-ES_tradnl"/>
          </a:p>
        </p:txBody>
      </p:sp>
      <p:sp>
        <p:nvSpPr>
          <p:cNvPr id="5" name="Notizenplatzhalt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s-ES_tradnl"/>
          </a:p>
        </p:txBody>
      </p:sp>
      <p:sp>
        <p:nvSpPr>
          <p:cNvPr id="6" name="Fußzeilenplatzhalt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ES_tradnl"/>
          </a:p>
        </p:txBody>
      </p:sp>
      <p:sp>
        <p:nvSpPr>
          <p:cNvPr id="7" name="Foliennummernplatzhalt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F4987F8-2F35-4941-9C91-57C74210BC50}" type="slidenum">
              <a:rPr lang="es-ES_tradnl" smtClean="0"/>
              <a:t>‹Nr.›</a:t>
            </a:fld>
            <a:endParaRPr lang="es-ES_tradnl"/>
          </a:p>
        </p:txBody>
      </p:sp>
    </p:spTree>
    <p:extLst>
      <p:ext uri="{BB962C8B-B14F-4D97-AF65-F5344CB8AC3E}">
        <p14:creationId xmlns:p14="http://schemas.microsoft.com/office/powerpoint/2010/main" val="196733553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 Id="rId5" Type="http://schemas.openxmlformats.org/officeDocument/2006/relationships/image" Target="../media/image3.png"/><Relationship Id="rId4" Type="http://schemas.microsoft.com/office/2007/relationships/hdphoto" Target="../media/hdphoto1.wdp"/></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 Id="rId4" Type="http://schemas.microsoft.com/office/2007/relationships/hdphoto" Target="../media/hdphoto1.wdp"/></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folie">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90FEB3D-6CD2-2DC9-54BA-D6D307C938BD}"/>
              </a:ext>
            </a:extLst>
          </p:cNvPr>
          <p:cNvSpPr>
            <a:spLocks noGrp="1"/>
          </p:cNvSpPr>
          <p:nvPr>
            <p:ph type="ctrTitle"/>
          </p:nvPr>
        </p:nvSpPr>
        <p:spPr>
          <a:xfrm>
            <a:off x="1524000" y="1122363"/>
            <a:ext cx="9144000" cy="2387600"/>
          </a:xfrm>
        </p:spPr>
        <p:txBody>
          <a:bodyPr anchor="b"/>
          <a:lstStyle>
            <a:lvl1pPr algn="ctr">
              <a:defRPr sz="6000"/>
            </a:lvl1pPr>
          </a:lstStyle>
          <a:p>
            <a:r>
              <a:rPr lang="de-DE"/>
              <a:t>Mastertitelformat bearbeiten</a:t>
            </a:r>
            <a:endParaRPr lang="es-ES_tradnl"/>
          </a:p>
        </p:txBody>
      </p:sp>
      <p:sp>
        <p:nvSpPr>
          <p:cNvPr id="3" name="Untertitel 2">
            <a:extLst>
              <a:ext uri="{FF2B5EF4-FFF2-40B4-BE49-F238E27FC236}">
                <a16:creationId xmlns:a16="http://schemas.microsoft.com/office/drawing/2014/main" id="{C63FF5C3-B124-2227-8C16-5BD5C314062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a:t>Master-Untertitelformat bearbeiten</a:t>
            </a:r>
            <a:endParaRPr lang="es-ES_tradnl"/>
          </a:p>
        </p:txBody>
      </p:sp>
      <p:sp>
        <p:nvSpPr>
          <p:cNvPr id="4" name="Datumsplatzhalter 3">
            <a:extLst>
              <a:ext uri="{FF2B5EF4-FFF2-40B4-BE49-F238E27FC236}">
                <a16:creationId xmlns:a16="http://schemas.microsoft.com/office/drawing/2014/main" id="{D4B10CB3-00D4-AC75-1445-0C5964ED01F0}"/>
              </a:ext>
            </a:extLst>
          </p:cNvPr>
          <p:cNvSpPr>
            <a:spLocks noGrp="1"/>
          </p:cNvSpPr>
          <p:nvPr>
            <p:ph type="dt" sz="half" idx="10"/>
          </p:nvPr>
        </p:nvSpPr>
        <p:spPr/>
        <p:txBody>
          <a:bodyPr/>
          <a:lstStyle/>
          <a:p>
            <a:endParaRPr lang="es-ES_tradnl"/>
          </a:p>
        </p:txBody>
      </p:sp>
      <p:sp>
        <p:nvSpPr>
          <p:cNvPr id="5" name="Fußzeilenplatzhalter 4">
            <a:extLst>
              <a:ext uri="{FF2B5EF4-FFF2-40B4-BE49-F238E27FC236}">
                <a16:creationId xmlns:a16="http://schemas.microsoft.com/office/drawing/2014/main" id="{4F4BF555-8CFC-8BA2-141A-3D508E4399AE}"/>
              </a:ext>
            </a:extLst>
          </p:cNvPr>
          <p:cNvSpPr>
            <a:spLocks noGrp="1"/>
          </p:cNvSpPr>
          <p:nvPr>
            <p:ph type="ftr" sz="quarter" idx="11"/>
          </p:nvPr>
        </p:nvSpPr>
        <p:spPr/>
        <p:txBody>
          <a:bodyPr/>
          <a:lstStyle/>
          <a:p>
            <a:endParaRPr lang="es-ES_tradnl"/>
          </a:p>
        </p:txBody>
      </p:sp>
      <p:sp>
        <p:nvSpPr>
          <p:cNvPr id="6" name="Foliennummernplatzhalter 5">
            <a:extLst>
              <a:ext uri="{FF2B5EF4-FFF2-40B4-BE49-F238E27FC236}">
                <a16:creationId xmlns:a16="http://schemas.microsoft.com/office/drawing/2014/main" id="{A39EB556-EE6C-0895-DFBF-91C8E7EEFCD6}"/>
              </a:ext>
            </a:extLst>
          </p:cNvPr>
          <p:cNvSpPr>
            <a:spLocks noGrp="1"/>
          </p:cNvSpPr>
          <p:nvPr>
            <p:ph type="sldNum" sz="quarter" idx="12"/>
          </p:nvPr>
        </p:nvSpPr>
        <p:spPr/>
        <p:txBody>
          <a:bodyPr/>
          <a:lstStyle/>
          <a:p>
            <a:fld id="{FCBC55D2-D44C-7246-9F80-7535F7F49F1A}" type="slidenum">
              <a:rPr lang="es-ES_tradnl" smtClean="0"/>
              <a:t>‹Nr.›</a:t>
            </a:fld>
            <a:endParaRPr lang="es-ES_tradnl"/>
          </a:p>
        </p:txBody>
      </p:sp>
    </p:spTree>
    <p:extLst>
      <p:ext uri="{BB962C8B-B14F-4D97-AF65-F5344CB8AC3E}">
        <p14:creationId xmlns:p14="http://schemas.microsoft.com/office/powerpoint/2010/main" val="379684871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EF56EBF-1868-9AD2-C997-375C03AA765A}"/>
              </a:ext>
            </a:extLst>
          </p:cNvPr>
          <p:cNvSpPr>
            <a:spLocks noGrp="1"/>
          </p:cNvSpPr>
          <p:nvPr>
            <p:ph type="title"/>
          </p:nvPr>
        </p:nvSpPr>
        <p:spPr/>
        <p:txBody>
          <a:bodyPr/>
          <a:lstStyle/>
          <a:p>
            <a:r>
              <a:rPr lang="de-DE"/>
              <a:t>Mastertitelformat bearbeiten</a:t>
            </a:r>
            <a:endParaRPr lang="es-ES_tradnl"/>
          </a:p>
        </p:txBody>
      </p:sp>
      <p:sp>
        <p:nvSpPr>
          <p:cNvPr id="3" name="Inhaltsplatzhalter 2">
            <a:extLst>
              <a:ext uri="{FF2B5EF4-FFF2-40B4-BE49-F238E27FC236}">
                <a16:creationId xmlns:a16="http://schemas.microsoft.com/office/drawing/2014/main" id="{12936155-374E-DBC6-9711-770C9A29794F}"/>
              </a:ext>
            </a:extLst>
          </p:cNvPr>
          <p:cNvSpPr>
            <a:spLocks noGrp="1"/>
          </p:cNvSpPr>
          <p:nvPr>
            <p:ph idx="1"/>
          </p:nvPr>
        </p:nvSpPr>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s-ES_tradnl"/>
          </a:p>
        </p:txBody>
      </p:sp>
      <p:sp>
        <p:nvSpPr>
          <p:cNvPr id="4" name="Datumsplatzhalter 3">
            <a:extLst>
              <a:ext uri="{FF2B5EF4-FFF2-40B4-BE49-F238E27FC236}">
                <a16:creationId xmlns:a16="http://schemas.microsoft.com/office/drawing/2014/main" id="{03DCBBCC-FBE9-4A98-7C19-6B05F1896E8F}"/>
              </a:ext>
            </a:extLst>
          </p:cNvPr>
          <p:cNvSpPr>
            <a:spLocks noGrp="1"/>
          </p:cNvSpPr>
          <p:nvPr>
            <p:ph type="dt" sz="half" idx="10"/>
          </p:nvPr>
        </p:nvSpPr>
        <p:spPr/>
        <p:txBody>
          <a:bodyPr/>
          <a:lstStyle/>
          <a:p>
            <a:endParaRPr lang="es-ES_tradnl"/>
          </a:p>
        </p:txBody>
      </p:sp>
      <p:sp>
        <p:nvSpPr>
          <p:cNvPr id="5" name="Fußzeilenplatzhalter 4">
            <a:extLst>
              <a:ext uri="{FF2B5EF4-FFF2-40B4-BE49-F238E27FC236}">
                <a16:creationId xmlns:a16="http://schemas.microsoft.com/office/drawing/2014/main" id="{97E3C1A4-BD73-541F-4773-49844F304CF0}"/>
              </a:ext>
            </a:extLst>
          </p:cNvPr>
          <p:cNvSpPr>
            <a:spLocks noGrp="1"/>
          </p:cNvSpPr>
          <p:nvPr>
            <p:ph type="ftr" sz="quarter" idx="11"/>
          </p:nvPr>
        </p:nvSpPr>
        <p:spPr/>
        <p:txBody>
          <a:bodyPr/>
          <a:lstStyle/>
          <a:p>
            <a:endParaRPr lang="es-ES_tradnl"/>
          </a:p>
        </p:txBody>
      </p:sp>
      <p:sp>
        <p:nvSpPr>
          <p:cNvPr id="6" name="Foliennummernplatzhalter 5">
            <a:extLst>
              <a:ext uri="{FF2B5EF4-FFF2-40B4-BE49-F238E27FC236}">
                <a16:creationId xmlns:a16="http://schemas.microsoft.com/office/drawing/2014/main" id="{447E1106-0294-4CE9-CD0A-A07A495EA601}"/>
              </a:ext>
            </a:extLst>
          </p:cNvPr>
          <p:cNvSpPr>
            <a:spLocks noGrp="1"/>
          </p:cNvSpPr>
          <p:nvPr>
            <p:ph type="sldNum" sz="quarter" idx="12"/>
          </p:nvPr>
        </p:nvSpPr>
        <p:spPr/>
        <p:txBody>
          <a:bodyPr/>
          <a:lstStyle/>
          <a:p>
            <a:fld id="{FCBC55D2-D44C-7246-9F80-7535F7F49F1A}" type="slidenum">
              <a:rPr lang="es-ES_tradnl" smtClean="0"/>
              <a:t>‹Nr.›</a:t>
            </a:fld>
            <a:endParaRPr lang="es-ES_tradnl"/>
          </a:p>
        </p:txBody>
      </p:sp>
    </p:spTree>
    <p:extLst>
      <p:ext uri="{BB962C8B-B14F-4D97-AF65-F5344CB8AC3E}">
        <p14:creationId xmlns:p14="http://schemas.microsoft.com/office/powerpoint/2010/main" val="377126022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Abschnitts-&#10;überschrif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3EFEADA-7CC8-A6F9-AFBB-70583F8F671F}"/>
              </a:ext>
            </a:extLst>
          </p:cNvPr>
          <p:cNvSpPr>
            <a:spLocks noGrp="1"/>
          </p:cNvSpPr>
          <p:nvPr>
            <p:ph type="title"/>
          </p:nvPr>
        </p:nvSpPr>
        <p:spPr>
          <a:xfrm>
            <a:off x="831850" y="1709738"/>
            <a:ext cx="10515600" cy="2852737"/>
          </a:xfrm>
        </p:spPr>
        <p:txBody>
          <a:bodyPr anchor="b"/>
          <a:lstStyle>
            <a:lvl1pPr>
              <a:defRPr sz="6000"/>
            </a:lvl1pPr>
          </a:lstStyle>
          <a:p>
            <a:r>
              <a:rPr lang="de-DE"/>
              <a:t>Mastertitelformat bearbeiten</a:t>
            </a:r>
            <a:endParaRPr lang="es-ES_tradnl"/>
          </a:p>
        </p:txBody>
      </p:sp>
      <p:sp>
        <p:nvSpPr>
          <p:cNvPr id="3" name="Textplatzhalter 2">
            <a:extLst>
              <a:ext uri="{FF2B5EF4-FFF2-40B4-BE49-F238E27FC236}">
                <a16:creationId xmlns:a16="http://schemas.microsoft.com/office/drawing/2014/main" id="{D639F96F-4132-D147-1945-91C6197AE648}"/>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de-DE"/>
              <a:t>Mastertextformat bearbeiten</a:t>
            </a:r>
          </a:p>
        </p:txBody>
      </p:sp>
      <p:sp>
        <p:nvSpPr>
          <p:cNvPr id="4" name="Datumsplatzhalter 3">
            <a:extLst>
              <a:ext uri="{FF2B5EF4-FFF2-40B4-BE49-F238E27FC236}">
                <a16:creationId xmlns:a16="http://schemas.microsoft.com/office/drawing/2014/main" id="{CD29E02D-B568-3262-8EAD-F5BA595FF91A}"/>
              </a:ext>
            </a:extLst>
          </p:cNvPr>
          <p:cNvSpPr>
            <a:spLocks noGrp="1"/>
          </p:cNvSpPr>
          <p:nvPr>
            <p:ph type="dt" sz="half" idx="10"/>
          </p:nvPr>
        </p:nvSpPr>
        <p:spPr/>
        <p:txBody>
          <a:bodyPr/>
          <a:lstStyle/>
          <a:p>
            <a:endParaRPr lang="es-ES_tradnl"/>
          </a:p>
        </p:txBody>
      </p:sp>
      <p:sp>
        <p:nvSpPr>
          <p:cNvPr id="5" name="Fußzeilenplatzhalter 4">
            <a:extLst>
              <a:ext uri="{FF2B5EF4-FFF2-40B4-BE49-F238E27FC236}">
                <a16:creationId xmlns:a16="http://schemas.microsoft.com/office/drawing/2014/main" id="{A772C2DB-6C83-066A-CC4D-BF8F1A658996}"/>
              </a:ext>
            </a:extLst>
          </p:cNvPr>
          <p:cNvSpPr>
            <a:spLocks noGrp="1"/>
          </p:cNvSpPr>
          <p:nvPr>
            <p:ph type="ftr" sz="quarter" idx="11"/>
          </p:nvPr>
        </p:nvSpPr>
        <p:spPr/>
        <p:txBody>
          <a:bodyPr/>
          <a:lstStyle/>
          <a:p>
            <a:endParaRPr lang="es-ES_tradnl"/>
          </a:p>
        </p:txBody>
      </p:sp>
      <p:sp>
        <p:nvSpPr>
          <p:cNvPr id="6" name="Foliennummernplatzhalter 5">
            <a:extLst>
              <a:ext uri="{FF2B5EF4-FFF2-40B4-BE49-F238E27FC236}">
                <a16:creationId xmlns:a16="http://schemas.microsoft.com/office/drawing/2014/main" id="{69DA3B59-1FD7-E39A-9643-24D0979A4D6E}"/>
              </a:ext>
            </a:extLst>
          </p:cNvPr>
          <p:cNvSpPr>
            <a:spLocks noGrp="1"/>
          </p:cNvSpPr>
          <p:nvPr>
            <p:ph type="sldNum" sz="quarter" idx="12"/>
          </p:nvPr>
        </p:nvSpPr>
        <p:spPr/>
        <p:txBody>
          <a:bodyPr/>
          <a:lstStyle/>
          <a:p>
            <a:fld id="{FCBC55D2-D44C-7246-9F80-7535F7F49F1A}" type="slidenum">
              <a:rPr lang="es-ES_tradnl" smtClean="0"/>
              <a:t>‹Nr.›</a:t>
            </a:fld>
            <a:endParaRPr lang="es-ES_tradnl"/>
          </a:p>
        </p:txBody>
      </p:sp>
    </p:spTree>
    <p:extLst>
      <p:ext uri="{BB962C8B-B14F-4D97-AF65-F5344CB8AC3E}">
        <p14:creationId xmlns:p14="http://schemas.microsoft.com/office/powerpoint/2010/main" val="72534358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A9034BB-D30C-A6C1-FC74-36947564A024}"/>
              </a:ext>
            </a:extLst>
          </p:cNvPr>
          <p:cNvSpPr>
            <a:spLocks noGrp="1"/>
          </p:cNvSpPr>
          <p:nvPr>
            <p:ph type="title"/>
          </p:nvPr>
        </p:nvSpPr>
        <p:spPr/>
        <p:txBody>
          <a:bodyPr/>
          <a:lstStyle/>
          <a:p>
            <a:r>
              <a:rPr lang="de-DE"/>
              <a:t>Mastertitelformat bearbeiten</a:t>
            </a:r>
            <a:endParaRPr lang="es-ES_tradnl"/>
          </a:p>
        </p:txBody>
      </p:sp>
      <p:sp>
        <p:nvSpPr>
          <p:cNvPr id="3" name="Inhaltsplatzhalter 2">
            <a:extLst>
              <a:ext uri="{FF2B5EF4-FFF2-40B4-BE49-F238E27FC236}">
                <a16:creationId xmlns:a16="http://schemas.microsoft.com/office/drawing/2014/main" id="{398B923D-187E-BB47-7A69-7F93182209B8}"/>
              </a:ext>
            </a:extLst>
          </p:cNvPr>
          <p:cNvSpPr>
            <a:spLocks noGrp="1"/>
          </p:cNvSpPr>
          <p:nvPr>
            <p:ph sz="half" idx="1"/>
          </p:nvPr>
        </p:nvSpPr>
        <p:spPr>
          <a:xfrm>
            <a:off x="838200" y="1825625"/>
            <a:ext cx="5181600" cy="4351338"/>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s-ES_tradnl"/>
          </a:p>
        </p:txBody>
      </p:sp>
      <p:sp>
        <p:nvSpPr>
          <p:cNvPr id="4" name="Inhaltsplatzhalter 3">
            <a:extLst>
              <a:ext uri="{FF2B5EF4-FFF2-40B4-BE49-F238E27FC236}">
                <a16:creationId xmlns:a16="http://schemas.microsoft.com/office/drawing/2014/main" id="{0877E461-2794-2941-AB3E-C2A7E39B9585}"/>
              </a:ext>
            </a:extLst>
          </p:cNvPr>
          <p:cNvSpPr>
            <a:spLocks noGrp="1"/>
          </p:cNvSpPr>
          <p:nvPr>
            <p:ph sz="half" idx="2"/>
          </p:nvPr>
        </p:nvSpPr>
        <p:spPr>
          <a:xfrm>
            <a:off x="6172200" y="1825625"/>
            <a:ext cx="5181600" cy="4351338"/>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s-ES_tradnl"/>
          </a:p>
        </p:txBody>
      </p:sp>
      <p:sp>
        <p:nvSpPr>
          <p:cNvPr id="5" name="Datumsplatzhalter 4">
            <a:extLst>
              <a:ext uri="{FF2B5EF4-FFF2-40B4-BE49-F238E27FC236}">
                <a16:creationId xmlns:a16="http://schemas.microsoft.com/office/drawing/2014/main" id="{9C1A3673-88A2-4D70-E3D6-90A3F9868575}"/>
              </a:ext>
            </a:extLst>
          </p:cNvPr>
          <p:cNvSpPr>
            <a:spLocks noGrp="1"/>
          </p:cNvSpPr>
          <p:nvPr>
            <p:ph type="dt" sz="half" idx="10"/>
          </p:nvPr>
        </p:nvSpPr>
        <p:spPr/>
        <p:txBody>
          <a:bodyPr/>
          <a:lstStyle/>
          <a:p>
            <a:endParaRPr lang="es-ES_tradnl"/>
          </a:p>
        </p:txBody>
      </p:sp>
      <p:sp>
        <p:nvSpPr>
          <p:cNvPr id="6" name="Fußzeilenplatzhalter 5">
            <a:extLst>
              <a:ext uri="{FF2B5EF4-FFF2-40B4-BE49-F238E27FC236}">
                <a16:creationId xmlns:a16="http://schemas.microsoft.com/office/drawing/2014/main" id="{9404F6F2-FB53-62C2-0125-4D6BC273F399}"/>
              </a:ext>
            </a:extLst>
          </p:cNvPr>
          <p:cNvSpPr>
            <a:spLocks noGrp="1"/>
          </p:cNvSpPr>
          <p:nvPr>
            <p:ph type="ftr" sz="quarter" idx="11"/>
          </p:nvPr>
        </p:nvSpPr>
        <p:spPr/>
        <p:txBody>
          <a:bodyPr/>
          <a:lstStyle/>
          <a:p>
            <a:endParaRPr lang="es-ES_tradnl"/>
          </a:p>
        </p:txBody>
      </p:sp>
      <p:sp>
        <p:nvSpPr>
          <p:cNvPr id="7" name="Foliennummernplatzhalter 6">
            <a:extLst>
              <a:ext uri="{FF2B5EF4-FFF2-40B4-BE49-F238E27FC236}">
                <a16:creationId xmlns:a16="http://schemas.microsoft.com/office/drawing/2014/main" id="{DD9633C4-3D84-AC36-AB3F-7318DF8E63A1}"/>
              </a:ext>
            </a:extLst>
          </p:cNvPr>
          <p:cNvSpPr>
            <a:spLocks noGrp="1"/>
          </p:cNvSpPr>
          <p:nvPr>
            <p:ph type="sldNum" sz="quarter" idx="12"/>
          </p:nvPr>
        </p:nvSpPr>
        <p:spPr/>
        <p:txBody>
          <a:bodyPr/>
          <a:lstStyle/>
          <a:p>
            <a:fld id="{FCBC55D2-D44C-7246-9F80-7535F7F49F1A}" type="slidenum">
              <a:rPr lang="es-ES_tradnl" smtClean="0"/>
              <a:t>‹Nr.›</a:t>
            </a:fld>
            <a:endParaRPr lang="es-ES_tradnl"/>
          </a:p>
        </p:txBody>
      </p:sp>
    </p:spTree>
    <p:extLst>
      <p:ext uri="{BB962C8B-B14F-4D97-AF65-F5344CB8AC3E}">
        <p14:creationId xmlns:p14="http://schemas.microsoft.com/office/powerpoint/2010/main" val="353577766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Vergleich">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9B539D8-6D1D-6D16-7A33-BBDD197CD925}"/>
              </a:ext>
            </a:extLst>
          </p:cNvPr>
          <p:cNvSpPr>
            <a:spLocks noGrp="1"/>
          </p:cNvSpPr>
          <p:nvPr>
            <p:ph type="title"/>
          </p:nvPr>
        </p:nvSpPr>
        <p:spPr>
          <a:xfrm>
            <a:off x="839788" y="365125"/>
            <a:ext cx="10515600" cy="1325563"/>
          </a:xfrm>
        </p:spPr>
        <p:txBody>
          <a:bodyPr/>
          <a:lstStyle/>
          <a:p>
            <a:r>
              <a:rPr lang="de-DE"/>
              <a:t>Mastertitelformat bearbeiten</a:t>
            </a:r>
            <a:endParaRPr lang="es-ES_tradnl"/>
          </a:p>
        </p:txBody>
      </p:sp>
      <p:sp>
        <p:nvSpPr>
          <p:cNvPr id="3" name="Textplatzhalter 2">
            <a:extLst>
              <a:ext uri="{FF2B5EF4-FFF2-40B4-BE49-F238E27FC236}">
                <a16:creationId xmlns:a16="http://schemas.microsoft.com/office/drawing/2014/main" id="{A4073A24-5713-F2EF-574D-ECC9A14568C1}"/>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a:t>Mastertextformat bearbeiten</a:t>
            </a:r>
          </a:p>
        </p:txBody>
      </p:sp>
      <p:sp>
        <p:nvSpPr>
          <p:cNvPr id="4" name="Inhaltsplatzhalter 3">
            <a:extLst>
              <a:ext uri="{FF2B5EF4-FFF2-40B4-BE49-F238E27FC236}">
                <a16:creationId xmlns:a16="http://schemas.microsoft.com/office/drawing/2014/main" id="{BA5A4D6D-923E-95DE-D916-E52E1B9321AF}"/>
              </a:ext>
            </a:extLst>
          </p:cNvPr>
          <p:cNvSpPr>
            <a:spLocks noGrp="1"/>
          </p:cNvSpPr>
          <p:nvPr>
            <p:ph sz="half" idx="2"/>
          </p:nvPr>
        </p:nvSpPr>
        <p:spPr>
          <a:xfrm>
            <a:off x="839788" y="2505075"/>
            <a:ext cx="5157787" cy="3684588"/>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s-ES_tradnl"/>
          </a:p>
        </p:txBody>
      </p:sp>
      <p:sp>
        <p:nvSpPr>
          <p:cNvPr id="5" name="Textplatzhalter 4">
            <a:extLst>
              <a:ext uri="{FF2B5EF4-FFF2-40B4-BE49-F238E27FC236}">
                <a16:creationId xmlns:a16="http://schemas.microsoft.com/office/drawing/2014/main" id="{007978AC-7305-F7FE-0C50-692CA46EA96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a:t>Mastertextformat bearbeiten</a:t>
            </a:r>
          </a:p>
        </p:txBody>
      </p:sp>
      <p:sp>
        <p:nvSpPr>
          <p:cNvPr id="6" name="Inhaltsplatzhalter 5">
            <a:extLst>
              <a:ext uri="{FF2B5EF4-FFF2-40B4-BE49-F238E27FC236}">
                <a16:creationId xmlns:a16="http://schemas.microsoft.com/office/drawing/2014/main" id="{4F260EF5-D730-4842-97C4-AFFDD8E62AE9}"/>
              </a:ext>
            </a:extLst>
          </p:cNvPr>
          <p:cNvSpPr>
            <a:spLocks noGrp="1"/>
          </p:cNvSpPr>
          <p:nvPr>
            <p:ph sz="quarter" idx="4"/>
          </p:nvPr>
        </p:nvSpPr>
        <p:spPr>
          <a:xfrm>
            <a:off x="6172200" y="2505075"/>
            <a:ext cx="5183188" cy="3684588"/>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s-ES_tradnl"/>
          </a:p>
        </p:txBody>
      </p:sp>
      <p:sp>
        <p:nvSpPr>
          <p:cNvPr id="7" name="Datumsplatzhalter 6">
            <a:extLst>
              <a:ext uri="{FF2B5EF4-FFF2-40B4-BE49-F238E27FC236}">
                <a16:creationId xmlns:a16="http://schemas.microsoft.com/office/drawing/2014/main" id="{A97AA2A8-330F-E011-CF18-FC95FC7F92FF}"/>
              </a:ext>
            </a:extLst>
          </p:cNvPr>
          <p:cNvSpPr>
            <a:spLocks noGrp="1"/>
          </p:cNvSpPr>
          <p:nvPr>
            <p:ph type="dt" sz="half" idx="10"/>
          </p:nvPr>
        </p:nvSpPr>
        <p:spPr/>
        <p:txBody>
          <a:bodyPr/>
          <a:lstStyle/>
          <a:p>
            <a:endParaRPr lang="es-ES_tradnl"/>
          </a:p>
        </p:txBody>
      </p:sp>
      <p:sp>
        <p:nvSpPr>
          <p:cNvPr id="8" name="Fußzeilenplatzhalter 7">
            <a:extLst>
              <a:ext uri="{FF2B5EF4-FFF2-40B4-BE49-F238E27FC236}">
                <a16:creationId xmlns:a16="http://schemas.microsoft.com/office/drawing/2014/main" id="{47F47EEB-7B2D-66AA-2D28-357DB3C3F4E2}"/>
              </a:ext>
            </a:extLst>
          </p:cNvPr>
          <p:cNvSpPr>
            <a:spLocks noGrp="1"/>
          </p:cNvSpPr>
          <p:nvPr>
            <p:ph type="ftr" sz="quarter" idx="11"/>
          </p:nvPr>
        </p:nvSpPr>
        <p:spPr/>
        <p:txBody>
          <a:bodyPr/>
          <a:lstStyle/>
          <a:p>
            <a:endParaRPr lang="es-ES_tradnl"/>
          </a:p>
        </p:txBody>
      </p:sp>
      <p:sp>
        <p:nvSpPr>
          <p:cNvPr id="9" name="Foliennummernplatzhalter 8">
            <a:extLst>
              <a:ext uri="{FF2B5EF4-FFF2-40B4-BE49-F238E27FC236}">
                <a16:creationId xmlns:a16="http://schemas.microsoft.com/office/drawing/2014/main" id="{72E1BDE7-71D0-EFA4-2376-2B5D3054CB8B}"/>
              </a:ext>
            </a:extLst>
          </p:cNvPr>
          <p:cNvSpPr>
            <a:spLocks noGrp="1"/>
          </p:cNvSpPr>
          <p:nvPr>
            <p:ph type="sldNum" sz="quarter" idx="12"/>
          </p:nvPr>
        </p:nvSpPr>
        <p:spPr/>
        <p:txBody>
          <a:bodyPr/>
          <a:lstStyle/>
          <a:p>
            <a:fld id="{FCBC55D2-D44C-7246-9F80-7535F7F49F1A}" type="slidenum">
              <a:rPr lang="es-ES_tradnl" smtClean="0"/>
              <a:t>‹Nr.›</a:t>
            </a:fld>
            <a:endParaRPr lang="es-ES_tradnl"/>
          </a:p>
        </p:txBody>
      </p:sp>
    </p:spTree>
    <p:extLst>
      <p:ext uri="{BB962C8B-B14F-4D97-AF65-F5344CB8AC3E}">
        <p14:creationId xmlns:p14="http://schemas.microsoft.com/office/powerpoint/2010/main" val="411600767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6A6845AC-7A4C-FE7A-6938-A06BBB07E807}"/>
              </a:ext>
            </a:extLst>
          </p:cNvPr>
          <p:cNvSpPr>
            <a:spLocks noGrp="1"/>
          </p:cNvSpPr>
          <p:nvPr>
            <p:ph type="title"/>
          </p:nvPr>
        </p:nvSpPr>
        <p:spPr/>
        <p:txBody>
          <a:bodyPr/>
          <a:lstStyle/>
          <a:p>
            <a:r>
              <a:rPr lang="de-DE"/>
              <a:t>Mastertitelformat bearbeiten</a:t>
            </a:r>
            <a:endParaRPr lang="es-ES_tradnl"/>
          </a:p>
        </p:txBody>
      </p:sp>
      <p:sp>
        <p:nvSpPr>
          <p:cNvPr id="3" name="Datumsplatzhalter 2">
            <a:extLst>
              <a:ext uri="{FF2B5EF4-FFF2-40B4-BE49-F238E27FC236}">
                <a16:creationId xmlns:a16="http://schemas.microsoft.com/office/drawing/2014/main" id="{CD660326-AB44-5C0E-E2CA-A0E5B5D1B297}"/>
              </a:ext>
            </a:extLst>
          </p:cNvPr>
          <p:cNvSpPr>
            <a:spLocks noGrp="1"/>
          </p:cNvSpPr>
          <p:nvPr>
            <p:ph type="dt" sz="half" idx="10"/>
          </p:nvPr>
        </p:nvSpPr>
        <p:spPr/>
        <p:txBody>
          <a:bodyPr/>
          <a:lstStyle/>
          <a:p>
            <a:endParaRPr lang="es-ES_tradnl"/>
          </a:p>
        </p:txBody>
      </p:sp>
      <p:sp>
        <p:nvSpPr>
          <p:cNvPr id="4" name="Fußzeilenplatzhalter 3">
            <a:extLst>
              <a:ext uri="{FF2B5EF4-FFF2-40B4-BE49-F238E27FC236}">
                <a16:creationId xmlns:a16="http://schemas.microsoft.com/office/drawing/2014/main" id="{EACF438F-4ABB-079B-77DA-8115B0EABE59}"/>
              </a:ext>
            </a:extLst>
          </p:cNvPr>
          <p:cNvSpPr>
            <a:spLocks noGrp="1"/>
          </p:cNvSpPr>
          <p:nvPr>
            <p:ph type="ftr" sz="quarter" idx="11"/>
          </p:nvPr>
        </p:nvSpPr>
        <p:spPr/>
        <p:txBody>
          <a:bodyPr/>
          <a:lstStyle/>
          <a:p>
            <a:endParaRPr lang="es-ES_tradnl"/>
          </a:p>
        </p:txBody>
      </p:sp>
      <p:sp>
        <p:nvSpPr>
          <p:cNvPr id="5" name="Foliennummernplatzhalter 4">
            <a:extLst>
              <a:ext uri="{FF2B5EF4-FFF2-40B4-BE49-F238E27FC236}">
                <a16:creationId xmlns:a16="http://schemas.microsoft.com/office/drawing/2014/main" id="{B7510AA7-3A1C-20D6-0609-4E6EDB0AA07F}"/>
              </a:ext>
            </a:extLst>
          </p:cNvPr>
          <p:cNvSpPr>
            <a:spLocks noGrp="1"/>
          </p:cNvSpPr>
          <p:nvPr>
            <p:ph type="sldNum" sz="quarter" idx="12"/>
          </p:nvPr>
        </p:nvSpPr>
        <p:spPr/>
        <p:txBody>
          <a:bodyPr/>
          <a:lstStyle/>
          <a:p>
            <a:fld id="{FCBC55D2-D44C-7246-9F80-7535F7F49F1A}" type="slidenum">
              <a:rPr lang="es-ES_tradnl" smtClean="0"/>
              <a:t>‹Nr.›</a:t>
            </a:fld>
            <a:endParaRPr lang="es-ES_tradnl"/>
          </a:p>
        </p:txBody>
      </p:sp>
    </p:spTree>
    <p:extLst>
      <p:ext uri="{BB962C8B-B14F-4D97-AF65-F5344CB8AC3E}">
        <p14:creationId xmlns:p14="http://schemas.microsoft.com/office/powerpoint/2010/main" val="175204621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
        <p:nvSpPr>
          <p:cNvPr id="2" name="Datumsplatzhalter 1">
            <a:extLst>
              <a:ext uri="{FF2B5EF4-FFF2-40B4-BE49-F238E27FC236}">
                <a16:creationId xmlns:a16="http://schemas.microsoft.com/office/drawing/2014/main" id="{879A59A5-F856-984E-906B-F269EC2C17DC}"/>
              </a:ext>
            </a:extLst>
          </p:cNvPr>
          <p:cNvSpPr>
            <a:spLocks noGrp="1"/>
          </p:cNvSpPr>
          <p:nvPr>
            <p:ph type="dt" sz="half" idx="10"/>
          </p:nvPr>
        </p:nvSpPr>
        <p:spPr/>
        <p:txBody>
          <a:bodyPr/>
          <a:lstStyle/>
          <a:p>
            <a:endParaRPr lang="es-ES_tradnl"/>
          </a:p>
        </p:txBody>
      </p:sp>
      <p:sp>
        <p:nvSpPr>
          <p:cNvPr id="3" name="Fußzeilenplatzhalter 2">
            <a:extLst>
              <a:ext uri="{FF2B5EF4-FFF2-40B4-BE49-F238E27FC236}">
                <a16:creationId xmlns:a16="http://schemas.microsoft.com/office/drawing/2014/main" id="{F64D7F4D-E79C-E207-4C5B-993D3CC81EE9}"/>
              </a:ext>
            </a:extLst>
          </p:cNvPr>
          <p:cNvSpPr>
            <a:spLocks noGrp="1"/>
          </p:cNvSpPr>
          <p:nvPr>
            <p:ph type="ftr" sz="quarter" idx="11"/>
          </p:nvPr>
        </p:nvSpPr>
        <p:spPr/>
        <p:txBody>
          <a:bodyPr/>
          <a:lstStyle/>
          <a:p>
            <a:endParaRPr lang="es-ES_tradnl"/>
          </a:p>
        </p:txBody>
      </p:sp>
      <p:sp>
        <p:nvSpPr>
          <p:cNvPr id="4" name="Foliennummernplatzhalter 3">
            <a:extLst>
              <a:ext uri="{FF2B5EF4-FFF2-40B4-BE49-F238E27FC236}">
                <a16:creationId xmlns:a16="http://schemas.microsoft.com/office/drawing/2014/main" id="{9CE8F435-0066-62E3-598D-38DF4B3A8C58}"/>
              </a:ext>
            </a:extLst>
          </p:cNvPr>
          <p:cNvSpPr>
            <a:spLocks noGrp="1"/>
          </p:cNvSpPr>
          <p:nvPr>
            <p:ph type="sldNum" sz="quarter" idx="12"/>
          </p:nvPr>
        </p:nvSpPr>
        <p:spPr/>
        <p:txBody>
          <a:bodyPr/>
          <a:lstStyle/>
          <a:p>
            <a:fld id="{FCBC55D2-D44C-7246-9F80-7535F7F49F1A}" type="slidenum">
              <a:rPr lang="es-ES_tradnl" smtClean="0"/>
              <a:t>‹Nr.›</a:t>
            </a:fld>
            <a:endParaRPr lang="es-ES_tradnl"/>
          </a:p>
        </p:txBody>
      </p:sp>
    </p:spTree>
    <p:extLst>
      <p:ext uri="{BB962C8B-B14F-4D97-AF65-F5344CB8AC3E}">
        <p14:creationId xmlns:p14="http://schemas.microsoft.com/office/powerpoint/2010/main" val="252015824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halt mit Überschrif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0E63C73C-DDE3-BFFB-9B8C-11170A1A951C}"/>
              </a:ext>
            </a:extLst>
          </p:cNvPr>
          <p:cNvSpPr>
            <a:spLocks noGrp="1"/>
          </p:cNvSpPr>
          <p:nvPr>
            <p:ph type="title"/>
          </p:nvPr>
        </p:nvSpPr>
        <p:spPr>
          <a:xfrm>
            <a:off x="839788" y="457200"/>
            <a:ext cx="3932237" cy="1600200"/>
          </a:xfrm>
        </p:spPr>
        <p:txBody>
          <a:bodyPr anchor="b"/>
          <a:lstStyle>
            <a:lvl1pPr>
              <a:defRPr sz="3200"/>
            </a:lvl1pPr>
          </a:lstStyle>
          <a:p>
            <a:r>
              <a:rPr lang="de-DE"/>
              <a:t>Mastertitelformat bearbeiten</a:t>
            </a:r>
            <a:endParaRPr lang="es-ES_tradnl"/>
          </a:p>
        </p:txBody>
      </p:sp>
      <p:sp>
        <p:nvSpPr>
          <p:cNvPr id="3" name="Inhaltsplatzhalter 2">
            <a:extLst>
              <a:ext uri="{FF2B5EF4-FFF2-40B4-BE49-F238E27FC236}">
                <a16:creationId xmlns:a16="http://schemas.microsoft.com/office/drawing/2014/main" id="{347B2312-2CDD-08D9-8C5D-921F2C35B44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s-ES_tradnl"/>
          </a:p>
        </p:txBody>
      </p:sp>
      <p:sp>
        <p:nvSpPr>
          <p:cNvPr id="4" name="Textplatzhalter 3">
            <a:extLst>
              <a:ext uri="{FF2B5EF4-FFF2-40B4-BE49-F238E27FC236}">
                <a16:creationId xmlns:a16="http://schemas.microsoft.com/office/drawing/2014/main" id="{A1A6896B-25A4-64AB-68FE-9EA986E4EB3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de-DE"/>
              <a:t>Mastertextformat bearbeiten</a:t>
            </a:r>
          </a:p>
        </p:txBody>
      </p:sp>
      <p:sp>
        <p:nvSpPr>
          <p:cNvPr id="5" name="Datumsplatzhalter 4">
            <a:extLst>
              <a:ext uri="{FF2B5EF4-FFF2-40B4-BE49-F238E27FC236}">
                <a16:creationId xmlns:a16="http://schemas.microsoft.com/office/drawing/2014/main" id="{7899F43B-9A45-23ED-0DBA-E19A95F2A61E}"/>
              </a:ext>
            </a:extLst>
          </p:cNvPr>
          <p:cNvSpPr>
            <a:spLocks noGrp="1"/>
          </p:cNvSpPr>
          <p:nvPr>
            <p:ph type="dt" sz="half" idx="10"/>
          </p:nvPr>
        </p:nvSpPr>
        <p:spPr/>
        <p:txBody>
          <a:bodyPr/>
          <a:lstStyle/>
          <a:p>
            <a:endParaRPr lang="es-ES_tradnl"/>
          </a:p>
        </p:txBody>
      </p:sp>
      <p:sp>
        <p:nvSpPr>
          <p:cNvPr id="6" name="Fußzeilenplatzhalter 5">
            <a:extLst>
              <a:ext uri="{FF2B5EF4-FFF2-40B4-BE49-F238E27FC236}">
                <a16:creationId xmlns:a16="http://schemas.microsoft.com/office/drawing/2014/main" id="{7D1F9A6E-5025-4BF3-0574-E638E047090D}"/>
              </a:ext>
            </a:extLst>
          </p:cNvPr>
          <p:cNvSpPr>
            <a:spLocks noGrp="1"/>
          </p:cNvSpPr>
          <p:nvPr>
            <p:ph type="ftr" sz="quarter" idx="11"/>
          </p:nvPr>
        </p:nvSpPr>
        <p:spPr/>
        <p:txBody>
          <a:bodyPr/>
          <a:lstStyle/>
          <a:p>
            <a:endParaRPr lang="es-ES_tradnl"/>
          </a:p>
        </p:txBody>
      </p:sp>
      <p:sp>
        <p:nvSpPr>
          <p:cNvPr id="7" name="Foliennummernplatzhalter 6">
            <a:extLst>
              <a:ext uri="{FF2B5EF4-FFF2-40B4-BE49-F238E27FC236}">
                <a16:creationId xmlns:a16="http://schemas.microsoft.com/office/drawing/2014/main" id="{B35E0752-D07A-F34E-8400-004AE777F6FD}"/>
              </a:ext>
            </a:extLst>
          </p:cNvPr>
          <p:cNvSpPr>
            <a:spLocks noGrp="1"/>
          </p:cNvSpPr>
          <p:nvPr>
            <p:ph type="sldNum" sz="quarter" idx="12"/>
          </p:nvPr>
        </p:nvSpPr>
        <p:spPr/>
        <p:txBody>
          <a:bodyPr/>
          <a:lstStyle/>
          <a:p>
            <a:fld id="{FCBC55D2-D44C-7246-9F80-7535F7F49F1A}" type="slidenum">
              <a:rPr lang="es-ES_tradnl" smtClean="0"/>
              <a:t>‹Nr.›</a:t>
            </a:fld>
            <a:endParaRPr lang="es-ES_tradnl"/>
          </a:p>
        </p:txBody>
      </p:sp>
    </p:spTree>
    <p:extLst>
      <p:ext uri="{BB962C8B-B14F-4D97-AF65-F5344CB8AC3E}">
        <p14:creationId xmlns:p14="http://schemas.microsoft.com/office/powerpoint/2010/main" val="109978103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ild mit Überschrif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533D929-5DD9-8742-BFEB-0CBB8AABA399}"/>
              </a:ext>
            </a:extLst>
          </p:cNvPr>
          <p:cNvSpPr>
            <a:spLocks noGrp="1"/>
          </p:cNvSpPr>
          <p:nvPr>
            <p:ph type="title"/>
          </p:nvPr>
        </p:nvSpPr>
        <p:spPr>
          <a:xfrm>
            <a:off x="839788" y="457200"/>
            <a:ext cx="3932237" cy="1600200"/>
          </a:xfrm>
        </p:spPr>
        <p:txBody>
          <a:bodyPr anchor="b"/>
          <a:lstStyle>
            <a:lvl1pPr>
              <a:defRPr sz="3200"/>
            </a:lvl1pPr>
          </a:lstStyle>
          <a:p>
            <a:r>
              <a:rPr lang="de-DE"/>
              <a:t>Mastertitelformat bearbeiten</a:t>
            </a:r>
            <a:endParaRPr lang="es-ES_tradnl"/>
          </a:p>
        </p:txBody>
      </p:sp>
      <p:sp>
        <p:nvSpPr>
          <p:cNvPr id="3" name="Bildplatzhalter 2">
            <a:extLst>
              <a:ext uri="{FF2B5EF4-FFF2-40B4-BE49-F238E27FC236}">
                <a16:creationId xmlns:a16="http://schemas.microsoft.com/office/drawing/2014/main" id="{15B7E5F2-3C4A-890F-2B43-64D468044D01}"/>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s-ES_tradnl"/>
          </a:p>
        </p:txBody>
      </p:sp>
      <p:sp>
        <p:nvSpPr>
          <p:cNvPr id="4" name="Textplatzhalter 3">
            <a:extLst>
              <a:ext uri="{FF2B5EF4-FFF2-40B4-BE49-F238E27FC236}">
                <a16:creationId xmlns:a16="http://schemas.microsoft.com/office/drawing/2014/main" id="{101D0EA7-C3CF-DAF4-03A7-3231C95F883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de-DE"/>
              <a:t>Mastertextformat bearbeiten</a:t>
            </a:r>
          </a:p>
        </p:txBody>
      </p:sp>
      <p:sp>
        <p:nvSpPr>
          <p:cNvPr id="5" name="Datumsplatzhalter 4">
            <a:extLst>
              <a:ext uri="{FF2B5EF4-FFF2-40B4-BE49-F238E27FC236}">
                <a16:creationId xmlns:a16="http://schemas.microsoft.com/office/drawing/2014/main" id="{3406276D-5C4B-A556-5D21-588F36A84628}"/>
              </a:ext>
            </a:extLst>
          </p:cNvPr>
          <p:cNvSpPr>
            <a:spLocks noGrp="1"/>
          </p:cNvSpPr>
          <p:nvPr>
            <p:ph type="dt" sz="half" idx="10"/>
          </p:nvPr>
        </p:nvSpPr>
        <p:spPr/>
        <p:txBody>
          <a:bodyPr/>
          <a:lstStyle/>
          <a:p>
            <a:endParaRPr lang="es-ES_tradnl"/>
          </a:p>
        </p:txBody>
      </p:sp>
      <p:sp>
        <p:nvSpPr>
          <p:cNvPr id="6" name="Fußzeilenplatzhalter 5">
            <a:extLst>
              <a:ext uri="{FF2B5EF4-FFF2-40B4-BE49-F238E27FC236}">
                <a16:creationId xmlns:a16="http://schemas.microsoft.com/office/drawing/2014/main" id="{D2EE77E4-D831-F1D6-48AC-C8B556AB6549}"/>
              </a:ext>
            </a:extLst>
          </p:cNvPr>
          <p:cNvSpPr>
            <a:spLocks noGrp="1"/>
          </p:cNvSpPr>
          <p:nvPr>
            <p:ph type="ftr" sz="quarter" idx="11"/>
          </p:nvPr>
        </p:nvSpPr>
        <p:spPr/>
        <p:txBody>
          <a:bodyPr/>
          <a:lstStyle/>
          <a:p>
            <a:endParaRPr lang="es-ES_tradnl"/>
          </a:p>
        </p:txBody>
      </p:sp>
      <p:sp>
        <p:nvSpPr>
          <p:cNvPr id="7" name="Foliennummernplatzhalter 6">
            <a:extLst>
              <a:ext uri="{FF2B5EF4-FFF2-40B4-BE49-F238E27FC236}">
                <a16:creationId xmlns:a16="http://schemas.microsoft.com/office/drawing/2014/main" id="{8A8385BF-7656-668C-A2E5-1BFDBBB2DC8E}"/>
              </a:ext>
            </a:extLst>
          </p:cNvPr>
          <p:cNvSpPr>
            <a:spLocks noGrp="1"/>
          </p:cNvSpPr>
          <p:nvPr>
            <p:ph type="sldNum" sz="quarter" idx="12"/>
          </p:nvPr>
        </p:nvSpPr>
        <p:spPr/>
        <p:txBody>
          <a:bodyPr/>
          <a:lstStyle/>
          <a:p>
            <a:fld id="{FCBC55D2-D44C-7246-9F80-7535F7F49F1A}" type="slidenum">
              <a:rPr lang="es-ES_tradnl" smtClean="0"/>
              <a:t>‹Nr.›</a:t>
            </a:fld>
            <a:endParaRPr lang="es-ES_tradnl"/>
          </a:p>
        </p:txBody>
      </p:sp>
    </p:spTree>
    <p:extLst>
      <p:ext uri="{BB962C8B-B14F-4D97-AF65-F5344CB8AC3E}">
        <p14:creationId xmlns:p14="http://schemas.microsoft.com/office/powerpoint/2010/main" val="26323618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el und vertikaler Tex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027EC32F-73BA-D9BE-B669-574F66D2D517}"/>
              </a:ext>
            </a:extLst>
          </p:cNvPr>
          <p:cNvSpPr>
            <a:spLocks noGrp="1"/>
          </p:cNvSpPr>
          <p:nvPr>
            <p:ph type="title"/>
          </p:nvPr>
        </p:nvSpPr>
        <p:spPr/>
        <p:txBody>
          <a:bodyPr/>
          <a:lstStyle/>
          <a:p>
            <a:r>
              <a:rPr lang="de-DE"/>
              <a:t>Mastertitelformat bearbeiten</a:t>
            </a:r>
            <a:endParaRPr lang="es-ES_tradnl"/>
          </a:p>
        </p:txBody>
      </p:sp>
      <p:sp>
        <p:nvSpPr>
          <p:cNvPr id="3" name="Vertikaler Textplatzhalter 2">
            <a:extLst>
              <a:ext uri="{FF2B5EF4-FFF2-40B4-BE49-F238E27FC236}">
                <a16:creationId xmlns:a16="http://schemas.microsoft.com/office/drawing/2014/main" id="{FCD00462-D38F-6D13-AB9E-6BE44F838104}"/>
              </a:ext>
            </a:extLst>
          </p:cNvPr>
          <p:cNvSpPr>
            <a:spLocks noGrp="1"/>
          </p:cNvSpPr>
          <p:nvPr>
            <p:ph type="body" orient="vert" idx="1"/>
          </p:nvPr>
        </p:nvSpPr>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s-ES_tradnl"/>
          </a:p>
        </p:txBody>
      </p:sp>
      <p:sp>
        <p:nvSpPr>
          <p:cNvPr id="4" name="Datumsplatzhalter 3">
            <a:extLst>
              <a:ext uri="{FF2B5EF4-FFF2-40B4-BE49-F238E27FC236}">
                <a16:creationId xmlns:a16="http://schemas.microsoft.com/office/drawing/2014/main" id="{798482E8-915B-16B5-3844-CBFBB681C4FF}"/>
              </a:ext>
            </a:extLst>
          </p:cNvPr>
          <p:cNvSpPr>
            <a:spLocks noGrp="1"/>
          </p:cNvSpPr>
          <p:nvPr>
            <p:ph type="dt" sz="half" idx="10"/>
          </p:nvPr>
        </p:nvSpPr>
        <p:spPr/>
        <p:txBody>
          <a:bodyPr/>
          <a:lstStyle/>
          <a:p>
            <a:endParaRPr lang="es-ES_tradnl"/>
          </a:p>
        </p:txBody>
      </p:sp>
      <p:sp>
        <p:nvSpPr>
          <p:cNvPr id="5" name="Fußzeilenplatzhalter 4">
            <a:extLst>
              <a:ext uri="{FF2B5EF4-FFF2-40B4-BE49-F238E27FC236}">
                <a16:creationId xmlns:a16="http://schemas.microsoft.com/office/drawing/2014/main" id="{0996CE70-86D7-8711-1C76-71FD303DC7C3}"/>
              </a:ext>
            </a:extLst>
          </p:cNvPr>
          <p:cNvSpPr>
            <a:spLocks noGrp="1"/>
          </p:cNvSpPr>
          <p:nvPr>
            <p:ph type="ftr" sz="quarter" idx="11"/>
          </p:nvPr>
        </p:nvSpPr>
        <p:spPr/>
        <p:txBody>
          <a:bodyPr/>
          <a:lstStyle/>
          <a:p>
            <a:endParaRPr lang="es-ES_tradnl"/>
          </a:p>
        </p:txBody>
      </p:sp>
      <p:sp>
        <p:nvSpPr>
          <p:cNvPr id="6" name="Foliennummernplatzhalter 5">
            <a:extLst>
              <a:ext uri="{FF2B5EF4-FFF2-40B4-BE49-F238E27FC236}">
                <a16:creationId xmlns:a16="http://schemas.microsoft.com/office/drawing/2014/main" id="{563FBC8F-0EA4-5E0E-726B-78CF51AA4BCD}"/>
              </a:ext>
            </a:extLst>
          </p:cNvPr>
          <p:cNvSpPr>
            <a:spLocks noGrp="1"/>
          </p:cNvSpPr>
          <p:nvPr>
            <p:ph type="sldNum" sz="quarter" idx="12"/>
          </p:nvPr>
        </p:nvSpPr>
        <p:spPr/>
        <p:txBody>
          <a:bodyPr/>
          <a:lstStyle/>
          <a:p>
            <a:fld id="{FCBC55D2-D44C-7246-9F80-7535F7F49F1A}" type="slidenum">
              <a:rPr lang="es-ES_tradnl" smtClean="0"/>
              <a:t>‹Nr.›</a:t>
            </a:fld>
            <a:endParaRPr lang="es-ES_tradnl"/>
          </a:p>
        </p:txBody>
      </p:sp>
    </p:spTree>
    <p:extLst>
      <p:ext uri="{BB962C8B-B14F-4D97-AF65-F5344CB8AC3E}">
        <p14:creationId xmlns:p14="http://schemas.microsoft.com/office/powerpoint/2010/main" val="219709299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kaler Titel und Text">
    <p:spTree>
      <p:nvGrpSpPr>
        <p:cNvPr id="1" name=""/>
        <p:cNvGrpSpPr/>
        <p:nvPr/>
      </p:nvGrpSpPr>
      <p:grpSpPr>
        <a:xfrm>
          <a:off x="0" y="0"/>
          <a:ext cx="0" cy="0"/>
          <a:chOff x="0" y="0"/>
          <a:chExt cx="0" cy="0"/>
        </a:xfrm>
      </p:grpSpPr>
      <p:sp>
        <p:nvSpPr>
          <p:cNvPr id="2" name="Vertikaler Titel 1">
            <a:extLst>
              <a:ext uri="{FF2B5EF4-FFF2-40B4-BE49-F238E27FC236}">
                <a16:creationId xmlns:a16="http://schemas.microsoft.com/office/drawing/2014/main" id="{D7AC5E75-7BBE-C631-4B75-4C0B34A9137D}"/>
              </a:ext>
            </a:extLst>
          </p:cNvPr>
          <p:cNvSpPr>
            <a:spLocks noGrp="1"/>
          </p:cNvSpPr>
          <p:nvPr>
            <p:ph type="title" orient="vert"/>
          </p:nvPr>
        </p:nvSpPr>
        <p:spPr>
          <a:xfrm>
            <a:off x="8724900" y="365125"/>
            <a:ext cx="2628900" cy="5811838"/>
          </a:xfrm>
        </p:spPr>
        <p:txBody>
          <a:bodyPr vert="eaVert"/>
          <a:lstStyle/>
          <a:p>
            <a:r>
              <a:rPr lang="de-DE"/>
              <a:t>Mastertitelformat bearbeiten</a:t>
            </a:r>
            <a:endParaRPr lang="es-ES_tradnl"/>
          </a:p>
        </p:txBody>
      </p:sp>
      <p:sp>
        <p:nvSpPr>
          <p:cNvPr id="3" name="Vertikaler Textplatzhalter 2">
            <a:extLst>
              <a:ext uri="{FF2B5EF4-FFF2-40B4-BE49-F238E27FC236}">
                <a16:creationId xmlns:a16="http://schemas.microsoft.com/office/drawing/2014/main" id="{5B084D44-53CF-ABC0-E5EF-1D93B472EC17}"/>
              </a:ext>
            </a:extLst>
          </p:cNvPr>
          <p:cNvSpPr>
            <a:spLocks noGrp="1"/>
          </p:cNvSpPr>
          <p:nvPr>
            <p:ph type="body" orient="vert" idx="1"/>
          </p:nvPr>
        </p:nvSpPr>
        <p:spPr>
          <a:xfrm>
            <a:off x="838200" y="365125"/>
            <a:ext cx="7734300" cy="5811838"/>
          </a:xfrm>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s-ES_tradnl"/>
          </a:p>
        </p:txBody>
      </p:sp>
      <p:sp>
        <p:nvSpPr>
          <p:cNvPr id="4" name="Datumsplatzhalter 3">
            <a:extLst>
              <a:ext uri="{FF2B5EF4-FFF2-40B4-BE49-F238E27FC236}">
                <a16:creationId xmlns:a16="http://schemas.microsoft.com/office/drawing/2014/main" id="{C730D97B-2A56-A1F4-849E-659E53457881}"/>
              </a:ext>
            </a:extLst>
          </p:cNvPr>
          <p:cNvSpPr>
            <a:spLocks noGrp="1"/>
          </p:cNvSpPr>
          <p:nvPr>
            <p:ph type="dt" sz="half" idx="10"/>
          </p:nvPr>
        </p:nvSpPr>
        <p:spPr/>
        <p:txBody>
          <a:bodyPr/>
          <a:lstStyle/>
          <a:p>
            <a:endParaRPr lang="es-ES_tradnl"/>
          </a:p>
        </p:txBody>
      </p:sp>
      <p:sp>
        <p:nvSpPr>
          <p:cNvPr id="5" name="Fußzeilenplatzhalter 4">
            <a:extLst>
              <a:ext uri="{FF2B5EF4-FFF2-40B4-BE49-F238E27FC236}">
                <a16:creationId xmlns:a16="http://schemas.microsoft.com/office/drawing/2014/main" id="{B44B9F82-5190-161A-BB77-1C1CB01F96F3}"/>
              </a:ext>
            </a:extLst>
          </p:cNvPr>
          <p:cNvSpPr>
            <a:spLocks noGrp="1"/>
          </p:cNvSpPr>
          <p:nvPr>
            <p:ph type="ftr" sz="quarter" idx="11"/>
          </p:nvPr>
        </p:nvSpPr>
        <p:spPr/>
        <p:txBody>
          <a:bodyPr/>
          <a:lstStyle/>
          <a:p>
            <a:endParaRPr lang="es-ES_tradnl"/>
          </a:p>
        </p:txBody>
      </p:sp>
      <p:sp>
        <p:nvSpPr>
          <p:cNvPr id="6" name="Foliennummernplatzhalter 5">
            <a:extLst>
              <a:ext uri="{FF2B5EF4-FFF2-40B4-BE49-F238E27FC236}">
                <a16:creationId xmlns:a16="http://schemas.microsoft.com/office/drawing/2014/main" id="{D4D19D72-50B9-EC6F-02D0-F77037CDE3CA}"/>
              </a:ext>
            </a:extLst>
          </p:cNvPr>
          <p:cNvSpPr>
            <a:spLocks noGrp="1"/>
          </p:cNvSpPr>
          <p:nvPr>
            <p:ph type="sldNum" sz="quarter" idx="12"/>
          </p:nvPr>
        </p:nvSpPr>
        <p:spPr/>
        <p:txBody>
          <a:bodyPr/>
          <a:lstStyle/>
          <a:p>
            <a:fld id="{FCBC55D2-D44C-7246-9F80-7535F7F49F1A}" type="slidenum">
              <a:rPr lang="es-ES_tradnl" smtClean="0"/>
              <a:t>‹Nr.›</a:t>
            </a:fld>
            <a:endParaRPr lang="es-ES_tradnl"/>
          </a:p>
        </p:txBody>
      </p:sp>
    </p:spTree>
    <p:extLst>
      <p:ext uri="{BB962C8B-B14F-4D97-AF65-F5344CB8AC3E}">
        <p14:creationId xmlns:p14="http://schemas.microsoft.com/office/powerpoint/2010/main" val="70708564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Evaluacion_RL">
    <p:spTree>
      <p:nvGrpSpPr>
        <p:cNvPr id="1" name=""/>
        <p:cNvGrpSpPr/>
        <p:nvPr/>
      </p:nvGrpSpPr>
      <p:grpSpPr>
        <a:xfrm>
          <a:off x="0" y="0"/>
          <a:ext cx="0" cy="0"/>
          <a:chOff x="0" y="0"/>
          <a:chExt cx="0" cy="0"/>
        </a:xfrm>
      </p:grpSpPr>
      <p:pic>
        <p:nvPicPr>
          <p:cNvPr id="6" name="Imagen3">
            <a:extLst>
              <a:ext uri="{FF2B5EF4-FFF2-40B4-BE49-F238E27FC236}">
                <a16:creationId xmlns:a16="http://schemas.microsoft.com/office/drawing/2014/main" id="{A2703B11-D662-0761-2C28-295674204D40}"/>
              </a:ext>
            </a:extLst>
          </p:cNvPr>
          <p:cNvPicPr>
            <a:picLocks noChangeAspect="1"/>
          </p:cNvPicPr>
          <p:nvPr userDrawn="1"/>
        </p:nvPicPr>
        <p:blipFill>
          <a:blip r:embed="rId2"/>
          <a:stretch>
            <a:fillRect/>
          </a:stretch>
        </p:blipFill>
        <p:spPr bwMode="auto">
          <a:xfrm>
            <a:off x="9727159" y="198437"/>
            <a:ext cx="1732790" cy="866395"/>
          </a:xfrm>
          <a:prstGeom prst="rect">
            <a:avLst/>
          </a:prstGeom>
        </p:spPr>
      </p:pic>
      <p:pic>
        <p:nvPicPr>
          <p:cNvPr id="7" name="Grafik 6">
            <a:extLst>
              <a:ext uri="{FF2B5EF4-FFF2-40B4-BE49-F238E27FC236}">
                <a16:creationId xmlns:a16="http://schemas.microsoft.com/office/drawing/2014/main" id="{FB04077B-F64E-73B0-DB6F-6D6069A17424}"/>
              </a:ext>
            </a:extLst>
          </p:cNvPr>
          <p:cNvPicPr>
            <a:picLocks noChangeAspect="1"/>
          </p:cNvPicPr>
          <p:nvPr userDrawn="1"/>
        </p:nvPicPr>
        <p:blipFill>
          <a:blip r:embed="rId3">
            <a:extLst>
              <a:ext uri="{BEBA8EAE-BF5A-486C-A8C5-ECC9F3942E4B}">
                <a14:imgProps xmlns:a14="http://schemas.microsoft.com/office/drawing/2010/main">
                  <a14:imgLayer r:embed="rId4">
                    <a14:imgEffect>
                      <a14:backgroundRemoval t="10000" b="90000" l="10000" r="90000"/>
                    </a14:imgEffect>
                  </a14:imgLayer>
                </a14:imgProps>
              </a:ext>
            </a:extLst>
          </a:blip>
          <a:srcRect l="15429" t="14728" r="25176" b="10832"/>
          <a:stretch>
            <a:fillRect/>
          </a:stretch>
        </p:blipFill>
        <p:spPr>
          <a:xfrm>
            <a:off x="10640054" y="1307035"/>
            <a:ext cx="1465024" cy="1057511"/>
          </a:xfrm>
          <a:prstGeom prst="rect">
            <a:avLst/>
          </a:prstGeom>
        </p:spPr>
      </p:pic>
      <p:sp>
        <p:nvSpPr>
          <p:cNvPr id="12" name="Rechteck 11">
            <a:extLst>
              <a:ext uri="{FF2B5EF4-FFF2-40B4-BE49-F238E27FC236}">
                <a16:creationId xmlns:a16="http://schemas.microsoft.com/office/drawing/2014/main" id="{5D959E84-1BDC-3415-5E5F-2481B8EF4336}"/>
              </a:ext>
            </a:extLst>
          </p:cNvPr>
          <p:cNvSpPr/>
          <p:nvPr userDrawn="1"/>
        </p:nvSpPr>
        <p:spPr>
          <a:xfrm>
            <a:off x="-3818" y="-7818"/>
            <a:ext cx="12195818" cy="976185"/>
          </a:xfrm>
          <a:prstGeom prst="rect">
            <a:avLst/>
          </a:prstGeom>
          <a:solidFill>
            <a:srgbClr val="7F7F7F">
              <a:alpha val="23922"/>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_tradnl" sz="1800"/>
          </a:p>
        </p:txBody>
      </p:sp>
      <p:sp>
        <p:nvSpPr>
          <p:cNvPr id="13" name="Textfeld 12">
            <a:extLst>
              <a:ext uri="{FF2B5EF4-FFF2-40B4-BE49-F238E27FC236}">
                <a16:creationId xmlns:a16="http://schemas.microsoft.com/office/drawing/2014/main" id="{A41B35AC-5FD2-0498-0C0B-3C9BC3F79BD3}"/>
              </a:ext>
            </a:extLst>
          </p:cNvPr>
          <p:cNvSpPr txBox="1"/>
          <p:nvPr userDrawn="1"/>
        </p:nvSpPr>
        <p:spPr>
          <a:xfrm>
            <a:off x="374790" y="256347"/>
            <a:ext cx="8271360" cy="523220"/>
          </a:xfrm>
          <a:prstGeom prst="rect">
            <a:avLst/>
          </a:prstGeom>
          <a:noFill/>
        </p:spPr>
        <p:txBody>
          <a:bodyPr wrap="square" rtlCol="0">
            <a:spAutoFit/>
          </a:bodyPr>
          <a:lstStyle/>
          <a:p>
            <a:r>
              <a:rPr lang="es-ES_tradnl" sz="2800" b="1" dirty="0">
                <a:solidFill>
                  <a:schemeClr val="bg2">
                    <a:lumMod val="10000"/>
                  </a:schemeClr>
                </a:solidFill>
                <a:latin typeface="Times New Roman" panose="02020603050405020304" pitchFamily="18" charset="0"/>
                <a:cs typeface="Times New Roman" panose="02020603050405020304" pitchFamily="18" charset="0"/>
              </a:rPr>
              <a:t>Evaluación RL en la Simulación</a:t>
            </a:r>
          </a:p>
        </p:txBody>
      </p:sp>
      <p:sp>
        <p:nvSpPr>
          <p:cNvPr id="29" name="Inhaltsplatzhalter 28">
            <a:extLst>
              <a:ext uri="{FF2B5EF4-FFF2-40B4-BE49-F238E27FC236}">
                <a16:creationId xmlns:a16="http://schemas.microsoft.com/office/drawing/2014/main" id="{529551D1-5D3F-5303-A7C7-338F40CEA024}"/>
              </a:ext>
            </a:extLst>
          </p:cNvPr>
          <p:cNvSpPr>
            <a:spLocks noGrp="1"/>
          </p:cNvSpPr>
          <p:nvPr>
            <p:ph sz="quarter" idx="14"/>
          </p:nvPr>
        </p:nvSpPr>
        <p:spPr>
          <a:xfrm>
            <a:off x="6390198" y="5092979"/>
            <a:ext cx="4534893" cy="636457"/>
          </a:xfrm>
        </p:spPr>
        <p:txBody>
          <a:bodyPr/>
          <a:lstStyle>
            <a:lvl1pPr marL="0" indent="0" algn="ctr">
              <a:spcBef>
                <a:spcPts val="0"/>
              </a:spcBef>
              <a:buNone/>
              <a:defRPr sz="1600">
                <a:latin typeface="Times New Roman" panose="02020603050405020304" pitchFamily="18" charset="0"/>
                <a:cs typeface="Times New Roman" panose="02020603050405020304" pitchFamily="18" charset="0"/>
              </a:defRPr>
            </a:lvl1pPr>
          </a:lstStyle>
          <a:p>
            <a:pPr lvl="0"/>
            <a:r>
              <a:rPr lang="de-DE" dirty="0"/>
              <a:t>Mastertextformat bearbeiten</a:t>
            </a:r>
          </a:p>
        </p:txBody>
      </p:sp>
      <p:cxnSp>
        <p:nvCxnSpPr>
          <p:cNvPr id="2" name="Gerade Verbindung 1">
            <a:extLst>
              <a:ext uri="{FF2B5EF4-FFF2-40B4-BE49-F238E27FC236}">
                <a16:creationId xmlns:a16="http://schemas.microsoft.com/office/drawing/2014/main" id="{E823874B-BE42-6B9C-CBCF-8EFCB6AD8788}"/>
              </a:ext>
            </a:extLst>
          </p:cNvPr>
          <p:cNvCxnSpPr>
            <a:cxnSpLocks/>
          </p:cNvCxnSpPr>
          <p:nvPr userDrawn="1"/>
        </p:nvCxnSpPr>
        <p:spPr>
          <a:xfrm>
            <a:off x="520862" y="1850693"/>
            <a:ext cx="9945312" cy="0"/>
          </a:xfrm>
          <a:prstGeom prst="line">
            <a:avLst/>
          </a:prstGeom>
          <a:ln w="9525">
            <a:solidFill>
              <a:schemeClr val="bg2">
                <a:lumMod val="50000"/>
              </a:schemeClr>
            </a:solidFill>
          </a:ln>
        </p:spPr>
        <p:style>
          <a:lnRef idx="2">
            <a:schemeClr val="dk1"/>
          </a:lnRef>
          <a:fillRef idx="0">
            <a:schemeClr val="dk1"/>
          </a:fillRef>
          <a:effectRef idx="1">
            <a:schemeClr val="dk1"/>
          </a:effectRef>
          <a:fontRef idx="minor">
            <a:schemeClr val="tx1"/>
          </a:fontRef>
        </p:style>
      </p:cxnSp>
      <p:sp>
        <p:nvSpPr>
          <p:cNvPr id="3" name="Textplatzhalter 23">
            <a:extLst>
              <a:ext uri="{FF2B5EF4-FFF2-40B4-BE49-F238E27FC236}">
                <a16:creationId xmlns:a16="http://schemas.microsoft.com/office/drawing/2014/main" id="{90D1329D-A0BF-1FBB-6936-392FA8034A0D}"/>
              </a:ext>
            </a:extLst>
          </p:cNvPr>
          <p:cNvSpPr>
            <a:spLocks noGrp="1"/>
          </p:cNvSpPr>
          <p:nvPr>
            <p:ph type="body" sz="quarter" idx="12"/>
          </p:nvPr>
        </p:nvSpPr>
        <p:spPr>
          <a:xfrm>
            <a:off x="520862" y="1446792"/>
            <a:ext cx="6994505" cy="449263"/>
          </a:xfrm>
        </p:spPr>
        <p:txBody>
          <a:bodyPr/>
          <a:lstStyle>
            <a:lvl1pPr>
              <a:buNone/>
              <a:defRPr sz="2000">
                <a:latin typeface="Times New Roman" panose="02020603050405020304" pitchFamily="18" charset="0"/>
                <a:cs typeface="Times New Roman" panose="02020603050405020304" pitchFamily="18" charset="0"/>
              </a:defRPr>
            </a:lvl1pPr>
          </a:lstStyle>
          <a:p>
            <a:endParaRPr lang="es-ES_tradnl" sz="2000" dirty="0">
              <a:solidFill>
                <a:schemeClr val="tx1">
                  <a:lumMod val="75000"/>
                  <a:lumOff val="25000"/>
                </a:schemeClr>
              </a:solidFill>
              <a:latin typeface="Times New Roman" panose="02020603050405020304" pitchFamily="18" charset="0"/>
              <a:cs typeface="Times New Roman" panose="02020603050405020304" pitchFamily="18" charset="0"/>
            </a:endParaRPr>
          </a:p>
        </p:txBody>
      </p:sp>
      <p:sp>
        <p:nvSpPr>
          <p:cNvPr id="14" name="Onlinebild-Platzhalter 13">
            <a:extLst>
              <a:ext uri="{FF2B5EF4-FFF2-40B4-BE49-F238E27FC236}">
                <a16:creationId xmlns:a16="http://schemas.microsoft.com/office/drawing/2014/main" id="{FD9EF390-3AFD-9D64-1273-017BE22D9A62}"/>
              </a:ext>
            </a:extLst>
          </p:cNvPr>
          <p:cNvSpPr>
            <a:spLocks noGrp="1"/>
          </p:cNvSpPr>
          <p:nvPr>
            <p:ph type="clipArt" sz="quarter" idx="15"/>
          </p:nvPr>
        </p:nvSpPr>
        <p:spPr>
          <a:xfrm>
            <a:off x="520862" y="2150672"/>
            <a:ext cx="5365750" cy="4008437"/>
          </a:xfrm>
        </p:spPr>
        <p:txBody>
          <a:bodyPr/>
          <a:lstStyle/>
          <a:p>
            <a:endParaRPr lang="es-ES_tradnl"/>
          </a:p>
        </p:txBody>
      </p:sp>
      <p:pic>
        <p:nvPicPr>
          <p:cNvPr id="21" name="Grafik 20">
            <a:extLst>
              <a:ext uri="{FF2B5EF4-FFF2-40B4-BE49-F238E27FC236}">
                <a16:creationId xmlns:a16="http://schemas.microsoft.com/office/drawing/2014/main" id="{95360E26-BFAE-B334-4899-0F825BFBC344}"/>
              </a:ext>
            </a:extLst>
          </p:cNvPr>
          <p:cNvPicPr>
            <a:picLocks noChangeAspect="1"/>
          </p:cNvPicPr>
          <p:nvPr userDrawn="1"/>
        </p:nvPicPr>
        <p:blipFill>
          <a:blip r:embed="rId5"/>
          <a:stretch>
            <a:fillRect/>
          </a:stretch>
        </p:blipFill>
        <p:spPr>
          <a:xfrm>
            <a:off x="6353093" y="2077326"/>
            <a:ext cx="2721697" cy="2147028"/>
          </a:xfrm>
          <a:prstGeom prst="rect">
            <a:avLst/>
          </a:prstGeom>
        </p:spPr>
      </p:pic>
      <p:sp>
        <p:nvSpPr>
          <p:cNvPr id="22" name="Inhaltsplatzhalter 28">
            <a:extLst>
              <a:ext uri="{FF2B5EF4-FFF2-40B4-BE49-F238E27FC236}">
                <a16:creationId xmlns:a16="http://schemas.microsoft.com/office/drawing/2014/main" id="{BE6DE186-B408-4201-17FA-17FDB7A4014C}"/>
              </a:ext>
            </a:extLst>
          </p:cNvPr>
          <p:cNvSpPr>
            <a:spLocks noGrp="1"/>
          </p:cNvSpPr>
          <p:nvPr>
            <p:ph sz="quarter" idx="16"/>
          </p:nvPr>
        </p:nvSpPr>
        <p:spPr>
          <a:xfrm>
            <a:off x="6353093" y="4424206"/>
            <a:ext cx="4571997" cy="465600"/>
          </a:xfrm>
        </p:spPr>
        <p:txBody>
          <a:bodyPr/>
          <a:lstStyle>
            <a:lvl1pPr marL="0" indent="0" algn="ctr">
              <a:spcBef>
                <a:spcPts val="0"/>
              </a:spcBef>
              <a:buNone/>
              <a:defRPr sz="1600">
                <a:latin typeface="Times New Roman" panose="02020603050405020304" pitchFamily="18" charset="0"/>
                <a:cs typeface="Times New Roman" panose="02020603050405020304" pitchFamily="18" charset="0"/>
              </a:defRPr>
            </a:lvl1pPr>
          </a:lstStyle>
          <a:p>
            <a:pPr lvl="0"/>
            <a:r>
              <a:rPr lang="de-DE" dirty="0"/>
              <a:t>Mastertextformat bearbeiten</a:t>
            </a:r>
          </a:p>
        </p:txBody>
      </p:sp>
    </p:spTree>
    <p:extLst>
      <p:ext uri="{BB962C8B-B14F-4D97-AF65-F5344CB8AC3E}">
        <p14:creationId xmlns:p14="http://schemas.microsoft.com/office/powerpoint/2010/main" val="131703452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Evaluacion_RL_Signal">
    <p:spTree>
      <p:nvGrpSpPr>
        <p:cNvPr id="1" name=""/>
        <p:cNvGrpSpPr/>
        <p:nvPr/>
      </p:nvGrpSpPr>
      <p:grpSpPr>
        <a:xfrm>
          <a:off x="0" y="0"/>
          <a:ext cx="0" cy="0"/>
          <a:chOff x="0" y="0"/>
          <a:chExt cx="0" cy="0"/>
        </a:xfrm>
      </p:grpSpPr>
      <p:pic>
        <p:nvPicPr>
          <p:cNvPr id="6" name="Imagen3">
            <a:extLst>
              <a:ext uri="{FF2B5EF4-FFF2-40B4-BE49-F238E27FC236}">
                <a16:creationId xmlns:a16="http://schemas.microsoft.com/office/drawing/2014/main" id="{A2703B11-D662-0761-2C28-295674204D40}"/>
              </a:ext>
            </a:extLst>
          </p:cNvPr>
          <p:cNvPicPr>
            <a:picLocks noChangeAspect="1"/>
          </p:cNvPicPr>
          <p:nvPr userDrawn="1"/>
        </p:nvPicPr>
        <p:blipFill>
          <a:blip r:embed="rId2"/>
          <a:stretch>
            <a:fillRect/>
          </a:stretch>
        </p:blipFill>
        <p:spPr bwMode="auto">
          <a:xfrm>
            <a:off x="9727159" y="198437"/>
            <a:ext cx="1732790" cy="866395"/>
          </a:xfrm>
          <a:prstGeom prst="rect">
            <a:avLst/>
          </a:prstGeom>
        </p:spPr>
      </p:pic>
      <p:pic>
        <p:nvPicPr>
          <p:cNvPr id="7" name="Grafik 6">
            <a:extLst>
              <a:ext uri="{FF2B5EF4-FFF2-40B4-BE49-F238E27FC236}">
                <a16:creationId xmlns:a16="http://schemas.microsoft.com/office/drawing/2014/main" id="{FB04077B-F64E-73B0-DB6F-6D6069A17424}"/>
              </a:ext>
            </a:extLst>
          </p:cNvPr>
          <p:cNvPicPr>
            <a:picLocks noChangeAspect="1"/>
          </p:cNvPicPr>
          <p:nvPr userDrawn="1"/>
        </p:nvPicPr>
        <p:blipFill>
          <a:blip r:embed="rId3">
            <a:extLst>
              <a:ext uri="{BEBA8EAE-BF5A-486C-A8C5-ECC9F3942E4B}">
                <a14:imgProps xmlns:a14="http://schemas.microsoft.com/office/drawing/2010/main">
                  <a14:imgLayer r:embed="rId4">
                    <a14:imgEffect>
                      <a14:backgroundRemoval t="10000" b="90000" l="10000" r="90000"/>
                    </a14:imgEffect>
                  </a14:imgLayer>
                </a14:imgProps>
              </a:ext>
            </a:extLst>
          </a:blip>
          <a:srcRect l="15429" t="14728" r="25176" b="10832"/>
          <a:stretch>
            <a:fillRect/>
          </a:stretch>
        </p:blipFill>
        <p:spPr>
          <a:xfrm>
            <a:off x="10640054" y="1307035"/>
            <a:ext cx="1465024" cy="1057511"/>
          </a:xfrm>
          <a:prstGeom prst="rect">
            <a:avLst/>
          </a:prstGeom>
        </p:spPr>
      </p:pic>
      <p:sp>
        <p:nvSpPr>
          <p:cNvPr id="12" name="Rechteck 11">
            <a:extLst>
              <a:ext uri="{FF2B5EF4-FFF2-40B4-BE49-F238E27FC236}">
                <a16:creationId xmlns:a16="http://schemas.microsoft.com/office/drawing/2014/main" id="{5D959E84-1BDC-3415-5E5F-2481B8EF4336}"/>
              </a:ext>
            </a:extLst>
          </p:cNvPr>
          <p:cNvSpPr/>
          <p:nvPr userDrawn="1"/>
        </p:nvSpPr>
        <p:spPr>
          <a:xfrm>
            <a:off x="-3818" y="-7818"/>
            <a:ext cx="12195818" cy="976185"/>
          </a:xfrm>
          <a:prstGeom prst="rect">
            <a:avLst/>
          </a:prstGeom>
          <a:solidFill>
            <a:srgbClr val="7F7F7F">
              <a:alpha val="23922"/>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_tradnl" sz="1800"/>
          </a:p>
        </p:txBody>
      </p:sp>
      <p:sp>
        <p:nvSpPr>
          <p:cNvPr id="13" name="Textfeld 12">
            <a:extLst>
              <a:ext uri="{FF2B5EF4-FFF2-40B4-BE49-F238E27FC236}">
                <a16:creationId xmlns:a16="http://schemas.microsoft.com/office/drawing/2014/main" id="{A41B35AC-5FD2-0498-0C0B-3C9BC3F79BD3}"/>
              </a:ext>
            </a:extLst>
          </p:cNvPr>
          <p:cNvSpPr txBox="1"/>
          <p:nvPr userDrawn="1"/>
        </p:nvSpPr>
        <p:spPr>
          <a:xfrm>
            <a:off x="374790" y="256347"/>
            <a:ext cx="8271360" cy="523220"/>
          </a:xfrm>
          <a:prstGeom prst="rect">
            <a:avLst/>
          </a:prstGeom>
          <a:noFill/>
        </p:spPr>
        <p:txBody>
          <a:bodyPr wrap="square" rtlCol="0">
            <a:spAutoFit/>
          </a:bodyPr>
          <a:lstStyle/>
          <a:p>
            <a:r>
              <a:rPr lang="es-ES_tradnl" sz="2800" b="1" dirty="0">
                <a:solidFill>
                  <a:schemeClr val="bg2">
                    <a:lumMod val="10000"/>
                  </a:schemeClr>
                </a:solidFill>
                <a:latin typeface="Times New Roman" panose="02020603050405020304" pitchFamily="18" charset="0"/>
                <a:cs typeface="Times New Roman" panose="02020603050405020304" pitchFamily="18" charset="0"/>
              </a:rPr>
              <a:t>Evaluación RL en la Simulación</a:t>
            </a:r>
          </a:p>
        </p:txBody>
      </p:sp>
      <p:sp>
        <p:nvSpPr>
          <p:cNvPr id="29" name="Inhaltsplatzhalter 28">
            <a:extLst>
              <a:ext uri="{FF2B5EF4-FFF2-40B4-BE49-F238E27FC236}">
                <a16:creationId xmlns:a16="http://schemas.microsoft.com/office/drawing/2014/main" id="{529551D1-5D3F-5303-A7C7-338F40CEA024}"/>
              </a:ext>
            </a:extLst>
          </p:cNvPr>
          <p:cNvSpPr>
            <a:spLocks noGrp="1"/>
          </p:cNvSpPr>
          <p:nvPr>
            <p:ph sz="quarter" idx="14"/>
          </p:nvPr>
        </p:nvSpPr>
        <p:spPr>
          <a:xfrm>
            <a:off x="605928" y="4961947"/>
            <a:ext cx="11065209" cy="1007846"/>
          </a:xfrm>
        </p:spPr>
        <p:txBody>
          <a:bodyPr/>
          <a:lstStyle>
            <a:lvl1pPr marL="0" indent="0" algn="ctr">
              <a:spcBef>
                <a:spcPts val="0"/>
              </a:spcBef>
              <a:buNone/>
              <a:defRPr sz="1600">
                <a:latin typeface="Times New Roman" panose="02020603050405020304" pitchFamily="18" charset="0"/>
                <a:cs typeface="Times New Roman" panose="02020603050405020304" pitchFamily="18" charset="0"/>
              </a:defRPr>
            </a:lvl1pPr>
          </a:lstStyle>
          <a:p>
            <a:pPr lvl="0"/>
            <a:r>
              <a:rPr lang="de-DE" dirty="0"/>
              <a:t>Mastertextformat bearbeiten</a:t>
            </a:r>
          </a:p>
        </p:txBody>
      </p:sp>
      <p:cxnSp>
        <p:nvCxnSpPr>
          <p:cNvPr id="2" name="Gerade Verbindung 1">
            <a:extLst>
              <a:ext uri="{FF2B5EF4-FFF2-40B4-BE49-F238E27FC236}">
                <a16:creationId xmlns:a16="http://schemas.microsoft.com/office/drawing/2014/main" id="{E823874B-BE42-6B9C-CBCF-8EFCB6AD8788}"/>
              </a:ext>
            </a:extLst>
          </p:cNvPr>
          <p:cNvCxnSpPr>
            <a:cxnSpLocks/>
          </p:cNvCxnSpPr>
          <p:nvPr userDrawn="1"/>
        </p:nvCxnSpPr>
        <p:spPr>
          <a:xfrm>
            <a:off x="520862" y="1850693"/>
            <a:ext cx="9945312" cy="0"/>
          </a:xfrm>
          <a:prstGeom prst="line">
            <a:avLst/>
          </a:prstGeom>
          <a:ln w="9525">
            <a:solidFill>
              <a:schemeClr val="bg2">
                <a:lumMod val="50000"/>
              </a:schemeClr>
            </a:solidFill>
          </a:ln>
        </p:spPr>
        <p:style>
          <a:lnRef idx="2">
            <a:schemeClr val="dk1"/>
          </a:lnRef>
          <a:fillRef idx="0">
            <a:schemeClr val="dk1"/>
          </a:fillRef>
          <a:effectRef idx="1">
            <a:schemeClr val="dk1"/>
          </a:effectRef>
          <a:fontRef idx="minor">
            <a:schemeClr val="tx1"/>
          </a:fontRef>
        </p:style>
      </p:cxnSp>
      <p:sp>
        <p:nvSpPr>
          <p:cNvPr id="3" name="Textplatzhalter 23">
            <a:extLst>
              <a:ext uri="{FF2B5EF4-FFF2-40B4-BE49-F238E27FC236}">
                <a16:creationId xmlns:a16="http://schemas.microsoft.com/office/drawing/2014/main" id="{90D1329D-A0BF-1FBB-6936-392FA8034A0D}"/>
              </a:ext>
            </a:extLst>
          </p:cNvPr>
          <p:cNvSpPr>
            <a:spLocks noGrp="1"/>
          </p:cNvSpPr>
          <p:nvPr>
            <p:ph type="body" sz="quarter" idx="12"/>
          </p:nvPr>
        </p:nvSpPr>
        <p:spPr>
          <a:xfrm>
            <a:off x="520862" y="1446792"/>
            <a:ext cx="6994505" cy="449263"/>
          </a:xfrm>
        </p:spPr>
        <p:txBody>
          <a:bodyPr/>
          <a:lstStyle>
            <a:lvl1pPr>
              <a:buNone/>
              <a:defRPr sz="2000">
                <a:latin typeface="Times New Roman" panose="02020603050405020304" pitchFamily="18" charset="0"/>
                <a:cs typeface="Times New Roman" panose="02020603050405020304" pitchFamily="18" charset="0"/>
              </a:defRPr>
            </a:lvl1pPr>
          </a:lstStyle>
          <a:p>
            <a:endParaRPr lang="es-ES_tradnl" sz="2000" dirty="0">
              <a:solidFill>
                <a:schemeClr val="tx1">
                  <a:lumMod val="75000"/>
                  <a:lumOff val="25000"/>
                </a:schemeClr>
              </a:solidFill>
              <a:latin typeface="Times New Roman" panose="02020603050405020304" pitchFamily="18" charset="0"/>
              <a:cs typeface="Times New Roman" panose="02020603050405020304" pitchFamily="18" charset="0"/>
            </a:endParaRPr>
          </a:p>
        </p:txBody>
      </p:sp>
      <p:sp>
        <p:nvSpPr>
          <p:cNvPr id="10" name="Onlinebild-Platzhalter 13">
            <a:extLst>
              <a:ext uri="{FF2B5EF4-FFF2-40B4-BE49-F238E27FC236}">
                <a16:creationId xmlns:a16="http://schemas.microsoft.com/office/drawing/2014/main" id="{3A0C70E0-48D5-A72C-4A82-0E880E0730C9}"/>
              </a:ext>
            </a:extLst>
          </p:cNvPr>
          <p:cNvSpPr>
            <a:spLocks noGrp="1"/>
          </p:cNvSpPr>
          <p:nvPr>
            <p:ph type="clipArt" sz="quarter" idx="15"/>
          </p:nvPr>
        </p:nvSpPr>
        <p:spPr>
          <a:xfrm>
            <a:off x="3583277" y="2077327"/>
            <a:ext cx="5271637" cy="2506018"/>
          </a:xfrm>
        </p:spPr>
        <p:txBody>
          <a:bodyPr/>
          <a:lstStyle/>
          <a:p>
            <a:endParaRPr lang="es-ES_tradnl"/>
          </a:p>
        </p:txBody>
      </p:sp>
      <p:sp>
        <p:nvSpPr>
          <p:cNvPr id="11" name="Inhaltsplatzhalter 28">
            <a:extLst>
              <a:ext uri="{FF2B5EF4-FFF2-40B4-BE49-F238E27FC236}">
                <a16:creationId xmlns:a16="http://schemas.microsoft.com/office/drawing/2014/main" id="{E03F487B-0478-3EA0-504F-340815C8A137}"/>
              </a:ext>
            </a:extLst>
          </p:cNvPr>
          <p:cNvSpPr>
            <a:spLocks noGrp="1"/>
          </p:cNvSpPr>
          <p:nvPr>
            <p:ph sz="quarter" idx="16"/>
          </p:nvPr>
        </p:nvSpPr>
        <p:spPr>
          <a:xfrm>
            <a:off x="561487" y="2465822"/>
            <a:ext cx="2688490" cy="2027633"/>
          </a:xfrm>
        </p:spPr>
        <p:txBody>
          <a:bodyPr/>
          <a:lstStyle>
            <a:lvl1pPr marL="0" indent="0" algn="ctr">
              <a:spcBef>
                <a:spcPts val="0"/>
              </a:spcBef>
              <a:buNone/>
              <a:defRPr sz="1600">
                <a:latin typeface="Times New Roman" panose="02020603050405020304" pitchFamily="18" charset="0"/>
                <a:cs typeface="Times New Roman" panose="02020603050405020304" pitchFamily="18" charset="0"/>
              </a:defRPr>
            </a:lvl1pPr>
          </a:lstStyle>
          <a:p>
            <a:pPr lvl="0"/>
            <a:r>
              <a:rPr lang="de-DE" dirty="0"/>
              <a:t>Mastertextformat bearbeiten</a:t>
            </a:r>
          </a:p>
        </p:txBody>
      </p:sp>
    </p:spTree>
    <p:extLst>
      <p:ext uri="{BB962C8B-B14F-4D97-AF65-F5344CB8AC3E}">
        <p14:creationId xmlns:p14="http://schemas.microsoft.com/office/powerpoint/2010/main" val="410065592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elplatzhalter 1">
            <a:extLst>
              <a:ext uri="{FF2B5EF4-FFF2-40B4-BE49-F238E27FC236}">
                <a16:creationId xmlns:a16="http://schemas.microsoft.com/office/drawing/2014/main" id="{5E16336D-EE10-A40C-98D4-3C7E6047DFB2}"/>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de-DE"/>
              <a:t>Mastertitelformat bearbeiten</a:t>
            </a:r>
            <a:endParaRPr lang="es-ES_tradnl"/>
          </a:p>
        </p:txBody>
      </p:sp>
      <p:sp>
        <p:nvSpPr>
          <p:cNvPr id="3" name="Textplatzhalter 2">
            <a:extLst>
              <a:ext uri="{FF2B5EF4-FFF2-40B4-BE49-F238E27FC236}">
                <a16:creationId xmlns:a16="http://schemas.microsoft.com/office/drawing/2014/main" id="{9BEBB980-9DEF-F2B8-A626-611067D85AA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s-ES_tradnl"/>
          </a:p>
        </p:txBody>
      </p:sp>
      <p:sp>
        <p:nvSpPr>
          <p:cNvPr id="4" name="Datumsplatzhalter 3">
            <a:extLst>
              <a:ext uri="{FF2B5EF4-FFF2-40B4-BE49-F238E27FC236}">
                <a16:creationId xmlns:a16="http://schemas.microsoft.com/office/drawing/2014/main" id="{9161011B-8B8B-27B8-39EA-AAAA280ABF5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endParaRPr lang="es-ES_tradnl"/>
          </a:p>
        </p:txBody>
      </p:sp>
      <p:sp>
        <p:nvSpPr>
          <p:cNvPr id="5" name="Fußzeilenplatzhalter 4">
            <a:extLst>
              <a:ext uri="{FF2B5EF4-FFF2-40B4-BE49-F238E27FC236}">
                <a16:creationId xmlns:a16="http://schemas.microsoft.com/office/drawing/2014/main" id="{6321DE2E-C2D0-D972-6581-E8BC5A15872B}"/>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s-ES_tradnl"/>
          </a:p>
        </p:txBody>
      </p:sp>
      <p:sp>
        <p:nvSpPr>
          <p:cNvPr id="6" name="Foliennummernplatzhalter 5">
            <a:extLst>
              <a:ext uri="{FF2B5EF4-FFF2-40B4-BE49-F238E27FC236}">
                <a16:creationId xmlns:a16="http://schemas.microsoft.com/office/drawing/2014/main" id="{3372AB05-57FF-6853-1084-1C1C5D802ED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FCBC55D2-D44C-7246-9F80-7535F7F49F1A}" type="slidenum">
              <a:rPr lang="es-ES_tradnl" smtClean="0"/>
              <a:t>‹Nr.›</a:t>
            </a:fld>
            <a:endParaRPr lang="es-ES_tradnl"/>
          </a:p>
        </p:txBody>
      </p:sp>
    </p:spTree>
    <p:extLst>
      <p:ext uri="{BB962C8B-B14F-4D97-AF65-F5344CB8AC3E}">
        <p14:creationId xmlns:p14="http://schemas.microsoft.com/office/powerpoint/2010/main" val="174146804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hf sldNum="0" hd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Layout" Target="../slideLayouts/slideLayout12.xml"/></Relationships>
</file>

<file path=ppt/slides/_rels/slide2.xml.rels><?xml version="1.0" encoding="UTF-8" standalone="yes"?>
<Relationships xmlns="http://schemas.openxmlformats.org/package/2006/relationships"><Relationship Id="rId2" Type="http://schemas.openxmlformats.org/officeDocument/2006/relationships/image" Target="../media/image5.emf"/><Relationship Id="rId1" Type="http://schemas.openxmlformats.org/officeDocument/2006/relationships/slideLayout" Target="../slideLayouts/slideLayout13.xml"/></Relationships>
</file>

<file path=ppt/slides/_rels/slide3.xml.rels><?xml version="1.0" encoding="UTF-8" standalone="yes"?>
<Relationships xmlns="http://schemas.openxmlformats.org/package/2006/relationships"><Relationship Id="rId2" Type="http://schemas.openxmlformats.org/officeDocument/2006/relationships/image" Target="../media/image6.emf"/><Relationship Id="rId1" Type="http://schemas.openxmlformats.org/officeDocument/2006/relationships/slideLayout" Target="../slideLayouts/slideLayout12.xml"/></Relationships>
</file>

<file path=ppt/slides/_rels/slide4.xml.rels><?xml version="1.0" encoding="UTF-8" standalone="yes"?>
<Relationships xmlns="http://schemas.openxmlformats.org/package/2006/relationships"><Relationship Id="rId2" Type="http://schemas.openxmlformats.org/officeDocument/2006/relationships/image" Target="../media/image7.emf"/><Relationship Id="rId1" Type="http://schemas.openxmlformats.org/officeDocument/2006/relationships/slideLayout" Target="../slideLayouts/slideLayout13.xml"/></Relationships>
</file>

<file path=ppt/slides/_rels/slide5.xml.rels><?xml version="1.0" encoding="UTF-8" standalone="yes"?>
<Relationships xmlns="http://schemas.openxmlformats.org/package/2006/relationships"><Relationship Id="rId2" Type="http://schemas.openxmlformats.org/officeDocument/2006/relationships/image" Target="../media/image8.emf"/><Relationship Id="rId1" Type="http://schemas.openxmlformats.org/officeDocument/2006/relationships/slideLayout" Target="../slideLayouts/slideLayout12.xml"/></Relationships>
</file>

<file path=ppt/slides/_rels/slide6.xml.rels><?xml version="1.0" encoding="UTF-8" standalone="yes"?>
<Relationships xmlns="http://schemas.openxmlformats.org/package/2006/relationships"><Relationship Id="rId2" Type="http://schemas.openxmlformats.org/officeDocument/2006/relationships/image" Target="../media/image9.emf"/><Relationship Id="rId1" Type="http://schemas.openxmlformats.org/officeDocument/2006/relationships/slideLayout" Target="../slideLayouts/slideLayout13.xml"/></Relationships>
</file>

<file path=ppt/slides/_rels/slide7.xml.rels><?xml version="1.0" encoding="UTF-8" standalone="yes"?>
<Relationships xmlns="http://schemas.openxmlformats.org/package/2006/relationships"><Relationship Id="rId3" Type="http://schemas.openxmlformats.org/officeDocument/2006/relationships/image" Target="../media/image6.emf"/><Relationship Id="rId2" Type="http://schemas.openxmlformats.org/officeDocument/2006/relationships/image" Target="../media/image4.emf"/><Relationship Id="rId1" Type="http://schemas.openxmlformats.org/officeDocument/2006/relationships/slideLayout" Target="../slideLayouts/slideLayout13.xml"/><Relationship Id="rId4" Type="http://schemas.openxmlformats.org/officeDocument/2006/relationships/image" Target="../media/image8.emf"/></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Inhaltsplatzhalter 1">
            <a:extLst>
              <a:ext uri="{FF2B5EF4-FFF2-40B4-BE49-F238E27FC236}">
                <a16:creationId xmlns:a16="http://schemas.microsoft.com/office/drawing/2014/main" id="{93DB2FB1-E9A1-017D-5BD3-6E6ED76DF0EA}"/>
              </a:ext>
            </a:extLst>
          </p:cNvPr>
          <p:cNvSpPr>
            <a:spLocks noGrp="1"/>
          </p:cNvSpPr>
          <p:nvPr>
            <p:ph sz="quarter" idx="14"/>
          </p:nvPr>
        </p:nvSpPr>
        <p:spPr/>
        <p:txBody>
          <a:bodyPr>
            <a:normAutofit fontScale="85000" lnSpcReduction="10000"/>
          </a:bodyPr>
          <a:lstStyle/>
          <a:p>
            <a:pPr algn="l"/>
            <a:r>
              <a:rPr lang="es-ES_tradnl" dirty="0"/>
              <a:t>La posición inicial introduce variaciones significativas en el RMSE, generando distorsiones en la curva y evidenciando una alta dependencia del agente respecto al estado inicial.</a:t>
            </a:r>
          </a:p>
          <a:p>
            <a:pPr algn="l"/>
            <a:endParaRPr lang="es-ES_tradnl" dirty="0"/>
          </a:p>
        </p:txBody>
      </p:sp>
      <p:sp>
        <p:nvSpPr>
          <p:cNvPr id="3" name="Textplatzhalter 2">
            <a:extLst>
              <a:ext uri="{FF2B5EF4-FFF2-40B4-BE49-F238E27FC236}">
                <a16:creationId xmlns:a16="http://schemas.microsoft.com/office/drawing/2014/main" id="{0A848D37-B882-3C7C-2225-B47265BADD3A}"/>
              </a:ext>
            </a:extLst>
          </p:cNvPr>
          <p:cNvSpPr>
            <a:spLocks noGrp="1"/>
          </p:cNvSpPr>
          <p:nvPr>
            <p:ph type="body" sz="quarter" idx="12"/>
          </p:nvPr>
        </p:nvSpPr>
        <p:spPr/>
        <p:txBody>
          <a:bodyPr/>
          <a:lstStyle/>
          <a:p>
            <a:r>
              <a:rPr lang="es-ES_tradnl" noProof="1">
                <a:solidFill>
                  <a:schemeClr val="tx1">
                    <a:lumMod val="75000"/>
                    <a:lumOff val="25000"/>
                  </a:schemeClr>
                </a:solidFill>
              </a:rPr>
              <a:t>Bajo perturbaciones. o1ini,  Angulo de operación inicial</a:t>
            </a:r>
          </a:p>
          <a:p>
            <a:endParaRPr lang="es-ES_tradnl" dirty="0"/>
          </a:p>
        </p:txBody>
      </p:sp>
      <p:sp>
        <p:nvSpPr>
          <p:cNvPr id="7" name="Inhaltsplatzhalter 7">
            <a:extLst>
              <a:ext uri="{FF2B5EF4-FFF2-40B4-BE49-F238E27FC236}">
                <a16:creationId xmlns:a16="http://schemas.microsoft.com/office/drawing/2014/main" id="{40F27DDF-713A-BDCA-BF37-8A1ACD142CC0}"/>
              </a:ext>
            </a:extLst>
          </p:cNvPr>
          <p:cNvSpPr txBox="1">
            <a:spLocks noGrp="1"/>
          </p:cNvSpPr>
          <p:nvPr>
            <p:ph sz="quarter" idx="16"/>
          </p:nvPr>
        </p:nvSpPr>
        <p:spPr>
          <a:prstGeom prst="rect">
            <a:avLst/>
          </a:prstGeom>
          <a:noFill/>
        </p:spPr>
        <p:txBody>
          <a:bodyPr wrap="square">
            <a:spAutoFit/>
          </a:bodyPr>
          <a:lstStyle/>
          <a:p>
            <a:pPr algn="l"/>
            <a:r>
              <a:rPr lang="es-ES_tradnl" sz="1400" b="1" noProof="1">
                <a:solidFill>
                  <a:schemeClr val="tx1">
                    <a:lumMod val="75000"/>
                    <a:lumOff val="25000"/>
                  </a:schemeClr>
                </a:solidFill>
                <a:latin typeface="Times New Roman" panose="02020603050405020304" pitchFamily="18" charset="0"/>
                <a:cs typeface="Times New Roman" panose="02020603050405020304" pitchFamily="18" charset="0"/>
              </a:rPr>
              <a:t>o1ini: (-90°, 0°, 90°)</a:t>
            </a:r>
          </a:p>
          <a:p>
            <a:pPr algn="l"/>
            <a:r>
              <a:rPr lang="es-ES_tradnl" sz="1400" noProof="1">
                <a:solidFill>
                  <a:schemeClr val="tx1">
                    <a:lumMod val="75000"/>
                    <a:lumOff val="25000"/>
                  </a:schemeClr>
                </a:solidFill>
              </a:rPr>
              <a:t>Pitch, Roll =0°, do1ini= 0°, Retardo=0ms </a:t>
            </a:r>
            <a:endParaRPr lang="es-ES_tradnl" sz="1400" dirty="0"/>
          </a:p>
          <a:p>
            <a:pPr algn="l"/>
            <a:endParaRPr lang="es-ES_tradnl" sz="1400" b="1" dirty="0"/>
          </a:p>
        </p:txBody>
      </p:sp>
      <p:sp>
        <p:nvSpPr>
          <p:cNvPr id="4" name="Fußzeilenplatzhalter 2">
            <a:extLst>
              <a:ext uri="{FF2B5EF4-FFF2-40B4-BE49-F238E27FC236}">
                <a16:creationId xmlns:a16="http://schemas.microsoft.com/office/drawing/2014/main" id="{945A4CCC-4C05-0CAA-C9C0-CC43666BE6C6}"/>
              </a:ext>
            </a:extLst>
          </p:cNvPr>
          <p:cNvSpPr txBox="1">
            <a:spLocks/>
          </p:cNvSpPr>
          <p:nvPr/>
        </p:nvSpPr>
        <p:spPr>
          <a:xfrm>
            <a:off x="278030" y="6356350"/>
            <a:ext cx="11777612" cy="365125"/>
          </a:xfrm>
          <a:prstGeom prst="rect">
            <a:avLst/>
          </a:prstGeom>
        </p:spPr>
        <p:txBody>
          <a:bodyPr/>
          <a:ls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s-ES_tradnl" sz="900" dirty="0"/>
              <a:t>TFM – Master Inteligencia Artificial – Control Monoarticular aplicado en manipuladores móviles utilizando aprendizaje por refuerzo  –  Ricardo Enrique  Sarabia Palacio</a:t>
            </a:r>
          </a:p>
        </p:txBody>
      </p:sp>
      <p:pic>
        <p:nvPicPr>
          <p:cNvPr id="9" name="Onlinebild-Platzhalter 7">
            <a:extLst>
              <a:ext uri="{FF2B5EF4-FFF2-40B4-BE49-F238E27FC236}">
                <a16:creationId xmlns:a16="http://schemas.microsoft.com/office/drawing/2014/main" id="{38F572DF-42F3-374D-BF6C-B44374243D35}"/>
              </a:ext>
            </a:extLst>
          </p:cNvPr>
          <p:cNvPicPr>
            <a:picLocks noGrp="1" noChangeAspect="1"/>
          </p:cNvPicPr>
          <p:nvPr>
            <p:ph type="clipArt" sz="quarter" idx="15"/>
          </p:nvPr>
        </p:nvPicPr>
        <p:blipFill>
          <a:blip r:embed="rId2"/>
          <a:stretch>
            <a:fillRect/>
          </a:stretch>
        </p:blipFill>
        <p:spPr>
          <a:xfrm>
            <a:off x="639591" y="2151063"/>
            <a:ext cx="5127968" cy="4008437"/>
          </a:xfrm>
          <a:prstGeom prst="rect">
            <a:avLst/>
          </a:prstGeom>
        </p:spPr>
      </p:pic>
    </p:spTree>
    <p:extLst>
      <p:ext uri="{BB962C8B-B14F-4D97-AF65-F5344CB8AC3E}">
        <p14:creationId xmlns:p14="http://schemas.microsoft.com/office/powerpoint/2010/main" val="375631171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platzhalter 2">
            <a:extLst>
              <a:ext uri="{FF2B5EF4-FFF2-40B4-BE49-F238E27FC236}">
                <a16:creationId xmlns:a16="http://schemas.microsoft.com/office/drawing/2014/main" id="{8F278D69-8ED3-282B-BAF4-D86CE4EDA827}"/>
              </a:ext>
            </a:extLst>
          </p:cNvPr>
          <p:cNvSpPr>
            <a:spLocks noGrp="1"/>
          </p:cNvSpPr>
          <p:nvPr>
            <p:ph type="body" sz="quarter" idx="12"/>
          </p:nvPr>
        </p:nvSpPr>
        <p:spPr/>
        <p:txBody>
          <a:bodyPr/>
          <a:lstStyle/>
          <a:p>
            <a:r>
              <a:rPr lang="es-ES_tradnl" noProof="1">
                <a:solidFill>
                  <a:schemeClr val="tx1">
                    <a:lumMod val="75000"/>
                    <a:lumOff val="25000"/>
                  </a:schemeClr>
                </a:solidFill>
              </a:rPr>
              <a:t>Bajo perturbaciones. o1ini,  Angulo de operación inicial. o1sp=45°</a:t>
            </a:r>
          </a:p>
          <a:p>
            <a:endParaRPr lang="es-ES_tradnl" dirty="0"/>
          </a:p>
        </p:txBody>
      </p:sp>
      <p:graphicFrame>
        <p:nvGraphicFramePr>
          <p:cNvPr id="7" name="Inhaltsplatzhalter 5">
            <a:extLst>
              <a:ext uri="{FF2B5EF4-FFF2-40B4-BE49-F238E27FC236}">
                <a16:creationId xmlns:a16="http://schemas.microsoft.com/office/drawing/2014/main" id="{9E8146B7-7ECC-881A-5D70-B7DBD1C5CA43}"/>
              </a:ext>
            </a:extLst>
          </p:cNvPr>
          <p:cNvGraphicFramePr>
            <a:graphicFrameLocks noGrp="1"/>
          </p:cNvGraphicFramePr>
          <p:nvPr>
            <p:ph sz="quarter" idx="14"/>
            <p:extLst>
              <p:ext uri="{D42A27DB-BD31-4B8C-83A1-F6EECF244321}">
                <p14:modId xmlns:p14="http://schemas.microsoft.com/office/powerpoint/2010/main" val="1690616870"/>
              </p:ext>
            </p:extLst>
          </p:nvPr>
        </p:nvGraphicFramePr>
        <p:xfrm>
          <a:off x="561487" y="4616188"/>
          <a:ext cx="10532960" cy="1299845"/>
        </p:xfrm>
        <a:graphic>
          <a:graphicData uri="http://schemas.openxmlformats.org/drawingml/2006/table">
            <a:tbl>
              <a:tblPr firstRow="1" firstCol="1" bandRow="1">
                <a:tableStyleId>{5C22544A-7EE6-4342-B048-85BDC9FD1C3A}</a:tableStyleId>
              </a:tblPr>
              <a:tblGrid>
                <a:gridCol w="536839">
                  <a:extLst>
                    <a:ext uri="{9D8B030D-6E8A-4147-A177-3AD203B41FA5}">
                      <a16:colId xmlns:a16="http://schemas.microsoft.com/office/drawing/2014/main" val="824630556"/>
                    </a:ext>
                  </a:extLst>
                </a:gridCol>
                <a:gridCol w="538332">
                  <a:extLst>
                    <a:ext uri="{9D8B030D-6E8A-4147-A177-3AD203B41FA5}">
                      <a16:colId xmlns:a16="http://schemas.microsoft.com/office/drawing/2014/main" val="469466284"/>
                    </a:ext>
                  </a:extLst>
                </a:gridCol>
                <a:gridCol w="865365">
                  <a:extLst>
                    <a:ext uri="{9D8B030D-6E8A-4147-A177-3AD203B41FA5}">
                      <a16:colId xmlns:a16="http://schemas.microsoft.com/office/drawing/2014/main" val="4121467693"/>
                    </a:ext>
                  </a:extLst>
                </a:gridCol>
                <a:gridCol w="823553">
                  <a:extLst>
                    <a:ext uri="{9D8B030D-6E8A-4147-A177-3AD203B41FA5}">
                      <a16:colId xmlns:a16="http://schemas.microsoft.com/office/drawing/2014/main" val="4078333586"/>
                    </a:ext>
                  </a:extLst>
                </a:gridCol>
                <a:gridCol w="728729">
                  <a:extLst>
                    <a:ext uri="{9D8B030D-6E8A-4147-A177-3AD203B41FA5}">
                      <a16:colId xmlns:a16="http://schemas.microsoft.com/office/drawing/2014/main" val="2383919902"/>
                    </a:ext>
                  </a:extLst>
                </a:gridCol>
                <a:gridCol w="644357">
                  <a:extLst>
                    <a:ext uri="{9D8B030D-6E8A-4147-A177-3AD203B41FA5}">
                      <a16:colId xmlns:a16="http://schemas.microsoft.com/office/drawing/2014/main" val="4156923515"/>
                    </a:ext>
                  </a:extLst>
                </a:gridCol>
                <a:gridCol w="757101">
                  <a:extLst>
                    <a:ext uri="{9D8B030D-6E8A-4147-A177-3AD203B41FA5}">
                      <a16:colId xmlns:a16="http://schemas.microsoft.com/office/drawing/2014/main" val="1749238962"/>
                    </a:ext>
                  </a:extLst>
                </a:gridCol>
                <a:gridCol w="752620">
                  <a:extLst>
                    <a:ext uri="{9D8B030D-6E8A-4147-A177-3AD203B41FA5}">
                      <a16:colId xmlns:a16="http://schemas.microsoft.com/office/drawing/2014/main" val="2536129472"/>
                    </a:ext>
                  </a:extLst>
                </a:gridCol>
                <a:gridCol w="654255">
                  <a:extLst>
                    <a:ext uri="{9D8B030D-6E8A-4147-A177-3AD203B41FA5}">
                      <a16:colId xmlns:a16="http://schemas.microsoft.com/office/drawing/2014/main" val="2431686169"/>
                    </a:ext>
                  </a:extLst>
                </a:gridCol>
                <a:gridCol w="445558">
                  <a:extLst>
                    <a:ext uri="{9D8B030D-6E8A-4147-A177-3AD203B41FA5}">
                      <a16:colId xmlns:a16="http://schemas.microsoft.com/office/drawing/2014/main" val="3755756144"/>
                    </a:ext>
                  </a:extLst>
                </a:gridCol>
                <a:gridCol w="453962">
                  <a:extLst>
                    <a:ext uri="{9D8B030D-6E8A-4147-A177-3AD203B41FA5}">
                      <a16:colId xmlns:a16="http://schemas.microsoft.com/office/drawing/2014/main" val="3926235026"/>
                    </a:ext>
                  </a:extLst>
                </a:gridCol>
                <a:gridCol w="682435">
                  <a:extLst>
                    <a:ext uri="{9D8B030D-6E8A-4147-A177-3AD203B41FA5}">
                      <a16:colId xmlns:a16="http://schemas.microsoft.com/office/drawing/2014/main" val="3826450058"/>
                    </a:ext>
                  </a:extLst>
                </a:gridCol>
                <a:gridCol w="617479">
                  <a:extLst>
                    <a:ext uri="{9D8B030D-6E8A-4147-A177-3AD203B41FA5}">
                      <a16:colId xmlns:a16="http://schemas.microsoft.com/office/drawing/2014/main" val="2782763862"/>
                    </a:ext>
                  </a:extLst>
                </a:gridCol>
                <a:gridCol w="821312">
                  <a:extLst>
                    <a:ext uri="{9D8B030D-6E8A-4147-A177-3AD203B41FA5}">
                      <a16:colId xmlns:a16="http://schemas.microsoft.com/office/drawing/2014/main" val="4235403215"/>
                    </a:ext>
                  </a:extLst>
                </a:gridCol>
                <a:gridCol w="621958">
                  <a:extLst>
                    <a:ext uri="{9D8B030D-6E8A-4147-A177-3AD203B41FA5}">
                      <a16:colId xmlns:a16="http://schemas.microsoft.com/office/drawing/2014/main" val="2153124820"/>
                    </a:ext>
                  </a:extLst>
                </a:gridCol>
                <a:gridCol w="589105">
                  <a:extLst>
                    <a:ext uri="{9D8B030D-6E8A-4147-A177-3AD203B41FA5}">
                      <a16:colId xmlns:a16="http://schemas.microsoft.com/office/drawing/2014/main" val="3601810853"/>
                    </a:ext>
                  </a:extLst>
                </a:gridCol>
              </a:tblGrid>
              <a:tr h="185420">
                <a:tc>
                  <a:txBody>
                    <a:bodyPr/>
                    <a:lstStyle/>
                    <a:p>
                      <a:pPr algn="ctr">
                        <a:buNone/>
                      </a:pPr>
                      <a:r>
                        <a:rPr lang="es-ES_tradnl" sz="900" noProof="1">
                          <a:solidFill>
                            <a:schemeClr val="tx1"/>
                          </a:solidFill>
                          <a:effectLst/>
                          <a:latin typeface="Times New Roman" panose="02020603050405020304" pitchFamily="18" charset="0"/>
                          <a:cs typeface="Times New Roman" panose="02020603050405020304" pitchFamily="18" charset="0"/>
                        </a:rPr>
                        <a:t>Rank</a:t>
                      </a:r>
                      <a:endParaRPr lang="es-ES_tradnl" sz="900" noProof="1">
                        <a:solidFill>
                          <a:schemeClr val="tx1"/>
                        </a:solidFill>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s-ES_tradnl" sz="900" noProof="1">
                          <a:solidFill>
                            <a:schemeClr val="tx1"/>
                          </a:solidFill>
                          <a:effectLst/>
                          <a:latin typeface="Times New Roman" panose="02020603050405020304" pitchFamily="18" charset="0"/>
                          <a:cs typeface="Times New Roman" panose="02020603050405020304" pitchFamily="18" charset="0"/>
                        </a:rPr>
                        <a:t>Sweep Val</a:t>
                      </a:r>
                      <a:endParaRPr lang="es-ES_tradnl" sz="900" noProof="1">
                        <a:solidFill>
                          <a:schemeClr val="tx1"/>
                        </a:solidFill>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s-ES_tradnl" sz="900" noProof="1">
                          <a:solidFill>
                            <a:schemeClr val="tx1"/>
                          </a:solidFill>
                          <a:effectLst/>
                          <a:latin typeface="Times New Roman" panose="02020603050405020304" pitchFamily="18" charset="0"/>
                          <a:cs typeface="Times New Roman" panose="02020603050405020304" pitchFamily="18" charset="0"/>
                        </a:rPr>
                        <a:t>O1_final</a:t>
                      </a:r>
                      <a:endParaRPr lang="es-ES_tradnl" sz="900" noProof="1">
                        <a:solidFill>
                          <a:schemeClr val="tx1"/>
                        </a:solidFill>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50000"/>
                        </a:lnSpc>
                        <a:buNone/>
                      </a:pPr>
                      <a:r>
                        <a:rPr lang="es-ES_tradnl" sz="900" noProof="1">
                          <a:solidFill>
                            <a:schemeClr val="tx1"/>
                          </a:solidFill>
                          <a:effectLst/>
                          <a:latin typeface="Times New Roman" panose="02020603050405020304" pitchFamily="18" charset="0"/>
                          <a:cs typeface="Times New Roman" panose="02020603050405020304" pitchFamily="18" charset="0"/>
                        </a:rPr>
                        <a:t>Mp [°]</a:t>
                      </a:r>
                      <a:endParaRPr lang="es-ES_tradnl" sz="900" noProof="1">
                        <a:solidFill>
                          <a:schemeClr val="tx1"/>
                        </a:solidFill>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s-ES_tradnl" sz="900" noProof="1">
                          <a:solidFill>
                            <a:schemeClr val="tx1"/>
                          </a:solidFill>
                          <a:effectLst/>
                          <a:latin typeface="Times New Roman" panose="02020603050405020304" pitchFamily="18" charset="0"/>
                          <a:cs typeface="Times New Roman" panose="02020603050405020304" pitchFamily="18" charset="0"/>
                        </a:rPr>
                        <a:t>Mp[%]</a:t>
                      </a:r>
                      <a:endParaRPr lang="es-ES_tradnl" sz="900" noProof="1">
                        <a:solidFill>
                          <a:schemeClr val="tx1"/>
                        </a:solidFill>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50000"/>
                        </a:lnSpc>
                        <a:buNone/>
                      </a:pPr>
                      <a:r>
                        <a:rPr lang="es-ES_tradnl" sz="900" noProof="1">
                          <a:solidFill>
                            <a:schemeClr val="tx1"/>
                          </a:solidFill>
                          <a:effectLst/>
                          <a:latin typeface="Times New Roman" panose="02020603050405020304" pitchFamily="18" charset="0"/>
                          <a:cs typeface="Times New Roman" panose="02020603050405020304" pitchFamily="18" charset="0"/>
                        </a:rPr>
                        <a:t>T[s]</a:t>
                      </a:r>
                      <a:endParaRPr lang="es-ES_tradnl" sz="900" noProof="1">
                        <a:solidFill>
                          <a:schemeClr val="tx1"/>
                        </a:solidFill>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50000"/>
                        </a:lnSpc>
                        <a:buNone/>
                      </a:pPr>
                      <a:r>
                        <a:rPr lang="es-ES_tradnl" sz="900" noProof="1">
                          <a:solidFill>
                            <a:schemeClr val="tx1"/>
                          </a:solidFill>
                          <a:effectLst/>
                          <a:latin typeface="Times New Roman" panose="02020603050405020304" pitchFamily="18" charset="0"/>
                          <a:cs typeface="Times New Roman" panose="02020603050405020304" pitchFamily="18" charset="0"/>
                        </a:rPr>
                        <a:t>e_ss_abs[°]</a:t>
                      </a:r>
                      <a:endParaRPr lang="es-ES_tradnl" sz="900" noProof="1">
                        <a:solidFill>
                          <a:schemeClr val="tx1"/>
                        </a:solidFill>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s-ES_tradnl" sz="900" noProof="1">
                          <a:solidFill>
                            <a:schemeClr val="tx1"/>
                          </a:solidFill>
                          <a:effectLst/>
                          <a:latin typeface="Times New Roman" panose="02020603050405020304" pitchFamily="18" charset="0"/>
                          <a:cs typeface="Times New Roman" panose="02020603050405020304" pitchFamily="18" charset="0"/>
                        </a:rPr>
                        <a:t>RMSE[°]</a:t>
                      </a:r>
                      <a:endParaRPr lang="es-ES_tradnl" sz="900" noProof="1">
                        <a:solidFill>
                          <a:schemeClr val="tx1"/>
                        </a:solidFill>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s-ES_tradnl" sz="900" noProof="1">
                          <a:solidFill>
                            <a:schemeClr val="tx1"/>
                          </a:solidFill>
                          <a:effectLst/>
                          <a:latin typeface="Times New Roman" panose="02020603050405020304" pitchFamily="18" charset="0"/>
                          <a:cs typeface="Times New Roman" panose="02020603050405020304" pitchFamily="18" charset="0"/>
                        </a:rPr>
                        <a:t>ITAE[°s]</a:t>
                      </a:r>
                      <a:endParaRPr lang="es-ES_tradnl" sz="900" noProof="1">
                        <a:solidFill>
                          <a:schemeClr val="tx1"/>
                        </a:solidFill>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s-ES_tradnl" sz="900" noProof="1">
                          <a:solidFill>
                            <a:schemeClr val="tx1"/>
                          </a:solidFill>
                          <a:effectLst/>
                          <a:latin typeface="Times New Roman" panose="02020603050405020304" pitchFamily="18" charset="0"/>
                          <a:cs typeface="Times New Roman" panose="02020603050405020304" pitchFamily="18" charset="0"/>
                        </a:rPr>
                        <a:t>Tr[s]</a:t>
                      </a:r>
                      <a:endParaRPr lang="es-ES_tradnl" sz="900" noProof="1">
                        <a:solidFill>
                          <a:schemeClr val="tx1"/>
                        </a:solidFill>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s-ES_tradnl" sz="900" noProof="1">
                          <a:solidFill>
                            <a:schemeClr val="tx1"/>
                          </a:solidFill>
                          <a:effectLst/>
                          <a:latin typeface="Times New Roman" panose="02020603050405020304" pitchFamily="18" charset="0"/>
                          <a:cs typeface="Times New Roman" panose="02020603050405020304" pitchFamily="18" charset="0"/>
                        </a:rPr>
                        <a:t>Iosc</a:t>
                      </a:r>
                      <a:endParaRPr lang="es-ES_tradnl" sz="900" noProof="1">
                        <a:solidFill>
                          <a:schemeClr val="tx1"/>
                        </a:solidFill>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s-ES_tradnl" sz="900" noProof="1">
                          <a:solidFill>
                            <a:schemeClr val="tx1"/>
                          </a:solidFill>
                          <a:effectLst/>
                          <a:latin typeface="Times New Roman" panose="02020603050405020304" pitchFamily="18" charset="0"/>
                          <a:cs typeface="Times New Roman" panose="02020603050405020304" pitchFamily="18" charset="0"/>
                        </a:rPr>
                        <a:t>U_peak</a:t>
                      </a:r>
                      <a:endParaRPr lang="es-ES_tradnl" sz="900" noProof="1">
                        <a:solidFill>
                          <a:schemeClr val="tx1"/>
                        </a:solidFill>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s-ES_tradnl" sz="900" noProof="1">
                          <a:solidFill>
                            <a:schemeClr val="tx1"/>
                          </a:solidFill>
                          <a:effectLst/>
                          <a:latin typeface="Times New Roman" panose="02020603050405020304" pitchFamily="18" charset="0"/>
                          <a:cs typeface="Times New Roman" panose="02020603050405020304" pitchFamily="18" charset="0"/>
                        </a:rPr>
                        <a:t>U_rms</a:t>
                      </a:r>
                      <a:endParaRPr lang="es-ES_tradnl" sz="900" noProof="1">
                        <a:solidFill>
                          <a:schemeClr val="tx1"/>
                        </a:solidFill>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s-ES_tradnl" sz="900" noProof="1">
                          <a:solidFill>
                            <a:schemeClr val="tx1"/>
                          </a:solidFill>
                          <a:effectLst/>
                          <a:latin typeface="Times New Roman" panose="02020603050405020304" pitchFamily="18" charset="0"/>
                          <a:cs typeface="Times New Roman" panose="02020603050405020304" pitchFamily="18" charset="0"/>
                        </a:rPr>
                        <a:t>U_energy</a:t>
                      </a:r>
                      <a:endParaRPr lang="es-ES_tradnl" sz="900" noProof="1">
                        <a:solidFill>
                          <a:schemeClr val="tx1"/>
                        </a:solidFill>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s-ES_tradnl" sz="900" noProof="1">
                          <a:solidFill>
                            <a:schemeClr val="tx1"/>
                          </a:solidFill>
                          <a:effectLst/>
                          <a:latin typeface="Times New Roman" panose="02020603050405020304" pitchFamily="18" charset="0"/>
                          <a:cs typeface="Times New Roman" panose="02020603050405020304" pitchFamily="18" charset="0"/>
                        </a:rPr>
                        <a:t>U_abs</a:t>
                      </a:r>
                      <a:endParaRPr lang="es-ES_tradnl" sz="900" noProof="1">
                        <a:solidFill>
                          <a:schemeClr val="tx1"/>
                        </a:solidFill>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s-ES_tradnl" sz="900" noProof="1">
                          <a:solidFill>
                            <a:schemeClr val="tx1"/>
                          </a:solidFill>
                          <a:effectLst/>
                          <a:latin typeface="Times New Roman" panose="02020603050405020304" pitchFamily="18" charset="0"/>
                          <a:cs typeface="Times New Roman" panose="02020603050405020304" pitchFamily="18" charset="0"/>
                        </a:rPr>
                        <a:t>U_TV</a:t>
                      </a:r>
                      <a:endParaRPr lang="es-ES_tradnl" sz="900" noProof="1">
                        <a:solidFill>
                          <a:schemeClr val="tx1"/>
                        </a:solidFill>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892367217"/>
                  </a:ext>
                </a:extLst>
              </a:tr>
              <a:tr h="194945">
                <a:tc>
                  <a:txBody>
                    <a:bodyPr/>
                    <a:lstStyle/>
                    <a:p>
                      <a:pPr algn="ctr">
                        <a:buNone/>
                      </a:pPr>
                      <a:r>
                        <a:rPr lang="es-ES_tradnl" sz="900" b="0" noProof="1">
                          <a:solidFill>
                            <a:schemeClr val="tx1"/>
                          </a:solidFill>
                          <a:effectLst/>
                          <a:latin typeface="Times New Roman" panose="02020603050405020304" pitchFamily="18" charset="0"/>
                          <a:cs typeface="Times New Roman" panose="02020603050405020304" pitchFamily="18" charset="0"/>
                        </a:rPr>
                        <a:t>1</a:t>
                      </a:r>
                      <a:endParaRPr lang="es-ES_tradnl" sz="900" b="0" noProof="1">
                        <a:solidFill>
                          <a:schemeClr val="tx1"/>
                        </a:solidFill>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nchor="ctr">
                    <a:lnT w="12700" cap="flat" cmpd="sng" algn="ctr">
                      <a:solidFill>
                        <a:schemeClr val="tx1"/>
                      </a:solidFill>
                      <a:prstDash val="solid"/>
                      <a:round/>
                      <a:headEnd type="none" w="med" len="med"/>
                      <a:tailEnd type="none" w="med" len="med"/>
                    </a:lnT>
                    <a:noFill/>
                  </a:tcPr>
                </a:tc>
                <a:tc>
                  <a:txBody>
                    <a:bodyPr/>
                    <a:lstStyle/>
                    <a:p>
                      <a:pPr algn="ctr">
                        <a:buNone/>
                      </a:pPr>
                      <a:r>
                        <a:rPr lang="es-ES_tradnl" sz="900" dirty="0">
                          <a:effectLst/>
                          <a:latin typeface="Times New Roman" panose="02020603050405020304" pitchFamily="18" charset="0"/>
                          <a:ea typeface="Times New Roman" panose="02020603050405020304" pitchFamily="18" charset="0"/>
                          <a:cs typeface="Times New Roman" panose="02020603050405020304" pitchFamily="18" charset="0"/>
                        </a:rPr>
                        <a:t>0.00</a:t>
                      </a:r>
                    </a:p>
                  </a:txBody>
                  <a:tcPr marL="68580" marR="68580" marT="0" marB="0" anchor="ctr">
                    <a:lnT w="12700" cap="flat" cmpd="sng" algn="ctr">
                      <a:solidFill>
                        <a:schemeClr val="tx1"/>
                      </a:solidFill>
                      <a:prstDash val="solid"/>
                      <a:round/>
                      <a:headEnd type="none" w="med" len="med"/>
                      <a:tailEnd type="none" w="med" len="med"/>
                    </a:lnT>
                    <a:noFill/>
                  </a:tcPr>
                </a:tc>
                <a:tc>
                  <a:txBody>
                    <a:bodyPr/>
                    <a:lstStyle/>
                    <a:p>
                      <a:pPr algn="ctr">
                        <a:buNone/>
                      </a:pPr>
                      <a:r>
                        <a:rPr lang="es-ES_tradnl" sz="900" dirty="0">
                          <a:effectLst/>
                          <a:latin typeface="Times New Roman" panose="02020603050405020304" pitchFamily="18" charset="0"/>
                          <a:ea typeface="Times New Roman" panose="02020603050405020304" pitchFamily="18" charset="0"/>
                          <a:cs typeface="Times New Roman" panose="02020603050405020304" pitchFamily="18" charset="0"/>
                        </a:rPr>
                        <a:t>56.28</a:t>
                      </a:r>
                    </a:p>
                  </a:txBody>
                  <a:tcPr marL="68580" marR="68580" marT="0" marB="0" anchor="ctr">
                    <a:lnT w="12700" cap="flat" cmpd="sng" algn="ctr">
                      <a:solidFill>
                        <a:schemeClr val="tx1"/>
                      </a:solidFill>
                      <a:prstDash val="solid"/>
                      <a:round/>
                      <a:headEnd type="none" w="med" len="med"/>
                      <a:tailEnd type="none" w="med" len="med"/>
                    </a:lnT>
                    <a:noFill/>
                  </a:tcPr>
                </a:tc>
                <a:tc>
                  <a:txBody>
                    <a:bodyPr/>
                    <a:lstStyle/>
                    <a:p>
                      <a:pPr algn="ctr">
                        <a:buNone/>
                      </a:pPr>
                      <a:r>
                        <a:rPr lang="es-ES_tradnl" sz="900" dirty="0">
                          <a:effectLst/>
                          <a:latin typeface="Times New Roman" panose="02020603050405020304" pitchFamily="18" charset="0"/>
                          <a:ea typeface="Times New Roman" panose="02020603050405020304" pitchFamily="18" charset="0"/>
                          <a:cs typeface="Times New Roman" panose="02020603050405020304" pitchFamily="18" charset="0"/>
                        </a:rPr>
                        <a:t>17.54</a:t>
                      </a:r>
                    </a:p>
                  </a:txBody>
                  <a:tcPr marL="68580" marR="68580" marT="0" marB="0" anchor="ctr">
                    <a:lnT w="12700" cap="flat" cmpd="sng" algn="ctr">
                      <a:solidFill>
                        <a:schemeClr val="tx1"/>
                      </a:solidFill>
                      <a:prstDash val="solid"/>
                      <a:round/>
                      <a:headEnd type="none" w="med" len="med"/>
                      <a:tailEnd type="none" w="med" len="med"/>
                    </a:lnT>
                    <a:noFill/>
                  </a:tcPr>
                </a:tc>
                <a:tc>
                  <a:txBody>
                    <a:bodyPr/>
                    <a:lstStyle/>
                    <a:p>
                      <a:pPr algn="ctr">
                        <a:buNone/>
                      </a:pPr>
                      <a:r>
                        <a:rPr lang="es-ES_tradnl" sz="900" dirty="0">
                          <a:effectLst/>
                          <a:latin typeface="Times New Roman" panose="02020603050405020304" pitchFamily="18" charset="0"/>
                          <a:ea typeface="Times New Roman" panose="02020603050405020304" pitchFamily="18" charset="0"/>
                          <a:cs typeface="Times New Roman" panose="02020603050405020304" pitchFamily="18" charset="0"/>
                        </a:rPr>
                        <a:t>38.97</a:t>
                      </a:r>
                    </a:p>
                  </a:txBody>
                  <a:tcPr marL="68580" marR="68580" marT="0" marB="0" anchor="ctr">
                    <a:lnT w="12700" cap="flat" cmpd="sng" algn="ctr">
                      <a:solidFill>
                        <a:schemeClr val="tx1"/>
                      </a:solidFill>
                      <a:prstDash val="solid"/>
                      <a:round/>
                      <a:headEnd type="none" w="med" len="med"/>
                      <a:tailEnd type="none" w="med" len="med"/>
                    </a:lnT>
                    <a:noFill/>
                  </a:tcPr>
                </a:tc>
                <a:tc>
                  <a:txBody>
                    <a:bodyPr/>
                    <a:lstStyle/>
                    <a:p>
                      <a:pPr algn="ctr">
                        <a:buNone/>
                      </a:pPr>
                      <a:r>
                        <a:rPr lang="es-ES_tradnl" sz="900" dirty="0">
                          <a:effectLst/>
                          <a:latin typeface="Times New Roman" panose="02020603050405020304" pitchFamily="18" charset="0"/>
                          <a:ea typeface="Times New Roman" panose="02020603050405020304" pitchFamily="18" charset="0"/>
                          <a:cs typeface="Times New Roman" panose="02020603050405020304" pitchFamily="18" charset="0"/>
                        </a:rPr>
                        <a:t>6.00</a:t>
                      </a:r>
                    </a:p>
                  </a:txBody>
                  <a:tcPr marL="68580" marR="68580" marT="0" marB="0" anchor="ctr">
                    <a:lnT w="12700" cap="flat" cmpd="sng" algn="ctr">
                      <a:solidFill>
                        <a:schemeClr val="tx1"/>
                      </a:solidFill>
                      <a:prstDash val="solid"/>
                      <a:round/>
                      <a:headEnd type="none" w="med" len="med"/>
                      <a:tailEnd type="none" w="med" len="med"/>
                    </a:lnT>
                    <a:noFill/>
                  </a:tcPr>
                </a:tc>
                <a:tc>
                  <a:txBody>
                    <a:bodyPr/>
                    <a:lstStyle/>
                    <a:p>
                      <a:pPr algn="ctr">
                        <a:buNone/>
                      </a:pPr>
                      <a:r>
                        <a:rPr lang="es-ES_tradnl" sz="900" dirty="0">
                          <a:effectLst/>
                          <a:latin typeface="Times New Roman" panose="02020603050405020304" pitchFamily="18" charset="0"/>
                          <a:ea typeface="Times New Roman" panose="02020603050405020304" pitchFamily="18" charset="0"/>
                          <a:cs typeface="Times New Roman" panose="02020603050405020304" pitchFamily="18" charset="0"/>
                        </a:rPr>
                        <a:t>11.28</a:t>
                      </a:r>
                    </a:p>
                  </a:txBody>
                  <a:tcPr marL="68580" marR="68580" marT="0" marB="0" anchor="ctr">
                    <a:lnT w="12700" cap="flat" cmpd="sng" algn="ctr">
                      <a:solidFill>
                        <a:schemeClr val="tx1"/>
                      </a:solidFill>
                      <a:prstDash val="solid"/>
                      <a:round/>
                      <a:headEnd type="none" w="med" len="med"/>
                      <a:tailEnd type="none" w="med" len="med"/>
                    </a:lnT>
                    <a:noFill/>
                  </a:tcPr>
                </a:tc>
                <a:tc>
                  <a:txBody>
                    <a:bodyPr/>
                    <a:lstStyle/>
                    <a:p>
                      <a:pPr algn="ctr">
                        <a:buNone/>
                      </a:pPr>
                      <a:r>
                        <a:rPr lang="es-ES_tradnl" sz="900" dirty="0">
                          <a:effectLst/>
                          <a:latin typeface="Times New Roman" panose="02020603050405020304" pitchFamily="18" charset="0"/>
                          <a:ea typeface="Times New Roman" panose="02020603050405020304" pitchFamily="18" charset="0"/>
                          <a:cs typeface="Times New Roman" panose="02020603050405020304" pitchFamily="18" charset="0"/>
                        </a:rPr>
                        <a:t>15.13</a:t>
                      </a:r>
                    </a:p>
                  </a:txBody>
                  <a:tcPr marL="68580" marR="68580" marT="0" marB="0" anchor="ctr">
                    <a:lnT w="12700" cap="flat" cmpd="sng" algn="ctr">
                      <a:solidFill>
                        <a:schemeClr val="tx1"/>
                      </a:solidFill>
                      <a:prstDash val="solid"/>
                      <a:round/>
                      <a:headEnd type="none" w="med" len="med"/>
                      <a:tailEnd type="none" w="med" len="med"/>
                    </a:lnT>
                    <a:noFill/>
                  </a:tcPr>
                </a:tc>
                <a:tc>
                  <a:txBody>
                    <a:bodyPr/>
                    <a:lstStyle/>
                    <a:p>
                      <a:pPr algn="ctr">
                        <a:buNone/>
                      </a:pPr>
                      <a:r>
                        <a:rPr lang="es-ES_tradnl" sz="900" dirty="0">
                          <a:effectLst/>
                          <a:latin typeface="Times New Roman" panose="02020603050405020304" pitchFamily="18" charset="0"/>
                          <a:ea typeface="Times New Roman" panose="02020603050405020304" pitchFamily="18" charset="0"/>
                          <a:cs typeface="Times New Roman" panose="02020603050405020304" pitchFamily="18" charset="0"/>
                        </a:rPr>
                        <a:t>204.49</a:t>
                      </a:r>
                    </a:p>
                  </a:txBody>
                  <a:tcPr marL="68580" marR="68580" marT="0" marB="0" anchor="ctr">
                    <a:lnT w="12700" cap="flat" cmpd="sng" algn="ctr">
                      <a:solidFill>
                        <a:schemeClr val="tx1"/>
                      </a:solidFill>
                      <a:prstDash val="solid"/>
                      <a:round/>
                      <a:headEnd type="none" w="med" len="med"/>
                      <a:tailEnd type="none" w="med" len="med"/>
                    </a:lnT>
                    <a:noFill/>
                  </a:tcPr>
                </a:tc>
                <a:tc>
                  <a:txBody>
                    <a:bodyPr/>
                    <a:lstStyle/>
                    <a:p>
                      <a:pPr algn="ctr">
                        <a:buNone/>
                      </a:pPr>
                      <a:r>
                        <a:rPr lang="es-ES_tradnl" sz="900" dirty="0">
                          <a:effectLst/>
                          <a:latin typeface="Times New Roman" panose="02020603050405020304" pitchFamily="18" charset="0"/>
                          <a:ea typeface="Times New Roman" panose="02020603050405020304" pitchFamily="18" charset="0"/>
                          <a:cs typeface="Times New Roman" panose="02020603050405020304" pitchFamily="18" charset="0"/>
                        </a:rPr>
                        <a:t>0.36</a:t>
                      </a:r>
                    </a:p>
                  </a:txBody>
                  <a:tcPr marL="68580" marR="68580" marT="0" marB="0" anchor="ctr">
                    <a:lnT w="12700" cap="flat" cmpd="sng" algn="ctr">
                      <a:solidFill>
                        <a:schemeClr val="tx1"/>
                      </a:solidFill>
                      <a:prstDash val="solid"/>
                      <a:round/>
                      <a:headEnd type="none" w="med" len="med"/>
                      <a:tailEnd type="none" w="med" len="med"/>
                    </a:lnT>
                    <a:noFill/>
                  </a:tcPr>
                </a:tc>
                <a:tc>
                  <a:txBody>
                    <a:bodyPr/>
                    <a:lstStyle/>
                    <a:p>
                      <a:pPr algn="ctr">
                        <a:buNone/>
                      </a:pPr>
                      <a:r>
                        <a:rPr lang="es-ES_tradnl" sz="900" dirty="0">
                          <a:effectLst/>
                          <a:latin typeface="Times New Roman" panose="02020603050405020304" pitchFamily="18" charset="0"/>
                          <a:ea typeface="Times New Roman" panose="02020603050405020304" pitchFamily="18" charset="0"/>
                          <a:cs typeface="Times New Roman" panose="02020603050405020304" pitchFamily="18" charset="0"/>
                        </a:rPr>
                        <a:t>194.00</a:t>
                      </a:r>
                    </a:p>
                  </a:txBody>
                  <a:tcPr marL="68580" marR="68580" marT="0" marB="0" anchor="ctr">
                    <a:lnT w="12700" cap="flat" cmpd="sng" algn="ctr">
                      <a:solidFill>
                        <a:schemeClr val="tx1"/>
                      </a:solidFill>
                      <a:prstDash val="solid"/>
                      <a:round/>
                      <a:headEnd type="none" w="med" len="med"/>
                      <a:tailEnd type="none" w="med" len="med"/>
                    </a:lnT>
                    <a:noFill/>
                  </a:tcPr>
                </a:tc>
                <a:tc>
                  <a:txBody>
                    <a:bodyPr/>
                    <a:lstStyle/>
                    <a:p>
                      <a:pPr algn="ctr">
                        <a:buNone/>
                      </a:pPr>
                      <a:r>
                        <a:rPr lang="es-ES" sz="900">
                          <a:effectLst/>
                          <a:latin typeface="Times New Roman" panose="02020603050405020304" pitchFamily="18" charset="0"/>
                          <a:ea typeface="Times New Roman" panose="02020603050405020304" pitchFamily="18" charset="0"/>
                          <a:cs typeface="Times New Roman" panose="02020603050405020304" pitchFamily="18" charset="0"/>
                        </a:rPr>
                        <a:t>6.00</a:t>
                      </a:r>
                      <a:endParaRPr lang="de-DE" sz="9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lnT w="12700" cap="flat" cmpd="sng" algn="ctr">
                      <a:solidFill>
                        <a:schemeClr val="tx1"/>
                      </a:solidFill>
                      <a:prstDash val="solid"/>
                      <a:round/>
                      <a:headEnd type="none" w="med" len="med"/>
                      <a:tailEnd type="none" w="med" len="med"/>
                    </a:lnT>
                    <a:noFill/>
                  </a:tcPr>
                </a:tc>
                <a:tc>
                  <a:txBody>
                    <a:bodyPr/>
                    <a:lstStyle/>
                    <a:p>
                      <a:pPr algn="ctr">
                        <a:buNone/>
                      </a:pPr>
                      <a:r>
                        <a:rPr lang="es-ES" sz="900">
                          <a:effectLst/>
                          <a:latin typeface="Times New Roman" panose="02020603050405020304" pitchFamily="18" charset="0"/>
                          <a:ea typeface="Times New Roman" panose="02020603050405020304" pitchFamily="18" charset="0"/>
                          <a:cs typeface="Times New Roman" panose="02020603050405020304" pitchFamily="18" charset="0"/>
                        </a:rPr>
                        <a:t>2.07</a:t>
                      </a:r>
                      <a:endParaRPr lang="de-DE" sz="9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lnT w="12700" cap="flat" cmpd="sng" algn="ctr">
                      <a:solidFill>
                        <a:schemeClr val="tx1"/>
                      </a:solidFill>
                      <a:prstDash val="solid"/>
                      <a:round/>
                      <a:headEnd type="none" w="med" len="med"/>
                      <a:tailEnd type="none" w="med" len="med"/>
                    </a:lnT>
                    <a:noFill/>
                  </a:tcPr>
                </a:tc>
                <a:tc>
                  <a:txBody>
                    <a:bodyPr/>
                    <a:lstStyle/>
                    <a:p>
                      <a:pPr algn="ctr">
                        <a:buNone/>
                      </a:pPr>
                      <a:r>
                        <a:rPr lang="es-ES" sz="900">
                          <a:effectLst/>
                          <a:latin typeface="Times New Roman" panose="02020603050405020304" pitchFamily="18" charset="0"/>
                          <a:ea typeface="Times New Roman" panose="02020603050405020304" pitchFamily="18" charset="0"/>
                          <a:cs typeface="Times New Roman" panose="02020603050405020304" pitchFamily="18" charset="0"/>
                        </a:rPr>
                        <a:t>25.11</a:t>
                      </a:r>
                      <a:endParaRPr lang="de-DE" sz="9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lnT w="12700" cap="flat" cmpd="sng" algn="ctr">
                      <a:solidFill>
                        <a:schemeClr val="tx1"/>
                      </a:solidFill>
                      <a:prstDash val="solid"/>
                      <a:round/>
                      <a:headEnd type="none" w="med" len="med"/>
                      <a:tailEnd type="none" w="med" len="med"/>
                    </a:lnT>
                    <a:noFill/>
                  </a:tcPr>
                </a:tc>
                <a:tc>
                  <a:txBody>
                    <a:bodyPr/>
                    <a:lstStyle/>
                    <a:p>
                      <a:pPr algn="ctr">
                        <a:buNone/>
                      </a:pPr>
                      <a:r>
                        <a:rPr lang="es-ES" sz="900">
                          <a:effectLst/>
                          <a:latin typeface="Times New Roman" panose="02020603050405020304" pitchFamily="18" charset="0"/>
                          <a:ea typeface="Times New Roman" panose="02020603050405020304" pitchFamily="18" charset="0"/>
                          <a:cs typeface="Times New Roman" panose="02020603050405020304" pitchFamily="18" charset="0"/>
                        </a:rPr>
                        <a:t>4.75</a:t>
                      </a:r>
                      <a:endParaRPr lang="de-DE" sz="9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lnT w="12700" cap="flat" cmpd="sng" algn="ctr">
                      <a:solidFill>
                        <a:schemeClr val="tx1"/>
                      </a:solidFill>
                      <a:prstDash val="solid"/>
                      <a:round/>
                      <a:headEnd type="none" w="med" len="med"/>
                      <a:tailEnd type="none" w="med" len="med"/>
                    </a:lnT>
                    <a:noFill/>
                  </a:tcPr>
                </a:tc>
                <a:tc>
                  <a:txBody>
                    <a:bodyPr/>
                    <a:lstStyle/>
                    <a:p>
                      <a:pPr algn="ctr">
                        <a:buNone/>
                      </a:pPr>
                      <a:r>
                        <a:rPr lang="es-ES" sz="900">
                          <a:effectLst/>
                          <a:latin typeface="Times New Roman" panose="02020603050405020304" pitchFamily="18" charset="0"/>
                          <a:ea typeface="Times New Roman" panose="02020603050405020304" pitchFamily="18" charset="0"/>
                          <a:cs typeface="Times New Roman" panose="02020603050405020304" pitchFamily="18" charset="0"/>
                        </a:rPr>
                        <a:t>18.56</a:t>
                      </a:r>
                      <a:endParaRPr lang="de-DE" sz="9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lnT w="12700" cap="flat" cmpd="sng" algn="ctr">
                      <a:solidFill>
                        <a:schemeClr val="tx1"/>
                      </a:solidFill>
                      <a:prstDash val="solid"/>
                      <a:round/>
                      <a:headEnd type="none" w="med" len="med"/>
                      <a:tailEnd type="none" w="med" len="med"/>
                    </a:lnT>
                    <a:noFill/>
                  </a:tcPr>
                </a:tc>
                <a:extLst>
                  <a:ext uri="{0D108BD9-81ED-4DB2-BD59-A6C34878D82A}">
                    <a16:rowId xmlns:a16="http://schemas.microsoft.com/office/drawing/2014/main" val="2991617960"/>
                  </a:ext>
                </a:extLst>
              </a:tr>
              <a:tr h="185420">
                <a:tc>
                  <a:txBody>
                    <a:bodyPr/>
                    <a:lstStyle/>
                    <a:p>
                      <a:pPr algn="ctr">
                        <a:buNone/>
                      </a:pPr>
                      <a:r>
                        <a:rPr lang="es-ES_tradnl" sz="900" b="0" noProof="1">
                          <a:solidFill>
                            <a:schemeClr val="tx1"/>
                          </a:solidFill>
                          <a:effectLst/>
                          <a:latin typeface="Times New Roman" panose="02020603050405020304" pitchFamily="18" charset="0"/>
                          <a:ea typeface="Times New Roman" panose="02020603050405020304" pitchFamily="18" charset="0"/>
                          <a:cs typeface="Times New Roman" panose="02020603050405020304" pitchFamily="18" charset="0"/>
                        </a:rPr>
                        <a:t>2</a:t>
                      </a:r>
                    </a:p>
                  </a:txBody>
                  <a:tcPr marL="68580" marR="68580" marT="0" marB="0" anchor="ctr">
                    <a:noFill/>
                  </a:tcPr>
                </a:tc>
                <a:tc>
                  <a:txBody>
                    <a:bodyPr/>
                    <a:lstStyle/>
                    <a:p>
                      <a:pPr algn="ctr">
                        <a:buNone/>
                      </a:pPr>
                      <a:r>
                        <a:rPr lang="es-ES_tradnl" sz="900" dirty="0">
                          <a:effectLst/>
                          <a:latin typeface="Times New Roman" panose="02020603050405020304" pitchFamily="18" charset="0"/>
                          <a:ea typeface="Times New Roman" panose="02020603050405020304" pitchFamily="18" charset="0"/>
                          <a:cs typeface="Times New Roman" panose="02020603050405020304" pitchFamily="18" charset="0"/>
                        </a:rPr>
                        <a:t>90.00</a:t>
                      </a:r>
                    </a:p>
                  </a:txBody>
                  <a:tcPr marL="68580" marR="68580" marT="0" marB="0" anchor="ctr">
                    <a:noFill/>
                  </a:tcPr>
                </a:tc>
                <a:tc>
                  <a:txBody>
                    <a:bodyPr/>
                    <a:lstStyle/>
                    <a:p>
                      <a:pPr algn="ctr">
                        <a:buNone/>
                      </a:pPr>
                      <a:r>
                        <a:rPr lang="es-ES_tradnl" sz="900" dirty="0">
                          <a:effectLst/>
                          <a:latin typeface="Times New Roman" panose="02020603050405020304" pitchFamily="18" charset="0"/>
                          <a:ea typeface="Times New Roman" panose="02020603050405020304" pitchFamily="18" charset="0"/>
                          <a:cs typeface="Times New Roman" panose="02020603050405020304" pitchFamily="18" charset="0"/>
                        </a:rPr>
                        <a:t>56.96</a:t>
                      </a:r>
                    </a:p>
                  </a:txBody>
                  <a:tcPr marL="68580" marR="68580" marT="0" marB="0" anchor="ctr">
                    <a:noFill/>
                  </a:tcPr>
                </a:tc>
                <a:tc>
                  <a:txBody>
                    <a:bodyPr/>
                    <a:lstStyle/>
                    <a:p>
                      <a:pPr algn="ctr">
                        <a:buNone/>
                      </a:pPr>
                      <a:r>
                        <a:rPr lang="es-ES_tradnl" sz="900" dirty="0">
                          <a:effectLst/>
                          <a:latin typeface="Times New Roman" panose="02020603050405020304" pitchFamily="18" charset="0"/>
                          <a:ea typeface="Times New Roman" panose="02020603050405020304" pitchFamily="18" charset="0"/>
                          <a:cs typeface="Times New Roman" panose="02020603050405020304" pitchFamily="18" charset="0"/>
                        </a:rPr>
                        <a:t>45.00</a:t>
                      </a:r>
                    </a:p>
                  </a:txBody>
                  <a:tcPr marL="68580" marR="68580" marT="0" marB="0" anchor="ctr">
                    <a:noFill/>
                  </a:tcPr>
                </a:tc>
                <a:tc>
                  <a:txBody>
                    <a:bodyPr/>
                    <a:lstStyle/>
                    <a:p>
                      <a:pPr algn="ctr">
                        <a:buNone/>
                      </a:pPr>
                      <a:r>
                        <a:rPr lang="es-ES_tradnl" sz="900" dirty="0">
                          <a:effectLst/>
                          <a:latin typeface="Times New Roman" panose="02020603050405020304" pitchFamily="18" charset="0"/>
                          <a:ea typeface="Times New Roman" panose="02020603050405020304" pitchFamily="18" charset="0"/>
                          <a:cs typeface="Times New Roman" panose="02020603050405020304" pitchFamily="18" charset="0"/>
                        </a:rPr>
                        <a:t>100.00</a:t>
                      </a:r>
                    </a:p>
                  </a:txBody>
                  <a:tcPr marL="68580" marR="68580" marT="0" marB="0" anchor="ctr">
                    <a:noFill/>
                  </a:tcPr>
                </a:tc>
                <a:tc>
                  <a:txBody>
                    <a:bodyPr/>
                    <a:lstStyle/>
                    <a:p>
                      <a:pPr algn="ctr">
                        <a:buNone/>
                      </a:pPr>
                      <a:r>
                        <a:rPr lang="es-ES_tradnl" sz="900" dirty="0">
                          <a:effectLst/>
                          <a:latin typeface="Times New Roman" panose="02020603050405020304" pitchFamily="18" charset="0"/>
                          <a:ea typeface="Times New Roman" panose="02020603050405020304" pitchFamily="18" charset="0"/>
                          <a:cs typeface="Times New Roman" panose="02020603050405020304" pitchFamily="18" charset="0"/>
                        </a:rPr>
                        <a:t>6.00</a:t>
                      </a:r>
                    </a:p>
                  </a:txBody>
                  <a:tcPr marL="68580" marR="68580" marT="0" marB="0" anchor="ctr">
                    <a:noFill/>
                  </a:tcPr>
                </a:tc>
                <a:tc>
                  <a:txBody>
                    <a:bodyPr/>
                    <a:lstStyle/>
                    <a:p>
                      <a:pPr algn="ctr">
                        <a:buNone/>
                      </a:pPr>
                      <a:r>
                        <a:rPr lang="es-ES_tradnl" sz="900" dirty="0">
                          <a:effectLst/>
                          <a:latin typeface="Times New Roman" panose="02020603050405020304" pitchFamily="18" charset="0"/>
                          <a:ea typeface="Times New Roman" panose="02020603050405020304" pitchFamily="18" charset="0"/>
                          <a:cs typeface="Times New Roman" panose="02020603050405020304" pitchFamily="18" charset="0"/>
                        </a:rPr>
                        <a:t>11.96</a:t>
                      </a:r>
                    </a:p>
                  </a:txBody>
                  <a:tcPr marL="68580" marR="68580" marT="0" marB="0" anchor="ctr">
                    <a:noFill/>
                  </a:tcPr>
                </a:tc>
                <a:tc>
                  <a:txBody>
                    <a:bodyPr/>
                    <a:lstStyle/>
                    <a:p>
                      <a:pPr algn="ctr">
                        <a:buNone/>
                      </a:pPr>
                      <a:r>
                        <a:rPr lang="es-ES_tradnl" sz="900" dirty="0">
                          <a:effectLst/>
                          <a:latin typeface="Times New Roman" panose="02020603050405020304" pitchFamily="18" charset="0"/>
                          <a:ea typeface="Times New Roman" panose="02020603050405020304" pitchFamily="18" charset="0"/>
                          <a:cs typeface="Times New Roman" panose="02020603050405020304" pitchFamily="18" charset="0"/>
                        </a:rPr>
                        <a:t>15.17</a:t>
                      </a:r>
                    </a:p>
                  </a:txBody>
                  <a:tcPr marL="68580" marR="68580" marT="0" marB="0" anchor="ctr">
                    <a:noFill/>
                  </a:tcPr>
                </a:tc>
                <a:tc>
                  <a:txBody>
                    <a:bodyPr/>
                    <a:lstStyle/>
                    <a:p>
                      <a:pPr algn="ctr">
                        <a:buNone/>
                      </a:pPr>
                      <a:r>
                        <a:rPr lang="es-ES_tradnl" sz="900" dirty="0">
                          <a:effectLst/>
                          <a:latin typeface="Times New Roman" panose="02020603050405020304" pitchFamily="18" charset="0"/>
                          <a:ea typeface="Times New Roman" panose="02020603050405020304" pitchFamily="18" charset="0"/>
                          <a:cs typeface="Times New Roman" panose="02020603050405020304" pitchFamily="18" charset="0"/>
                        </a:rPr>
                        <a:t>216.36</a:t>
                      </a:r>
                    </a:p>
                  </a:txBody>
                  <a:tcPr marL="68580" marR="68580" marT="0" marB="0" anchor="ctr">
                    <a:noFill/>
                  </a:tcPr>
                </a:tc>
                <a:tc>
                  <a:txBody>
                    <a:bodyPr/>
                    <a:lstStyle/>
                    <a:p>
                      <a:pPr algn="ctr">
                        <a:buNone/>
                      </a:pPr>
                      <a:r>
                        <a:rPr lang="es-ES_tradnl" sz="900" dirty="0">
                          <a:effectLst/>
                          <a:latin typeface="Times New Roman" panose="02020603050405020304" pitchFamily="18" charset="0"/>
                          <a:ea typeface="Times New Roman" panose="02020603050405020304" pitchFamily="18" charset="0"/>
                          <a:cs typeface="Times New Roman" panose="02020603050405020304" pitchFamily="18" charset="0"/>
                        </a:rPr>
                        <a:t>0.00</a:t>
                      </a:r>
                    </a:p>
                  </a:txBody>
                  <a:tcPr marL="68580" marR="68580" marT="0" marB="0" anchor="ctr">
                    <a:noFill/>
                  </a:tcPr>
                </a:tc>
                <a:tc>
                  <a:txBody>
                    <a:bodyPr/>
                    <a:lstStyle/>
                    <a:p>
                      <a:pPr algn="ctr">
                        <a:buNone/>
                      </a:pPr>
                      <a:r>
                        <a:rPr lang="es-ES_tradnl" sz="900" dirty="0">
                          <a:effectLst/>
                          <a:latin typeface="Times New Roman" panose="02020603050405020304" pitchFamily="18" charset="0"/>
                          <a:ea typeface="Times New Roman" panose="02020603050405020304" pitchFamily="18" charset="0"/>
                          <a:cs typeface="Times New Roman" panose="02020603050405020304" pitchFamily="18" charset="0"/>
                        </a:rPr>
                        <a:t>148.00</a:t>
                      </a:r>
                    </a:p>
                  </a:txBody>
                  <a:tcPr marL="68580" marR="68580" marT="0" marB="0" anchor="ctr">
                    <a:noFill/>
                  </a:tcPr>
                </a:tc>
                <a:tc>
                  <a:txBody>
                    <a:bodyPr/>
                    <a:lstStyle/>
                    <a:p>
                      <a:pPr algn="ctr">
                        <a:buNone/>
                      </a:pPr>
                      <a:r>
                        <a:rPr lang="es-ES" sz="900">
                          <a:effectLst/>
                          <a:latin typeface="Times New Roman" panose="02020603050405020304" pitchFamily="18" charset="0"/>
                          <a:ea typeface="Times New Roman" panose="02020603050405020304" pitchFamily="18" charset="0"/>
                          <a:cs typeface="Times New Roman" panose="02020603050405020304" pitchFamily="18" charset="0"/>
                        </a:rPr>
                        <a:t>6.00</a:t>
                      </a:r>
                      <a:endParaRPr lang="de-DE" sz="9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noFill/>
                  </a:tcPr>
                </a:tc>
                <a:tc>
                  <a:txBody>
                    <a:bodyPr/>
                    <a:lstStyle/>
                    <a:p>
                      <a:pPr algn="ctr">
                        <a:buNone/>
                      </a:pPr>
                      <a:r>
                        <a:rPr lang="es-ES" sz="900">
                          <a:effectLst/>
                          <a:latin typeface="Times New Roman" panose="02020603050405020304" pitchFamily="18" charset="0"/>
                          <a:ea typeface="Times New Roman" panose="02020603050405020304" pitchFamily="18" charset="0"/>
                          <a:cs typeface="Times New Roman" panose="02020603050405020304" pitchFamily="18" charset="0"/>
                        </a:rPr>
                        <a:t>0.65</a:t>
                      </a:r>
                      <a:endParaRPr lang="de-DE" sz="9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noFill/>
                  </a:tcPr>
                </a:tc>
                <a:tc>
                  <a:txBody>
                    <a:bodyPr/>
                    <a:lstStyle/>
                    <a:p>
                      <a:pPr algn="ctr">
                        <a:buNone/>
                      </a:pPr>
                      <a:r>
                        <a:rPr lang="es-ES" sz="900">
                          <a:effectLst/>
                          <a:latin typeface="Times New Roman" panose="02020603050405020304" pitchFamily="18" charset="0"/>
                          <a:ea typeface="Times New Roman" panose="02020603050405020304" pitchFamily="18" charset="0"/>
                          <a:cs typeface="Times New Roman" panose="02020603050405020304" pitchFamily="18" charset="0"/>
                        </a:rPr>
                        <a:t>4.14</a:t>
                      </a:r>
                      <a:endParaRPr lang="de-DE" sz="9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noFill/>
                  </a:tcPr>
                </a:tc>
                <a:tc>
                  <a:txBody>
                    <a:bodyPr/>
                    <a:lstStyle/>
                    <a:p>
                      <a:pPr algn="ctr">
                        <a:buNone/>
                      </a:pPr>
                      <a:r>
                        <a:rPr lang="es-ES" sz="900">
                          <a:effectLst/>
                          <a:latin typeface="Times New Roman" panose="02020603050405020304" pitchFamily="18" charset="0"/>
                          <a:ea typeface="Times New Roman" panose="02020603050405020304" pitchFamily="18" charset="0"/>
                          <a:cs typeface="Times New Roman" panose="02020603050405020304" pitchFamily="18" charset="0"/>
                        </a:rPr>
                        <a:t>2.00</a:t>
                      </a:r>
                      <a:endParaRPr lang="de-DE" sz="9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noFill/>
                  </a:tcPr>
                </a:tc>
                <a:tc>
                  <a:txBody>
                    <a:bodyPr/>
                    <a:lstStyle/>
                    <a:p>
                      <a:pPr algn="ctr">
                        <a:buNone/>
                      </a:pPr>
                      <a:r>
                        <a:rPr lang="es-ES" sz="900">
                          <a:effectLst/>
                          <a:latin typeface="Times New Roman" panose="02020603050405020304" pitchFamily="18" charset="0"/>
                          <a:ea typeface="Times New Roman" panose="02020603050405020304" pitchFamily="18" charset="0"/>
                          <a:cs typeface="Times New Roman" panose="02020603050405020304" pitchFamily="18" charset="0"/>
                        </a:rPr>
                        <a:t>37.51</a:t>
                      </a:r>
                      <a:endParaRPr lang="de-DE" sz="9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noFill/>
                  </a:tcPr>
                </a:tc>
                <a:extLst>
                  <a:ext uri="{0D108BD9-81ED-4DB2-BD59-A6C34878D82A}">
                    <a16:rowId xmlns:a16="http://schemas.microsoft.com/office/drawing/2014/main" val="3349572378"/>
                  </a:ext>
                </a:extLst>
              </a:tr>
              <a:tr h="185420">
                <a:tc>
                  <a:txBody>
                    <a:bodyPr/>
                    <a:lstStyle/>
                    <a:p>
                      <a:pPr algn="ctr">
                        <a:buNone/>
                      </a:pPr>
                      <a:r>
                        <a:rPr lang="es-ES_tradnl" sz="900" b="0" noProof="1">
                          <a:solidFill>
                            <a:schemeClr val="tx1"/>
                          </a:solidFill>
                          <a:effectLst/>
                          <a:latin typeface="Times New Roman" panose="02020603050405020304" pitchFamily="18" charset="0"/>
                          <a:ea typeface="Times New Roman" panose="02020603050405020304" pitchFamily="18" charset="0"/>
                          <a:cs typeface="Times New Roman" panose="02020603050405020304" pitchFamily="18" charset="0"/>
                        </a:rPr>
                        <a:t>3</a:t>
                      </a:r>
                    </a:p>
                  </a:txBody>
                  <a:tcPr marL="68580" marR="68580" marT="0" marB="0" anchor="ctr">
                    <a:noFill/>
                  </a:tcPr>
                </a:tc>
                <a:tc>
                  <a:txBody>
                    <a:bodyPr/>
                    <a:lstStyle/>
                    <a:p>
                      <a:pPr algn="ctr">
                        <a:buNone/>
                      </a:pPr>
                      <a:r>
                        <a:rPr lang="es-ES_tradnl" sz="900" dirty="0">
                          <a:effectLst/>
                          <a:latin typeface="Times New Roman" panose="02020603050405020304" pitchFamily="18" charset="0"/>
                          <a:ea typeface="Times New Roman" panose="02020603050405020304" pitchFamily="18" charset="0"/>
                          <a:cs typeface="Times New Roman" panose="02020603050405020304" pitchFamily="18" charset="0"/>
                        </a:rPr>
                        <a:t>-90.00</a:t>
                      </a:r>
                    </a:p>
                  </a:txBody>
                  <a:tcPr marL="68580" marR="68580" marT="0" marB="0" anchor="ctr">
                    <a:noFill/>
                  </a:tcPr>
                </a:tc>
                <a:tc>
                  <a:txBody>
                    <a:bodyPr/>
                    <a:lstStyle/>
                    <a:p>
                      <a:pPr algn="ctr">
                        <a:buNone/>
                      </a:pPr>
                      <a:r>
                        <a:rPr lang="es-ES_tradnl" sz="900" dirty="0">
                          <a:effectLst/>
                          <a:latin typeface="Times New Roman" panose="02020603050405020304" pitchFamily="18" charset="0"/>
                          <a:ea typeface="Times New Roman" panose="02020603050405020304" pitchFamily="18" charset="0"/>
                          <a:cs typeface="Times New Roman" panose="02020603050405020304" pitchFamily="18" charset="0"/>
                        </a:rPr>
                        <a:t>-303.04</a:t>
                      </a:r>
                    </a:p>
                  </a:txBody>
                  <a:tcPr marL="68580" marR="68580" marT="0" marB="0" anchor="ctr">
                    <a:noFill/>
                  </a:tcPr>
                </a:tc>
                <a:tc>
                  <a:txBody>
                    <a:bodyPr/>
                    <a:lstStyle/>
                    <a:p>
                      <a:pPr algn="ctr">
                        <a:buNone/>
                      </a:pPr>
                      <a:r>
                        <a:rPr lang="es-ES_tradnl" sz="900" dirty="0">
                          <a:effectLst/>
                          <a:latin typeface="Times New Roman" panose="02020603050405020304" pitchFamily="18" charset="0"/>
                          <a:ea typeface="Times New Roman" panose="02020603050405020304" pitchFamily="18" charset="0"/>
                          <a:cs typeface="Times New Roman" panose="02020603050405020304" pitchFamily="18" charset="0"/>
                        </a:rPr>
                        <a:t>-135.00</a:t>
                      </a:r>
                    </a:p>
                  </a:txBody>
                  <a:tcPr marL="68580" marR="68580" marT="0" marB="0" anchor="ctr">
                    <a:noFill/>
                  </a:tcPr>
                </a:tc>
                <a:tc>
                  <a:txBody>
                    <a:bodyPr/>
                    <a:lstStyle/>
                    <a:p>
                      <a:pPr algn="ctr">
                        <a:buNone/>
                      </a:pPr>
                      <a:r>
                        <a:rPr lang="es-ES_tradnl" sz="900" dirty="0">
                          <a:effectLst/>
                          <a:latin typeface="Times New Roman" panose="02020603050405020304" pitchFamily="18" charset="0"/>
                          <a:ea typeface="Times New Roman" panose="02020603050405020304" pitchFamily="18" charset="0"/>
                          <a:cs typeface="Times New Roman" panose="02020603050405020304" pitchFamily="18" charset="0"/>
                        </a:rPr>
                        <a:t>-300.00</a:t>
                      </a:r>
                    </a:p>
                  </a:txBody>
                  <a:tcPr marL="68580" marR="68580" marT="0" marB="0" anchor="ctr">
                    <a:noFill/>
                  </a:tcPr>
                </a:tc>
                <a:tc>
                  <a:txBody>
                    <a:bodyPr/>
                    <a:lstStyle/>
                    <a:p>
                      <a:pPr algn="ctr">
                        <a:buNone/>
                      </a:pPr>
                      <a:r>
                        <a:rPr lang="es-ES_tradnl" sz="900" dirty="0">
                          <a:effectLst/>
                          <a:latin typeface="Times New Roman" panose="02020603050405020304" pitchFamily="18" charset="0"/>
                          <a:ea typeface="Times New Roman" panose="02020603050405020304" pitchFamily="18" charset="0"/>
                          <a:cs typeface="Times New Roman" panose="02020603050405020304" pitchFamily="18" charset="0"/>
                        </a:rPr>
                        <a:t>6.00</a:t>
                      </a:r>
                    </a:p>
                  </a:txBody>
                  <a:tcPr marL="68580" marR="68580" marT="0" marB="0" anchor="ctr">
                    <a:noFill/>
                  </a:tcPr>
                </a:tc>
                <a:tc>
                  <a:txBody>
                    <a:bodyPr/>
                    <a:lstStyle/>
                    <a:p>
                      <a:pPr algn="ctr">
                        <a:buNone/>
                      </a:pPr>
                      <a:r>
                        <a:rPr lang="es-ES_tradnl" sz="900" dirty="0">
                          <a:effectLst/>
                          <a:latin typeface="Times New Roman" panose="02020603050405020304" pitchFamily="18" charset="0"/>
                          <a:ea typeface="Times New Roman" panose="02020603050405020304" pitchFamily="18" charset="0"/>
                          <a:cs typeface="Times New Roman" panose="02020603050405020304" pitchFamily="18" charset="0"/>
                        </a:rPr>
                        <a:t>11.96</a:t>
                      </a:r>
                    </a:p>
                  </a:txBody>
                  <a:tcPr marL="68580" marR="68580" marT="0" marB="0" anchor="ctr">
                    <a:noFill/>
                  </a:tcPr>
                </a:tc>
                <a:tc>
                  <a:txBody>
                    <a:bodyPr/>
                    <a:lstStyle/>
                    <a:p>
                      <a:pPr algn="ctr">
                        <a:buNone/>
                      </a:pPr>
                      <a:r>
                        <a:rPr lang="es-ES_tradnl" sz="900" dirty="0">
                          <a:effectLst/>
                          <a:latin typeface="Times New Roman" panose="02020603050405020304" pitchFamily="18" charset="0"/>
                          <a:ea typeface="Times New Roman" panose="02020603050405020304" pitchFamily="18" charset="0"/>
                          <a:cs typeface="Times New Roman" panose="02020603050405020304" pitchFamily="18" charset="0"/>
                        </a:rPr>
                        <a:t>71.56</a:t>
                      </a:r>
                    </a:p>
                  </a:txBody>
                  <a:tcPr marL="68580" marR="68580" marT="0" marB="0" anchor="ctr">
                    <a:noFill/>
                  </a:tcPr>
                </a:tc>
                <a:tc>
                  <a:txBody>
                    <a:bodyPr/>
                    <a:lstStyle/>
                    <a:p>
                      <a:pPr algn="ctr">
                        <a:buNone/>
                      </a:pPr>
                      <a:r>
                        <a:rPr lang="es-ES_tradnl" sz="900" dirty="0">
                          <a:effectLst/>
                          <a:latin typeface="Times New Roman" panose="02020603050405020304" pitchFamily="18" charset="0"/>
                          <a:ea typeface="Times New Roman" panose="02020603050405020304" pitchFamily="18" charset="0"/>
                          <a:cs typeface="Times New Roman" panose="02020603050405020304" pitchFamily="18" charset="0"/>
                        </a:rPr>
                        <a:t>352.70</a:t>
                      </a:r>
                    </a:p>
                  </a:txBody>
                  <a:tcPr marL="68580" marR="68580" marT="0" marB="0" anchor="ctr">
                    <a:noFill/>
                  </a:tcPr>
                </a:tc>
                <a:tc>
                  <a:txBody>
                    <a:bodyPr/>
                    <a:lstStyle/>
                    <a:p>
                      <a:pPr algn="ctr">
                        <a:buNone/>
                      </a:pPr>
                      <a:r>
                        <a:rPr lang="es-ES_tradnl" sz="900" dirty="0">
                          <a:effectLst/>
                          <a:latin typeface="Times New Roman" panose="02020603050405020304" pitchFamily="18" charset="0"/>
                          <a:ea typeface="Times New Roman" panose="02020603050405020304" pitchFamily="18" charset="0"/>
                          <a:cs typeface="Times New Roman" panose="02020603050405020304" pitchFamily="18" charset="0"/>
                        </a:rPr>
                        <a:t>127.00</a:t>
                      </a:r>
                    </a:p>
                  </a:txBody>
                  <a:tcPr marL="68580" marR="68580" marT="0" marB="0" anchor="ctr">
                    <a:noFill/>
                  </a:tcPr>
                </a:tc>
                <a:tc>
                  <a:txBody>
                    <a:bodyPr/>
                    <a:lstStyle/>
                    <a:p>
                      <a:pPr algn="ctr">
                        <a:buNone/>
                      </a:pPr>
                      <a:r>
                        <a:rPr lang="es-ES_tradnl" sz="900" dirty="0">
                          <a:effectLst/>
                          <a:latin typeface="Times New Roman" panose="02020603050405020304" pitchFamily="18" charset="0"/>
                          <a:ea typeface="Times New Roman" panose="02020603050405020304" pitchFamily="18" charset="0"/>
                          <a:cs typeface="Times New Roman" panose="02020603050405020304" pitchFamily="18" charset="0"/>
                        </a:rPr>
                        <a:t>10.00</a:t>
                      </a:r>
                    </a:p>
                  </a:txBody>
                  <a:tcPr marL="68580" marR="68580" marT="0" marB="0" anchor="ctr">
                    <a:noFill/>
                  </a:tcPr>
                </a:tc>
                <a:tc>
                  <a:txBody>
                    <a:bodyPr/>
                    <a:lstStyle/>
                    <a:p>
                      <a:pPr algn="ctr">
                        <a:buNone/>
                      </a:pPr>
                      <a:r>
                        <a:rPr lang="es-ES" sz="900">
                          <a:effectLst/>
                          <a:latin typeface="Times New Roman" panose="02020603050405020304" pitchFamily="18" charset="0"/>
                          <a:ea typeface="Times New Roman" panose="02020603050405020304" pitchFamily="18" charset="0"/>
                          <a:cs typeface="Times New Roman" panose="02020603050405020304" pitchFamily="18" charset="0"/>
                        </a:rPr>
                        <a:t>3.30</a:t>
                      </a:r>
                      <a:endParaRPr lang="de-DE" sz="9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noFill/>
                  </a:tcPr>
                </a:tc>
                <a:tc>
                  <a:txBody>
                    <a:bodyPr/>
                    <a:lstStyle/>
                    <a:p>
                      <a:pPr algn="ctr">
                        <a:buNone/>
                      </a:pPr>
                      <a:r>
                        <a:rPr lang="es-ES" sz="900">
                          <a:effectLst/>
                          <a:latin typeface="Times New Roman" panose="02020603050405020304" pitchFamily="18" charset="0"/>
                          <a:ea typeface="Times New Roman" panose="02020603050405020304" pitchFamily="18" charset="0"/>
                          <a:cs typeface="Times New Roman" panose="02020603050405020304" pitchFamily="18" charset="0"/>
                        </a:rPr>
                        <a:t>65.22</a:t>
                      </a:r>
                      <a:endParaRPr lang="de-DE" sz="9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noFill/>
                  </a:tcPr>
                </a:tc>
                <a:tc>
                  <a:txBody>
                    <a:bodyPr/>
                    <a:lstStyle/>
                    <a:p>
                      <a:pPr algn="ctr">
                        <a:buNone/>
                      </a:pPr>
                      <a:r>
                        <a:rPr lang="es-ES" sz="900">
                          <a:effectLst/>
                          <a:latin typeface="Times New Roman" panose="02020603050405020304" pitchFamily="18" charset="0"/>
                          <a:ea typeface="Times New Roman" panose="02020603050405020304" pitchFamily="18" charset="0"/>
                          <a:cs typeface="Times New Roman" panose="02020603050405020304" pitchFamily="18" charset="0"/>
                        </a:rPr>
                        <a:t>12.62</a:t>
                      </a:r>
                      <a:endParaRPr lang="de-DE" sz="9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noFill/>
                  </a:tcPr>
                </a:tc>
                <a:tc>
                  <a:txBody>
                    <a:bodyPr/>
                    <a:lstStyle/>
                    <a:p>
                      <a:pPr algn="ctr">
                        <a:buNone/>
                      </a:pPr>
                      <a:r>
                        <a:rPr lang="es-ES" sz="900">
                          <a:effectLst/>
                          <a:latin typeface="Times New Roman" panose="02020603050405020304" pitchFamily="18" charset="0"/>
                          <a:ea typeface="Times New Roman" panose="02020603050405020304" pitchFamily="18" charset="0"/>
                          <a:cs typeface="Times New Roman" panose="02020603050405020304" pitchFamily="18" charset="0"/>
                        </a:rPr>
                        <a:t>36.89</a:t>
                      </a:r>
                      <a:endParaRPr lang="de-DE" sz="9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noFill/>
                  </a:tcPr>
                </a:tc>
                <a:tc>
                  <a:txBody>
                    <a:bodyPr/>
                    <a:lstStyle/>
                    <a:p>
                      <a:pPr algn="ctr">
                        <a:buNone/>
                      </a:pPr>
                      <a:r>
                        <a:rPr lang="es-ES" sz="900" dirty="0">
                          <a:effectLst/>
                          <a:latin typeface="Times New Roman" panose="02020603050405020304" pitchFamily="18" charset="0"/>
                          <a:ea typeface="Times New Roman" panose="02020603050405020304" pitchFamily="18" charset="0"/>
                          <a:cs typeface="Times New Roman" panose="02020603050405020304" pitchFamily="18" charset="0"/>
                        </a:rPr>
                        <a:t>NaN</a:t>
                      </a:r>
                      <a:endParaRPr lang="de-DE" sz="9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noFill/>
                  </a:tcPr>
                </a:tc>
                <a:extLst>
                  <a:ext uri="{0D108BD9-81ED-4DB2-BD59-A6C34878D82A}">
                    <a16:rowId xmlns:a16="http://schemas.microsoft.com/office/drawing/2014/main" val="1690602423"/>
                  </a:ext>
                </a:extLst>
              </a:tr>
              <a:tr h="185420">
                <a:tc>
                  <a:txBody>
                    <a:bodyPr/>
                    <a:lstStyle/>
                    <a:p>
                      <a:pPr algn="ctr">
                        <a:buNone/>
                      </a:pPr>
                      <a:endParaRPr lang="es-ES_tradnl" sz="900" b="0" noProof="1">
                        <a:solidFill>
                          <a:schemeClr val="tx1"/>
                        </a:solidFill>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nchor="ctr">
                    <a:noFill/>
                  </a:tcPr>
                </a:tc>
                <a:tc>
                  <a:txBody>
                    <a:bodyPr/>
                    <a:lstStyle/>
                    <a:p>
                      <a:pPr algn="ctr">
                        <a:buNone/>
                      </a:pPr>
                      <a:endParaRPr lang="es-ES_tradnl" sz="9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nchor="ctr">
                    <a:noFill/>
                  </a:tcPr>
                </a:tc>
                <a:tc>
                  <a:txBody>
                    <a:bodyPr/>
                    <a:lstStyle/>
                    <a:p>
                      <a:pPr algn="ctr">
                        <a:buNone/>
                      </a:pPr>
                      <a:endParaRPr lang="es-ES_tradnl" sz="9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nchor="ctr">
                    <a:noFill/>
                  </a:tcPr>
                </a:tc>
                <a:tc>
                  <a:txBody>
                    <a:bodyPr/>
                    <a:lstStyle/>
                    <a:p>
                      <a:pPr algn="ctr">
                        <a:buNone/>
                      </a:pPr>
                      <a:endParaRPr lang="es-ES_tradnl" sz="9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nchor="ctr">
                    <a:noFill/>
                  </a:tcPr>
                </a:tc>
                <a:tc>
                  <a:txBody>
                    <a:bodyPr/>
                    <a:lstStyle/>
                    <a:p>
                      <a:pPr algn="ctr">
                        <a:buNone/>
                      </a:pPr>
                      <a:endParaRPr lang="es-ES_tradnl" sz="9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nchor="ctr">
                    <a:noFill/>
                  </a:tcPr>
                </a:tc>
                <a:tc>
                  <a:txBody>
                    <a:bodyPr/>
                    <a:lstStyle/>
                    <a:p>
                      <a:pPr algn="ctr">
                        <a:buNone/>
                      </a:pPr>
                      <a:endParaRPr lang="es-ES_tradnl" sz="9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nchor="ctr">
                    <a:noFill/>
                  </a:tcPr>
                </a:tc>
                <a:tc>
                  <a:txBody>
                    <a:bodyPr/>
                    <a:lstStyle/>
                    <a:p>
                      <a:pPr algn="ctr">
                        <a:buNone/>
                      </a:pPr>
                      <a:endParaRPr lang="es-ES_tradnl" sz="9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nchor="ctr">
                    <a:noFill/>
                  </a:tcPr>
                </a:tc>
                <a:tc>
                  <a:txBody>
                    <a:bodyPr/>
                    <a:lstStyle/>
                    <a:p>
                      <a:pPr algn="ctr">
                        <a:buNone/>
                      </a:pPr>
                      <a:endParaRPr lang="es-ES_tradnl" sz="9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nchor="ctr">
                    <a:noFill/>
                  </a:tcPr>
                </a:tc>
                <a:tc>
                  <a:txBody>
                    <a:bodyPr/>
                    <a:lstStyle/>
                    <a:p>
                      <a:pPr algn="ctr">
                        <a:buNone/>
                      </a:pPr>
                      <a:endParaRPr lang="es-ES_tradnl" sz="9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nchor="ctr">
                    <a:noFill/>
                  </a:tcPr>
                </a:tc>
                <a:tc>
                  <a:txBody>
                    <a:bodyPr/>
                    <a:lstStyle/>
                    <a:p>
                      <a:pPr algn="ctr">
                        <a:buNone/>
                      </a:pPr>
                      <a:endParaRPr lang="es-ES_tradnl" sz="9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nchor="ctr">
                    <a:noFill/>
                  </a:tcPr>
                </a:tc>
                <a:tc>
                  <a:txBody>
                    <a:bodyPr/>
                    <a:lstStyle/>
                    <a:p>
                      <a:pPr algn="ctr">
                        <a:buNone/>
                      </a:pPr>
                      <a:endParaRPr lang="es-ES_tradnl" sz="9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nchor="ctr">
                    <a:noFill/>
                  </a:tcPr>
                </a:tc>
                <a:tc>
                  <a:txBody>
                    <a:bodyPr/>
                    <a:lstStyle/>
                    <a:p>
                      <a:pPr algn="ctr">
                        <a:buNone/>
                      </a:pPr>
                      <a:endParaRPr lang="es-ES_tradnl" sz="9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nchor="ctr">
                    <a:noFill/>
                  </a:tcPr>
                </a:tc>
                <a:tc>
                  <a:txBody>
                    <a:bodyPr/>
                    <a:lstStyle/>
                    <a:p>
                      <a:pPr algn="ctr">
                        <a:buNone/>
                      </a:pPr>
                      <a:endParaRPr lang="es-ES_tradnl" sz="9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nchor="ctr">
                    <a:noFill/>
                  </a:tcPr>
                </a:tc>
                <a:tc>
                  <a:txBody>
                    <a:bodyPr/>
                    <a:lstStyle/>
                    <a:p>
                      <a:pPr algn="ctr">
                        <a:buNone/>
                      </a:pPr>
                      <a:endParaRPr lang="es-ES_tradnl" sz="9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nchor="ctr">
                    <a:noFill/>
                  </a:tcPr>
                </a:tc>
                <a:tc>
                  <a:txBody>
                    <a:bodyPr/>
                    <a:lstStyle/>
                    <a:p>
                      <a:pPr algn="ctr">
                        <a:buNone/>
                      </a:pPr>
                      <a:endParaRPr lang="es-ES_tradnl" sz="9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nchor="ctr">
                    <a:noFill/>
                  </a:tcPr>
                </a:tc>
                <a:tc>
                  <a:txBody>
                    <a:bodyPr/>
                    <a:lstStyle/>
                    <a:p>
                      <a:pPr algn="ctr">
                        <a:buNone/>
                      </a:pPr>
                      <a:endParaRPr lang="es-ES_tradnl" sz="9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nchor="ctr">
                    <a:noFill/>
                  </a:tcPr>
                </a:tc>
                <a:extLst>
                  <a:ext uri="{0D108BD9-81ED-4DB2-BD59-A6C34878D82A}">
                    <a16:rowId xmlns:a16="http://schemas.microsoft.com/office/drawing/2014/main" val="3244040397"/>
                  </a:ext>
                </a:extLst>
              </a:tr>
              <a:tr h="185420">
                <a:tc>
                  <a:txBody>
                    <a:bodyPr/>
                    <a:lstStyle/>
                    <a:p>
                      <a:pPr algn="ctr">
                        <a:buNone/>
                      </a:pPr>
                      <a:endParaRPr lang="es-ES_tradnl" sz="900" b="0" noProof="1">
                        <a:solidFill>
                          <a:schemeClr val="tx1"/>
                        </a:solidFill>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nchor="ctr">
                    <a:lnB w="12700" cap="flat" cmpd="sng" algn="ctr">
                      <a:solidFill>
                        <a:schemeClr val="tx1"/>
                      </a:solidFill>
                      <a:prstDash val="solid"/>
                      <a:round/>
                      <a:headEnd type="none" w="med" len="med"/>
                      <a:tailEnd type="none" w="med" len="med"/>
                    </a:lnB>
                    <a:noFill/>
                  </a:tcPr>
                </a:tc>
                <a:tc>
                  <a:txBody>
                    <a:bodyPr/>
                    <a:lstStyle/>
                    <a:p>
                      <a:pPr algn="ctr">
                        <a:buNone/>
                      </a:pPr>
                      <a:endParaRPr lang="es-ES_tradnl" sz="9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nchor="ctr">
                    <a:lnB w="12700" cap="flat" cmpd="sng" algn="ctr">
                      <a:solidFill>
                        <a:schemeClr val="tx1"/>
                      </a:solidFill>
                      <a:prstDash val="solid"/>
                      <a:round/>
                      <a:headEnd type="none" w="med" len="med"/>
                      <a:tailEnd type="none" w="med" len="med"/>
                    </a:lnB>
                    <a:noFill/>
                  </a:tcPr>
                </a:tc>
                <a:tc>
                  <a:txBody>
                    <a:bodyPr/>
                    <a:lstStyle/>
                    <a:p>
                      <a:pPr algn="ctr">
                        <a:buNone/>
                      </a:pPr>
                      <a:endParaRPr lang="es-ES_tradnl" sz="9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nchor="ctr">
                    <a:lnB w="12700" cap="flat" cmpd="sng" algn="ctr">
                      <a:solidFill>
                        <a:schemeClr val="tx1"/>
                      </a:solidFill>
                      <a:prstDash val="solid"/>
                      <a:round/>
                      <a:headEnd type="none" w="med" len="med"/>
                      <a:tailEnd type="none" w="med" len="med"/>
                    </a:lnB>
                    <a:noFill/>
                  </a:tcPr>
                </a:tc>
                <a:tc>
                  <a:txBody>
                    <a:bodyPr/>
                    <a:lstStyle/>
                    <a:p>
                      <a:pPr algn="ctr">
                        <a:buNone/>
                      </a:pPr>
                      <a:endParaRPr lang="es-ES_tradnl" sz="9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nchor="ctr">
                    <a:lnB w="12700" cap="flat" cmpd="sng" algn="ctr">
                      <a:solidFill>
                        <a:schemeClr val="tx1"/>
                      </a:solidFill>
                      <a:prstDash val="solid"/>
                      <a:round/>
                      <a:headEnd type="none" w="med" len="med"/>
                      <a:tailEnd type="none" w="med" len="med"/>
                    </a:lnB>
                    <a:noFill/>
                  </a:tcPr>
                </a:tc>
                <a:tc>
                  <a:txBody>
                    <a:bodyPr/>
                    <a:lstStyle/>
                    <a:p>
                      <a:pPr algn="ctr">
                        <a:buNone/>
                      </a:pPr>
                      <a:endParaRPr lang="es-ES_tradnl" sz="9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nchor="ctr">
                    <a:lnB w="12700" cap="flat" cmpd="sng" algn="ctr">
                      <a:solidFill>
                        <a:schemeClr val="tx1"/>
                      </a:solidFill>
                      <a:prstDash val="solid"/>
                      <a:round/>
                      <a:headEnd type="none" w="med" len="med"/>
                      <a:tailEnd type="none" w="med" len="med"/>
                    </a:lnB>
                    <a:noFill/>
                  </a:tcPr>
                </a:tc>
                <a:tc>
                  <a:txBody>
                    <a:bodyPr/>
                    <a:lstStyle/>
                    <a:p>
                      <a:pPr algn="ctr">
                        <a:buNone/>
                      </a:pPr>
                      <a:endParaRPr lang="es-ES_tradnl" sz="9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nchor="ctr">
                    <a:lnB w="12700" cap="flat" cmpd="sng" algn="ctr">
                      <a:solidFill>
                        <a:schemeClr val="tx1"/>
                      </a:solidFill>
                      <a:prstDash val="solid"/>
                      <a:round/>
                      <a:headEnd type="none" w="med" len="med"/>
                      <a:tailEnd type="none" w="med" len="med"/>
                    </a:lnB>
                    <a:noFill/>
                  </a:tcPr>
                </a:tc>
                <a:tc>
                  <a:txBody>
                    <a:bodyPr/>
                    <a:lstStyle/>
                    <a:p>
                      <a:pPr algn="ctr">
                        <a:buNone/>
                      </a:pPr>
                      <a:endParaRPr lang="es-ES_tradnl" sz="9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nchor="ctr">
                    <a:lnB w="12700" cap="flat" cmpd="sng" algn="ctr">
                      <a:solidFill>
                        <a:schemeClr val="tx1"/>
                      </a:solidFill>
                      <a:prstDash val="solid"/>
                      <a:round/>
                      <a:headEnd type="none" w="med" len="med"/>
                      <a:tailEnd type="none" w="med" len="med"/>
                    </a:lnB>
                    <a:noFill/>
                  </a:tcPr>
                </a:tc>
                <a:tc>
                  <a:txBody>
                    <a:bodyPr/>
                    <a:lstStyle/>
                    <a:p>
                      <a:pPr algn="ctr">
                        <a:buNone/>
                      </a:pPr>
                      <a:endParaRPr lang="es-ES_tradnl" sz="9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nchor="ctr">
                    <a:lnB w="12700" cap="flat" cmpd="sng" algn="ctr">
                      <a:solidFill>
                        <a:schemeClr val="tx1"/>
                      </a:solidFill>
                      <a:prstDash val="solid"/>
                      <a:round/>
                      <a:headEnd type="none" w="med" len="med"/>
                      <a:tailEnd type="none" w="med" len="med"/>
                    </a:lnB>
                    <a:noFill/>
                  </a:tcPr>
                </a:tc>
                <a:tc>
                  <a:txBody>
                    <a:bodyPr/>
                    <a:lstStyle/>
                    <a:p>
                      <a:pPr algn="ctr">
                        <a:buNone/>
                      </a:pPr>
                      <a:endParaRPr lang="es-ES_tradnl" sz="9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nchor="ctr">
                    <a:lnB w="12700" cap="flat" cmpd="sng" algn="ctr">
                      <a:solidFill>
                        <a:schemeClr val="tx1"/>
                      </a:solidFill>
                      <a:prstDash val="solid"/>
                      <a:round/>
                      <a:headEnd type="none" w="med" len="med"/>
                      <a:tailEnd type="none" w="med" len="med"/>
                    </a:lnB>
                    <a:noFill/>
                  </a:tcPr>
                </a:tc>
                <a:tc>
                  <a:txBody>
                    <a:bodyPr/>
                    <a:lstStyle/>
                    <a:p>
                      <a:pPr algn="ctr">
                        <a:buNone/>
                      </a:pPr>
                      <a:endParaRPr lang="es-ES_tradnl" sz="9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nchor="ctr">
                    <a:lnB w="12700" cap="flat" cmpd="sng" algn="ctr">
                      <a:solidFill>
                        <a:schemeClr val="tx1"/>
                      </a:solidFill>
                      <a:prstDash val="solid"/>
                      <a:round/>
                      <a:headEnd type="none" w="med" len="med"/>
                      <a:tailEnd type="none" w="med" len="med"/>
                    </a:lnB>
                    <a:noFill/>
                  </a:tcPr>
                </a:tc>
                <a:tc>
                  <a:txBody>
                    <a:bodyPr/>
                    <a:lstStyle/>
                    <a:p>
                      <a:pPr algn="ctr">
                        <a:buNone/>
                      </a:pPr>
                      <a:endParaRPr lang="es-ES_tradnl" sz="9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nchor="ctr">
                    <a:lnB w="12700" cap="flat" cmpd="sng" algn="ctr">
                      <a:solidFill>
                        <a:schemeClr val="tx1"/>
                      </a:solidFill>
                      <a:prstDash val="solid"/>
                      <a:round/>
                      <a:headEnd type="none" w="med" len="med"/>
                      <a:tailEnd type="none" w="med" len="med"/>
                    </a:lnB>
                    <a:noFill/>
                  </a:tcPr>
                </a:tc>
                <a:tc>
                  <a:txBody>
                    <a:bodyPr/>
                    <a:lstStyle/>
                    <a:p>
                      <a:pPr algn="ctr">
                        <a:buNone/>
                      </a:pPr>
                      <a:endParaRPr lang="es-ES_tradnl" sz="9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nchor="ctr">
                    <a:lnB w="12700" cap="flat" cmpd="sng" algn="ctr">
                      <a:solidFill>
                        <a:schemeClr val="tx1"/>
                      </a:solidFill>
                      <a:prstDash val="solid"/>
                      <a:round/>
                      <a:headEnd type="none" w="med" len="med"/>
                      <a:tailEnd type="none" w="med" len="med"/>
                    </a:lnB>
                    <a:noFill/>
                  </a:tcPr>
                </a:tc>
                <a:tc>
                  <a:txBody>
                    <a:bodyPr/>
                    <a:lstStyle/>
                    <a:p>
                      <a:pPr algn="ctr">
                        <a:buNone/>
                      </a:pPr>
                      <a:endParaRPr lang="es-ES_tradnl" sz="9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nchor="ctr">
                    <a:lnB w="12700" cap="flat" cmpd="sng" algn="ctr">
                      <a:solidFill>
                        <a:schemeClr val="tx1"/>
                      </a:solidFill>
                      <a:prstDash val="solid"/>
                      <a:round/>
                      <a:headEnd type="none" w="med" len="med"/>
                      <a:tailEnd type="none" w="med" len="med"/>
                    </a:lnB>
                    <a:noFill/>
                  </a:tcPr>
                </a:tc>
                <a:tc>
                  <a:txBody>
                    <a:bodyPr/>
                    <a:lstStyle/>
                    <a:p>
                      <a:pPr algn="ctr">
                        <a:buNone/>
                      </a:pPr>
                      <a:endParaRPr lang="es-ES_tradnl" sz="9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nchor="ctr">
                    <a:lnB w="12700" cap="flat" cmpd="sng" algn="ctr">
                      <a:solidFill>
                        <a:schemeClr val="tx1"/>
                      </a:solidFill>
                      <a:prstDash val="solid"/>
                      <a:round/>
                      <a:headEnd type="none" w="med" len="med"/>
                      <a:tailEnd type="none" w="med" len="med"/>
                    </a:lnB>
                    <a:noFill/>
                  </a:tcPr>
                </a:tc>
                <a:tc>
                  <a:txBody>
                    <a:bodyPr/>
                    <a:lstStyle/>
                    <a:p>
                      <a:pPr algn="ctr">
                        <a:buNone/>
                      </a:pPr>
                      <a:endParaRPr lang="es-ES_tradnl" sz="9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nchor="ctr">
                    <a:lnB w="12700" cap="flat" cmpd="sng" algn="ctr">
                      <a:solidFill>
                        <a:schemeClr val="tx1"/>
                      </a:solidFill>
                      <a:prstDash val="solid"/>
                      <a:round/>
                      <a:headEnd type="none" w="med" len="med"/>
                      <a:tailEnd type="none" w="med" len="med"/>
                    </a:lnB>
                    <a:noFill/>
                  </a:tcPr>
                </a:tc>
                <a:tc>
                  <a:txBody>
                    <a:bodyPr/>
                    <a:lstStyle/>
                    <a:p>
                      <a:pPr algn="ctr">
                        <a:buNone/>
                      </a:pPr>
                      <a:endParaRPr lang="es-ES_tradnl" sz="9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nchor="ctr">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39918356"/>
                  </a:ext>
                </a:extLst>
              </a:tr>
            </a:tbl>
          </a:graphicData>
        </a:graphic>
      </p:graphicFrame>
      <p:sp>
        <p:nvSpPr>
          <p:cNvPr id="8" name="Inhaltsplatzhalter 7">
            <a:extLst>
              <a:ext uri="{FF2B5EF4-FFF2-40B4-BE49-F238E27FC236}">
                <a16:creationId xmlns:a16="http://schemas.microsoft.com/office/drawing/2014/main" id="{0CA9D162-4673-8446-D8AF-5AD71184B90A}"/>
              </a:ext>
            </a:extLst>
          </p:cNvPr>
          <p:cNvSpPr txBox="1">
            <a:spLocks noGrp="1"/>
          </p:cNvSpPr>
          <p:nvPr>
            <p:ph sz="quarter" idx="16"/>
          </p:nvPr>
        </p:nvSpPr>
        <p:spPr>
          <a:xfrm>
            <a:off x="561487" y="2465822"/>
            <a:ext cx="2688490" cy="1865126"/>
          </a:xfrm>
          <a:prstGeom prst="rect">
            <a:avLst/>
          </a:prstGeom>
          <a:noFill/>
        </p:spPr>
        <p:txBody>
          <a:bodyPr wrap="square">
            <a:spAutoFit/>
          </a:bodyPr>
          <a:lstStyle/>
          <a:p>
            <a:pPr algn="l"/>
            <a:r>
              <a:rPr lang="es-ES_tradnl" dirty="0"/>
              <a:t>El sistema mantiene estabilidad en la mayoría de los casos, pero presenta degradaciones severas para condiciones iniciales extremas, incluyendo divergencias y pérdida de seguimiento.</a:t>
            </a:r>
          </a:p>
        </p:txBody>
      </p:sp>
      <p:pic>
        <p:nvPicPr>
          <p:cNvPr id="11" name="Onlinebild-Platzhalter 10">
            <a:extLst>
              <a:ext uri="{FF2B5EF4-FFF2-40B4-BE49-F238E27FC236}">
                <a16:creationId xmlns:a16="http://schemas.microsoft.com/office/drawing/2014/main" id="{47938C51-679B-FD74-B73B-DECFEEC4F7A4}"/>
              </a:ext>
            </a:extLst>
          </p:cNvPr>
          <p:cNvPicPr>
            <a:picLocks noGrp="1" noChangeAspect="1"/>
          </p:cNvPicPr>
          <p:nvPr>
            <p:ph type="clipArt" sz="quarter" idx="15"/>
          </p:nvPr>
        </p:nvPicPr>
        <p:blipFill>
          <a:blip r:embed="rId2"/>
          <a:stretch>
            <a:fillRect/>
          </a:stretch>
        </p:blipFill>
        <p:spPr>
          <a:xfrm>
            <a:off x="3492347" y="2078038"/>
            <a:ext cx="6797407" cy="2505075"/>
          </a:xfrm>
          <a:prstGeom prst="rect">
            <a:avLst/>
          </a:prstGeom>
        </p:spPr>
      </p:pic>
      <p:sp>
        <p:nvSpPr>
          <p:cNvPr id="2" name="Fußzeilenplatzhalter 2">
            <a:extLst>
              <a:ext uri="{FF2B5EF4-FFF2-40B4-BE49-F238E27FC236}">
                <a16:creationId xmlns:a16="http://schemas.microsoft.com/office/drawing/2014/main" id="{3DD6D6A4-B6EB-A62B-B444-AA50E0262C6F}"/>
              </a:ext>
            </a:extLst>
          </p:cNvPr>
          <p:cNvSpPr txBox="1">
            <a:spLocks/>
          </p:cNvSpPr>
          <p:nvPr/>
        </p:nvSpPr>
        <p:spPr>
          <a:xfrm>
            <a:off x="278030" y="6356350"/>
            <a:ext cx="11777612" cy="365125"/>
          </a:xfrm>
          <a:prstGeom prst="rect">
            <a:avLst/>
          </a:prstGeom>
        </p:spPr>
        <p:txBody>
          <a:bodyPr/>
          <a:ls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s-ES_tradnl" sz="900" dirty="0"/>
              <a:t>TFM – Master Inteligencia Artificial – Control Monoarticular aplicado en manipuladores móviles utilizando aprendizaje por refuerzo  –  Ricardo Enrique  Sarabia Palacio</a:t>
            </a:r>
          </a:p>
        </p:txBody>
      </p:sp>
    </p:spTree>
    <p:extLst>
      <p:ext uri="{BB962C8B-B14F-4D97-AF65-F5344CB8AC3E}">
        <p14:creationId xmlns:p14="http://schemas.microsoft.com/office/powerpoint/2010/main" val="269096062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F91E27-A408-A342-4A13-912AB1B5D38E}"/>
            </a:ext>
          </a:extLst>
        </p:cNvPr>
        <p:cNvGrpSpPr/>
        <p:nvPr/>
      </p:nvGrpSpPr>
      <p:grpSpPr>
        <a:xfrm>
          <a:off x="0" y="0"/>
          <a:ext cx="0" cy="0"/>
          <a:chOff x="0" y="0"/>
          <a:chExt cx="0" cy="0"/>
        </a:xfrm>
      </p:grpSpPr>
      <p:sp>
        <p:nvSpPr>
          <p:cNvPr id="3" name="Textplatzhalter 2">
            <a:extLst>
              <a:ext uri="{FF2B5EF4-FFF2-40B4-BE49-F238E27FC236}">
                <a16:creationId xmlns:a16="http://schemas.microsoft.com/office/drawing/2014/main" id="{5DFD816E-508E-B6DB-5DD1-FF6363CCCCC1}"/>
              </a:ext>
            </a:extLst>
          </p:cNvPr>
          <p:cNvSpPr>
            <a:spLocks noGrp="1"/>
          </p:cNvSpPr>
          <p:nvPr>
            <p:ph type="body" sz="quarter" idx="12"/>
          </p:nvPr>
        </p:nvSpPr>
        <p:spPr/>
        <p:txBody>
          <a:bodyPr/>
          <a:lstStyle/>
          <a:p>
            <a:r>
              <a:rPr lang="es-ES_tradnl" noProof="1">
                <a:solidFill>
                  <a:schemeClr val="tx1">
                    <a:lumMod val="75000"/>
                    <a:lumOff val="25000"/>
                  </a:schemeClr>
                </a:solidFill>
              </a:rPr>
              <a:t>Bajo perturbaciones. Retardo de señal</a:t>
            </a:r>
          </a:p>
          <a:p>
            <a:endParaRPr lang="es-ES_tradnl" dirty="0"/>
          </a:p>
        </p:txBody>
      </p:sp>
      <p:sp>
        <p:nvSpPr>
          <p:cNvPr id="11" name="Inhaltsplatzhalter 4">
            <a:extLst>
              <a:ext uri="{FF2B5EF4-FFF2-40B4-BE49-F238E27FC236}">
                <a16:creationId xmlns:a16="http://schemas.microsoft.com/office/drawing/2014/main" id="{FF74EC83-6C52-45CC-D283-6313DCE31BAD}"/>
              </a:ext>
            </a:extLst>
          </p:cNvPr>
          <p:cNvSpPr>
            <a:spLocks noGrp="1"/>
          </p:cNvSpPr>
          <p:nvPr>
            <p:ph sz="quarter" idx="16"/>
          </p:nvPr>
        </p:nvSpPr>
        <p:spPr/>
        <p:txBody>
          <a:bodyPr>
            <a:normAutofit fontScale="92500" lnSpcReduction="10000"/>
          </a:bodyPr>
          <a:lstStyle/>
          <a:p>
            <a:pPr algn="l"/>
            <a:r>
              <a:rPr lang="es-ES_tradnl" b="1" noProof="1">
                <a:solidFill>
                  <a:schemeClr val="tx1">
                    <a:lumMod val="75000"/>
                    <a:lumOff val="25000"/>
                  </a:schemeClr>
                </a:solidFill>
              </a:rPr>
              <a:t>Retardo: (0, 10, 20)[ms]</a:t>
            </a:r>
          </a:p>
          <a:p>
            <a:pPr algn="l"/>
            <a:r>
              <a:rPr lang="es-ES_tradnl" noProof="1">
                <a:solidFill>
                  <a:schemeClr val="tx1">
                    <a:lumMod val="75000"/>
                    <a:lumOff val="25000"/>
                  </a:schemeClr>
                </a:solidFill>
              </a:rPr>
              <a:t>Pitch, Roll =0°, o1ini= 0°, do1ini= 0° </a:t>
            </a:r>
            <a:endParaRPr lang="es-ES_tradnl" dirty="0"/>
          </a:p>
        </p:txBody>
      </p:sp>
      <p:sp>
        <p:nvSpPr>
          <p:cNvPr id="12" name="Inhaltsplatzhalter 1">
            <a:extLst>
              <a:ext uri="{FF2B5EF4-FFF2-40B4-BE49-F238E27FC236}">
                <a16:creationId xmlns:a16="http://schemas.microsoft.com/office/drawing/2014/main" id="{DC368BEA-3ABA-6698-69FB-EF747B4CF771}"/>
              </a:ext>
            </a:extLst>
          </p:cNvPr>
          <p:cNvSpPr>
            <a:spLocks noGrp="1"/>
          </p:cNvSpPr>
          <p:nvPr>
            <p:ph sz="quarter" idx="14"/>
          </p:nvPr>
        </p:nvSpPr>
        <p:spPr>
          <a:xfrm>
            <a:off x="6390198" y="5092979"/>
            <a:ext cx="4858024" cy="977315"/>
          </a:xfrm>
        </p:spPr>
        <p:txBody>
          <a:bodyPr>
            <a:noAutofit/>
          </a:bodyPr>
          <a:lstStyle/>
          <a:p>
            <a:pPr algn="l"/>
            <a:r>
              <a:rPr lang="es-ES_tradnl" dirty="0"/>
              <a:t>El retardo de señal no modifica la forma del RMSE, pero introduce una penalización uniforme en todo el dominio angular.</a:t>
            </a:r>
          </a:p>
          <a:p>
            <a:pPr algn="l">
              <a:lnSpc>
                <a:spcPct val="120000"/>
              </a:lnSpc>
            </a:pPr>
            <a:endParaRPr lang="es-ES_tradnl" dirty="0"/>
          </a:p>
        </p:txBody>
      </p:sp>
      <p:sp>
        <p:nvSpPr>
          <p:cNvPr id="2" name="Fußzeilenplatzhalter 2">
            <a:extLst>
              <a:ext uri="{FF2B5EF4-FFF2-40B4-BE49-F238E27FC236}">
                <a16:creationId xmlns:a16="http://schemas.microsoft.com/office/drawing/2014/main" id="{EB56A803-4988-62B0-8EED-18BA2D6356E5}"/>
              </a:ext>
            </a:extLst>
          </p:cNvPr>
          <p:cNvSpPr txBox="1">
            <a:spLocks/>
          </p:cNvSpPr>
          <p:nvPr/>
        </p:nvSpPr>
        <p:spPr>
          <a:xfrm>
            <a:off x="278030" y="6356350"/>
            <a:ext cx="11777612" cy="365125"/>
          </a:xfrm>
          <a:prstGeom prst="rect">
            <a:avLst/>
          </a:prstGeom>
        </p:spPr>
        <p:txBody>
          <a:bodyPr/>
          <a:ls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s-ES_tradnl" sz="900" dirty="0"/>
              <a:t>TFM – Master Inteligencia Artificial – Control Monoarticular aplicado en manipuladores móviles utilizando aprendizaje por refuerzo  –  Ricardo Enrique  Sarabia Palacio</a:t>
            </a:r>
          </a:p>
        </p:txBody>
      </p:sp>
      <p:pic>
        <p:nvPicPr>
          <p:cNvPr id="6" name="Onlinebild-Platzhalter 5">
            <a:extLst>
              <a:ext uri="{FF2B5EF4-FFF2-40B4-BE49-F238E27FC236}">
                <a16:creationId xmlns:a16="http://schemas.microsoft.com/office/drawing/2014/main" id="{B886FADF-E1AC-7BDB-DB26-087E620279E2}"/>
              </a:ext>
            </a:extLst>
          </p:cNvPr>
          <p:cNvPicPr>
            <a:picLocks noGrp="1" noChangeAspect="1"/>
          </p:cNvPicPr>
          <p:nvPr>
            <p:ph type="clipArt" sz="quarter" idx="15"/>
          </p:nvPr>
        </p:nvPicPr>
        <p:blipFill>
          <a:blip r:embed="rId2"/>
          <a:stretch>
            <a:fillRect/>
          </a:stretch>
        </p:blipFill>
        <p:spPr>
          <a:xfrm>
            <a:off x="639591" y="2151063"/>
            <a:ext cx="5127968" cy="4008437"/>
          </a:xfrm>
          <a:prstGeom prst="rect">
            <a:avLst/>
          </a:prstGeom>
        </p:spPr>
      </p:pic>
    </p:spTree>
    <p:extLst>
      <p:ext uri="{BB962C8B-B14F-4D97-AF65-F5344CB8AC3E}">
        <p14:creationId xmlns:p14="http://schemas.microsoft.com/office/powerpoint/2010/main" val="205086316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004746-6293-2B40-6EB1-0A172B866E22}"/>
            </a:ext>
          </a:extLst>
        </p:cNvPr>
        <p:cNvGrpSpPr/>
        <p:nvPr/>
      </p:nvGrpSpPr>
      <p:grpSpPr>
        <a:xfrm>
          <a:off x="0" y="0"/>
          <a:ext cx="0" cy="0"/>
          <a:chOff x="0" y="0"/>
          <a:chExt cx="0" cy="0"/>
        </a:xfrm>
      </p:grpSpPr>
      <p:sp>
        <p:nvSpPr>
          <p:cNvPr id="3" name="Textplatzhalter 2">
            <a:extLst>
              <a:ext uri="{FF2B5EF4-FFF2-40B4-BE49-F238E27FC236}">
                <a16:creationId xmlns:a16="http://schemas.microsoft.com/office/drawing/2014/main" id="{C57E60FD-05A5-FA2C-2297-DDEDE95AECA9}"/>
              </a:ext>
            </a:extLst>
          </p:cNvPr>
          <p:cNvSpPr>
            <a:spLocks noGrp="1"/>
          </p:cNvSpPr>
          <p:nvPr>
            <p:ph type="body" sz="quarter" idx="12"/>
          </p:nvPr>
        </p:nvSpPr>
        <p:spPr/>
        <p:txBody>
          <a:bodyPr/>
          <a:lstStyle/>
          <a:p>
            <a:r>
              <a:rPr lang="es-ES_tradnl" noProof="1">
                <a:solidFill>
                  <a:schemeClr val="tx1">
                    <a:lumMod val="75000"/>
                    <a:lumOff val="25000"/>
                  </a:schemeClr>
                </a:solidFill>
              </a:rPr>
              <a:t>Bajo perturbaciones. Retardo de señal. o1sp=45°</a:t>
            </a:r>
          </a:p>
          <a:p>
            <a:endParaRPr lang="es-ES_tradnl" dirty="0"/>
          </a:p>
        </p:txBody>
      </p:sp>
      <p:graphicFrame>
        <p:nvGraphicFramePr>
          <p:cNvPr id="7" name="Inhaltsplatzhalter 5">
            <a:extLst>
              <a:ext uri="{FF2B5EF4-FFF2-40B4-BE49-F238E27FC236}">
                <a16:creationId xmlns:a16="http://schemas.microsoft.com/office/drawing/2014/main" id="{91BE199A-4078-101C-5DCD-2FE238497248}"/>
              </a:ext>
            </a:extLst>
          </p:cNvPr>
          <p:cNvGraphicFramePr>
            <a:graphicFrameLocks noGrp="1"/>
          </p:cNvGraphicFramePr>
          <p:nvPr>
            <p:ph sz="quarter" idx="14"/>
            <p:extLst>
              <p:ext uri="{D42A27DB-BD31-4B8C-83A1-F6EECF244321}">
                <p14:modId xmlns:p14="http://schemas.microsoft.com/office/powerpoint/2010/main" val="3571296461"/>
              </p:ext>
            </p:extLst>
          </p:nvPr>
        </p:nvGraphicFramePr>
        <p:xfrm>
          <a:off x="561487" y="4734401"/>
          <a:ext cx="10532960" cy="1210945"/>
        </p:xfrm>
        <a:graphic>
          <a:graphicData uri="http://schemas.openxmlformats.org/drawingml/2006/table">
            <a:tbl>
              <a:tblPr firstRow="1" firstCol="1" bandRow="1">
                <a:tableStyleId>{5C22544A-7EE6-4342-B048-85BDC9FD1C3A}</a:tableStyleId>
              </a:tblPr>
              <a:tblGrid>
                <a:gridCol w="536839">
                  <a:extLst>
                    <a:ext uri="{9D8B030D-6E8A-4147-A177-3AD203B41FA5}">
                      <a16:colId xmlns:a16="http://schemas.microsoft.com/office/drawing/2014/main" val="824630556"/>
                    </a:ext>
                  </a:extLst>
                </a:gridCol>
                <a:gridCol w="538332">
                  <a:extLst>
                    <a:ext uri="{9D8B030D-6E8A-4147-A177-3AD203B41FA5}">
                      <a16:colId xmlns:a16="http://schemas.microsoft.com/office/drawing/2014/main" val="469466284"/>
                    </a:ext>
                  </a:extLst>
                </a:gridCol>
                <a:gridCol w="865365">
                  <a:extLst>
                    <a:ext uri="{9D8B030D-6E8A-4147-A177-3AD203B41FA5}">
                      <a16:colId xmlns:a16="http://schemas.microsoft.com/office/drawing/2014/main" val="4121467693"/>
                    </a:ext>
                  </a:extLst>
                </a:gridCol>
                <a:gridCol w="823553">
                  <a:extLst>
                    <a:ext uri="{9D8B030D-6E8A-4147-A177-3AD203B41FA5}">
                      <a16:colId xmlns:a16="http://schemas.microsoft.com/office/drawing/2014/main" val="4078333586"/>
                    </a:ext>
                  </a:extLst>
                </a:gridCol>
                <a:gridCol w="728729">
                  <a:extLst>
                    <a:ext uri="{9D8B030D-6E8A-4147-A177-3AD203B41FA5}">
                      <a16:colId xmlns:a16="http://schemas.microsoft.com/office/drawing/2014/main" val="2383919902"/>
                    </a:ext>
                  </a:extLst>
                </a:gridCol>
                <a:gridCol w="644357">
                  <a:extLst>
                    <a:ext uri="{9D8B030D-6E8A-4147-A177-3AD203B41FA5}">
                      <a16:colId xmlns:a16="http://schemas.microsoft.com/office/drawing/2014/main" val="4156923515"/>
                    </a:ext>
                  </a:extLst>
                </a:gridCol>
                <a:gridCol w="757101">
                  <a:extLst>
                    <a:ext uri="{9D8B030D-6E8A-4147-A177-3AD203B41FA5}">
                      <a16:colId xmlns:a16="http://schemas.microsoft.com/office/drawing/2014/main" val="1749238962"/>
                    </a:ext>
                  </a:extLst>
                </a:gridCol>
                <a:gridCol w="752620">
                  <a:extLst>
                    <a:ext uri="{9D8B030D-6E8A-4147-A177-3AD203B41FA5}">
                      <a16:colId xmlns:a16="http://schemas.microsoft.com/office/drawing/2014/main" val="2536129472"/>
                    </a:ext>
                  </a:extLst>
                </a:gridCol>
                <a:gridCol w="621958">
                  <a:extLst>
                    <a:ext uri="{9D8B030D-6E8A-4147-A177-3AD203B41FA5}">
                      <a16:colId xmlns:a16="http://schemas.microsoft.com/office/drawing/2014/main" val="2431686169"/>
                    </a:ext>
                  </a:extLst>
                </a:gridCol>
                <a:gridCol w="477855">
                  <a:extLst>
                    <a:ext uri="{9D8B030D-6E8A-4147-A177-3AD203B41FA5}">
                      <a16:colId xmlns:a16="http://schemas.microsoft.com/office/drawing/2014/main" val="3755756144"/>
                    </a:ext>
                  </a:extLst>
                </a:gridCol>
                <a:gridCol w="453962">
                  <a:extLst>
                    <a:ext uri="{9D8B030D-6E8A-4147-A177-3AD203B41FA5}">
                      <a16:colId xmlns:a16="http://schemas.microsoft.com/office/drawing/2014/main" val="3926235026"/>
                    </a:ext>
                  </a:extLst>
                </a:gridCol>
                <a:gridCol w="682435">
                  <a:extLst>
                    <a:ext uri="{9D8B030D-6E8A-4147-A177-3AD203B41FA5}">
                      <a16:colId xmlns:a16="http://schemas.microsoft.com/office/drawing/2014/main" val="3826450058"/>
                    </a:ext>
                  </a:extLst>
                </a:gridCol>
                <a:gridCol w="617479">
                  <a:extLst>
                    <a:ext uri="{9D8B030D-6E8A-4147-A177-3AD203B41FA5}">
                      <a16:colId xmlns:a16="http://schemas.microsoft.com/office/drawing/2014/main" val="2782763862"/>
                    </a:ext>
                  </a:extLst>
                </a:gridCol>
                <a:gridCol w="821312">
                  <a:extLst>
                    <a:ext uri="{9D8B030D-6E8A-4147-A177-3AD203B41FA5}">
                      <a16:colId xmlns:a16="http://schemas.microsoft.com/office/drawing/2014/main" val="4235403215"/>
                    </a:ext>
                  </a:extLst>
                </a:gridCol>
                <a:gridCol w="621958">
                  <a:extLst>
                    <a:ext uri="{9D8B030D-6E8A-4147-A177-3AD203B41FA5}">
                      <a16:colId xmlns:a16="http://schemas.microsoft.com/office/drawing/2014/main" val="2153124820"/>
                    </a:ext>
                  </a:extLst>
                </a:gridCol>
                <a:gridCol w="589105">
                  <a:extLst>
                    <a:ext uri="{9D8B030D-6E8A-4147-A177-3AD203B41FA5}">
                      <a16:colId xmlns:a16="http://schemas.microsoft.com/office/drawing/2014/main" val="3601810853"/>
                    </a:ext>
                  </a:extLst>
                </a:gridCol>
              </a:tblGrid>
              <a:tr h="185420">
                <a:tc>
                  <a:txBody>
                    <a:bodyPr/>
                    <a:lstStyle/>
                    <a:p>
                      <a:pPr algn="ctr">
                        <a:buNone/>
                      </a:pPr>
                      <a:r>
                        <a:rPr lang="es-ES_tradnl" sz="900" noProof="1">
                          <a:solidFill>
                            <a:schemeClr val="tx1"/>
                          </a:solidFill>
                          <a:effectLst/>
                          <a:latin typeface="Times New Roman" panose="02020603050405020304" pitchFamily="18" charset="0"/>
                          <a:cs typeface="Times New Roman" panose="02020603050405020304" pitchFamily="18" charset="0"/>
                        </a:rPr>
                        <a:t>Rank</a:t>
                      </a:r>
                      <a:endParaRPr lang="es-ES_tradnl" sz="900" noProof="1">
                        <a:solidFill>
                          <a:schemeClr val="tx1"/>
                        </a:solidFill>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s-ES_tradnl" sz="900" noProof="1">
                          <a:solidFill>
                            <a:schemeClr val="tx1"/>
                          </a:solidFill>
                          <a:effectLst/>
                          <a:latin typeface="Times New Roman" panose="02020603050405020304" pitchFamily="18" charset="0"/>
                          <a:cs typeface="Times New Roman" panose="02020603050405020304" pitchFamily="18" charset="0"/>
                        </a:rPr>
                        <a:t>Sweep Val</a:t>
                      </a:r>
                      <a:endParaRPr lang="es-ES_tradnl" sz="900" noProof="1">
                        <a:solidFill>
                          <a:schemeClr val="tx1"/>
                        </a:solidFill>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s-ES_tradnl" sz="900" noProof="1">
                          <a:solidFill>
                            <a:schemeClr val="tx1"/>
                          </a:solidFill>
                          <a:effectLst/>
                          <a:latin typeface="Times New Roman" panose="02020603050405020304" pitchFamily="18" charset="0"/>
                          <a:cs typeface="Times New Roman" panose="02020603050405020304" pitchFamily="18" charset="0"/>
                        </a:rPr>
                        <a:t>O1_final</a:t>
                      </a:r>
                      <a:endParaRPr lang="es-ES_tradnl" sz="900" noProof="1">
                        <a:solidFill>
                          <a:schemeClr val="tx1"/>
                        </a:solidFill>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50000"/>
                        </a:lnSpc>
                        <a:buNone/>
                      </a:pPr>
                      <a:r>
                        <a:rPr lang="es-ES_tradnl" sz="900" noProof="1">
                          <a:solidFill>
                            <a:schemeClr val="tx1"/>
                          </a:solidFill>
                          <a:effectLst/>
                          <a:latin typeface="Times New Roman" panose="02020603050405020304" pitchFamily="18" charset="0"/>
                          <a:cs typeface="Times New Roman" panose="02020603050405020304" pitchFamily="18" charset="0"/>
                        </a:rPr>
                        <a:t>Mp [°]</a:t>
                      </a:r>
                      <a:endParaRPr lang="es-ES_tradnl" sz="900" noProof="1">
                        <a:solidFill>
                          <a:schemeClr val="tx1"/>
                        </a:solidFill>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s-ES_tradnl" sz="900" noProof="1">
                          <a:solidFill>
                            <a:schemeClr val="tx1"/>
                          </a:solidFill>
                          <a:effectLst/>
                          <a:latin typeface="Times New Roman" panose="02020603050405020304" pitchFamily="18" charset="0"/>
                          <a:cs typeface="Times New Roman" panose="02020603050405020304" pitchFamily="18" charset="0"/>
                        </a:rPr>
                        <a:t>Mp[%]</a:t>
                      </a:r>
                      <a:endParaRPr lang="es-ES_tradnl" sz="900" noProof="1">
                        <a:solidFill>
                          <a:schemeClr val="tx1"/>
                        </a:solidFill>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50000"/>
                        </a:lnSpc>
                        <a:buNone/>
                      </a:pPr>
                      <a:r>
                        <a:rPr lang="es-ES_tradnl" sz="900" noProof="1">
                          <a:solidFill>
                            <a:schemeClr val="tx1"/>
                          </a:solidFill>
                          <a:effectLst/>
                          <a:latin typeface="Times New Roman" panose="02020603050405020304" pitchFamily="18" charset="0"/>
                          <a:cs typeface="Times New Roman" panose="02020603050405020304" pitchFamily="18" charset="0"/>
                        </a:rPr>
                        <a:t>T[s]</a:t>
                      </a:r>
                      <a:endParaRPr lang="es-ES_tradnl" sz="900" noProof="1">
                        <a:solidFill>
                          <a:schemeClr val="tx1"/>
                        </a:solidFill>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50000"/>
                        </a:lnSpc>
                        <a:buNone/>
                      </a:pPr>
                      <a:r>
                        <a:rPr lang="es-ES_tradnl" sz="900" noProof="1">
                          <a:solidFill>
                            <a:schemeClr val="tx1"/>
                          </a:solidFill>
                          <a:effectLst/>
                          <a:latin typeface="Times New Roman" panose="02020603050405020304" pitchFamily="18" charset="0"/>
                          <a:cs typeface="Times New Roman" panose="02020603050405020304" pitchFamily="18" charset="0"/>
                        </a:rPr>
                        <a:t>e_ss_abs[°]</a:t>
                      </a:r>
                      <a:endParaRPr lang="es-ES_tradnl" sz="900" noProof="1">
                        <a:solidFill>
                          <a:schemeClr val="tx1"/>
                        </a:solidFill>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s-ES_tradnl" sz="900" noProof="1">
                          <a:solidFill>
                            <a:schemeClr val="tx1"/>
                          </a:solidFill>
                          <a:effectLst/>
                          <a:latin typeface="Times New Roman" panose="02020603050405020304" pitchFamily="18" charset="0"/>
                          <a:cs typeface="Times New Roman" panose="02020603050405020304" pitchFamily="18" charset="0"/>
                        </a:rPr>
                        <a:t>RMSE[°]</a:t>
                      </a:r>
                      <a:endParaRPr lang="es-ES_tradnl" sz="900" noProof="1">
                        <a:solidFill>
                          <a:schemeClr val="tx1"/>
                        </a:solidFill>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s-ES_tradnl" sz="900" noProof="1">
                          <a:solidFill>
                            <a:schemeClr val="tx1"/>
                          </a:solidFill>
                          <a:effectLst/>
                          <a:latin typeface="Times New Roman" panose="02020603050405020304" pitchFamily="18" charset="0"/>
                          <a:cs typeface="Times New Roman" panose="02020603050405020304" pitchFamily="18" charset="0"/>
                        </a:rPr>
                        <a:t>ITAE[°s]</a:t>
                      </a:r>
                      <a:endParaRPr lang="es-ES_tradnl" sz="900" noProof="1">
                        <a:solidFill>
                          <a:schemeClr val="tx1"/>
                        </a:solidFill>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s-ES_tradnl" sz="900" noProof="1">
                          <a:solidFill>
                            <a:schemeClr val="tx1"/>
                          </a:solidFill>
                          <a:effectLst/>
                          <a:latin typeface="Times New Roman" panose="02020603050405020304" pitchFamily="18" charset="0"/>
                          <a:cs typeface="Times New Roman" panose="02020603050405020304" pitchFamily="18" charset="0"/>
                        </a:rPr>
                        <a:t>Tr[s]</a:t>
                      </a:r>
                      <a:endParaRPr lang="es-ES_tradnl" sz="900" noProof="1">
                        <a:solidFill>
                          <a:schemeClr val="tx1"/>
                        </a:solidFill>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s-ES_tradnl" sz="900" noProof="1">
                          <a:solidFill>
                            <a:schemeClr val="tx1"/>
                          </a:solidFill>
                          <a:effectLst/>
                          <a:latin typeface="Times New Roman" panose="02020603050405020304" pitchFamily="18" charset="0"/>
                          <a:cs typeface="Times New Roman" panose="02020603050405020304" pitchFamily="18" charset="0"/>
                        </a:rPr>
                        <a:t>Iosc</a:t>
                      </a:r>
                      <a:endParaRPr lang="es-ES_tradnl" sz="900" noProof="1">
                        <a:solidFill>
                          <a:schemeClr val="tx1"/>
                        </a:solidFill>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s-ES_tradnl" sz="900" noProof="1">
                          <a:solidFill>
                            <a:schemeClr val="tx1"/>
                          </a:solidFill>
                          <a:effectLst/>
                          <a:latin typeface="Times New Roman" panose="02020603050405020304" pitchFamily="18" charset="0"/>
                          <a:cs typeface="Times New Roman" panose="02020603050405020304" pitchFamily="18" charset="0"/>
                        </a:rPr>
                        <a:t>U_peak</a:t>
                      </a:r>
                      <a:endParaRPr lang="es-ES_tradnl" sz="900" noProof="1">
                        <a:solidFill>
                          <a:schemeClr val="tx1"/>
                        </a:solidFill>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s-ES_tradnl" sz="900" noProof="1">
                          <a:solidFill>
                            <a:schemeClr val="tx1"/>
                          </a:solidFill>
                          <a:effectLst/>
                          <a:latin typeface="Times New Roman" panose="02020603050405020304" pitchFamily="18" charset="0"/>
                          <a:cs typeface="Times New Roman" panose="02020603050405020304" pitchFamily="18" charset="0"/>
                        </a:rPr>
                        <a:t>U_rms</a:t>
                      </a:r>
                      <a:endParaRPr lang="es-ES_tradnl" sz="900" noProof="1">
                        <a:solidFill>
                          <a:schemeClr val="tx1"/>
                        </a:solidFill>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s-ES_tradnl" sz="900" noProof="1">
                          <a:solidFill>
                            <a:schemeClr val="tx1"/>
                          </a:solidFill>
                          <a:effectLst/>
                          <a:latin typeface="Times New Roman" panose="02020603050405020304" pitchFamily="18" charset="0"/>
                          <a:cs typeface="Times New Roman" panose="02020603050405020304" pitchFamily="18" charset="0"/>
                        </a:rPr>
                        <a:t>U_energy</a:t>
                      </a:r>
                      <a:endParaRPr lang="es-ES_tradnl" sz="900" noProof="1">
                        <a:solidFill>
                          <a:schemeClr val="tx1"/>
                        </a:solidFill>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s-ES_tradnl" sz="900" noProof="1">
                          <a:solidFill>
                            <a:schemeClr val="tx1"/>
                          </a:solidFill>
                          <a:effectLst/>
                          <a:latin typeface="Times New Roman" panose="02020603050405020304" pitchFamily="18" charset="0"/>
                          <a:cs typeface="Times New Roman" panose="02020603050405020304" pitchFamily="18" charset="0"/>
                        </a:rPr>
                        <a:t>U_abs</a:t>
                      </a:r>
                      <a:endParaRPr lang="es-ES_tradnl" sz="900" noProof="1">
                        <a:solidFill>
                          <a:schemeClr val="tx1"/>
                        </a:solidFill>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s-ES_tradnl" sz="900" noProof="1">
                          <a:solidFill>
                            <a:schemeClr val="tx1"/>
                          </a:solidFill>
                          <a:effectLst/>
                          <a:latin typeface="Times New Roman" panose="02020603050405020304" pitchFamily="18" charset="0"/>
                          <a:cs typeface="Times New Roman" panose="02020603050405020304" pitchFamily="18" charset="0"/>
                        </a:rPr>
                        <a:t>U_TV</a:t>
                      </a:r>
                      <a:endParaRPr lang="es-ES_tradnl" sz="900" noProof="1">
                        <a:solidFill>
                          <a:schemeClr val="tx1"/>
                        </a:solidFill>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892367217"/>
                  </a:ext>
                </a:extLst>
              </a:tr>
              <a:tr h="194945">
                <a:tc>
                  <a:txBody>
                    <a:bodyPr/>
                    <a:lstStyle/>
                    <a:p>
                      <a:pPr algn="ctr">
                        <a:buNone/>
                      </a:pPr>
                      <a:r>
                        <a:rPr lang="es-ES_tradnl" sz="900" b="0" noProof="1">
                          <a:solidFill>
                            <a:schemeClr val="tx1"/>
                          </a:solidFill>
                          <a:effectLst/>
                          <a:latin typeface="Times New Roman" panose="02020603050405020304" pitchFamily="18" charset="0"/>
                          <a:cs typeface="Times New Roman" panose="02020603050405020304" pitchFamily="18" charset="0"/>
                        </a:rPr>
                        <a:t>1</a:t>
                      </a:r>
                      <a:endParaRPr lang="es-ES_tradnl" sz="900" b="0" noProof="1">
                        <a:solidFill>
                          <a:schemeClr val="tx1"/>
                        </a:solidFill>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nchor="ctr">
                    <a:lnT w="12700" cap="flat" cmpd="sng" algn="ctr">
                      <a:solidFill>
                        <a:schemeClr val="tx1"/>
                      </a:solidFill>
                      <a:prstDash val="solid"/>
                      <a:round/>
                      <a:headEnd type="none" w="med" len="med"/>
                      <a:tailEnd type="none" w="med" len="med"/>
                    </a:lnT>
                    <a:noFill/>
                  </a:tcPr>
                </a:tc>
                <a:tc>
                  <a:txBody>
                    <a:bodyPr/>
                    <a:lstStyle/>
                    <a:p>
                      <a:pPr algn="ctr">
                        <a:buNone/>
                      </a:pPr>
                      <a:r>
                        <a:rPr lang="es-ES_tradnl" sz="900" dirty="0">
                          <a:effectLst/>
                          <a:latin typeface="Times New Roman" panose="02020603050405020304" pitchFamily="18" charset="0"/>
                          <a:ea typeface="Times New Roman" panose="02020603050405020304" pitchFamily="18" charset="0"/>
                          <a:cs typeface="Times New Roman" panose="02020603050405020304" pitchFamily="18" charset="0"/>
                        </a:rPr>
                        <a:t>0.00</a:t>
                      </a:r>
                    </a:p>
                  </a:txBody>
                  <a:tcPr marL="68580" marR="68580" marT="0" marB="0" anchor="ctr">
                    <a:lnT w="12700" cap="flat" cmpd="sng" algn="ctr">
                      <a:solidFill>
                        <a:schemeClr val="tx1"/>
                      </a:solidFill>
                      <a:prstDash val="solid"/>
                      <a:round/>
                      <a:headEnd type="none" w="med" len="med"/>
                      <a:tailEnd type="none" w="med" len="med"/>
                    </a:lnT>
                    <a:noFill/>
                  </a:tcPr>
                </a:tc>
                <a:tc>
                  <a:txBody>
                    <a:bodyPr/>
                    <a:lstStyle/>
                    <a:p>
                      <a:pPr algn="ctr">
                        <a:buNone/>
                      </a:pPr>
                      <a:r>
                        <a:rPr lang="es-ES_tradnl" sz="900" dirty="0">
                          <a:effectLst/>
                          <a:latin typeface="Times New Roman" panose="02020603050405020304" pitchFamily="18" charset="0"/>
                          <a:ea typeface="Times New Roman" panose="02020603050405020304" pitchFamily="18" charset="0"/>
                          <a:cs typeface="Times New Roman" panose="02020603050405020304" pitchFamily="18" charset="0"/>
                        </a:rPr>
                        <a:t>56.28</a:t>
                      </a:r>
                    </a:p>
                  </a:txBody>
                  <a:tcPr marL="68580" marR="68580" marT="0" marB="0" anchor="ctr">
                    <a:lnT w="12700" cap="flat" cmpd="sng" algn="ctr">
                      <a:solidFill>
                        <a:schemeClr val="tx1"/>
                      </a:solidFill>
                      <a:prstDash val="solid"/>
                      <a:round/>
                      <a:headEnd type="none" w="med" len="med"/>
                      <a:tailEnd type="none" w="med" len="med"/>
                    </a:lnT>
                    <a:noFill/>
                  </a:tcPr>
                </a:tc>
                <a:tc>
                  <a:txBody>
                    <a:bodyPr/>
                    <a:lstStyle/>
                    <a:p>
                      <a:pPr algn="ctr">
                        <a:buNone/>
                      </a:pPr>
                      <a:r>
                        <a:rPr lang="es-ES_tradnl" sz="900" dirty="0">
                          <a:effectLst/>
                          <a:latin typeface="Times New Roman" panose="02020603050405020304" pitchFamily="18" charset="0"/>
                          <a:ea typeface="Times New Roman" panose="02020603050405020304" pitchFamily="18" charset="0"/>
                          <a:cs typeface="Times New Roman" panose="02020603050405020304" pitchFamily="18" charset="0"/>
                        </a:rPr>
                        <a:t>17.54</a:t>
                      </a:r>
                    </a:p>
                  </a:txBody>
                  <a:tcPr marL="68580" marR="68580" marT="0" marB="0" anchor="ctr">
                    <a:lnT w="12700" cap="flat" cmpd="sng" algn="ctr">
                      <a:solidFill>
                        <a:schemeClr val="tx1"/>
                      </a:solidFill>
                      <a:prstDash val="solid"/>
                      <a:round/>
                      <a:headEnd type="none" w="med" len="med"/>
                      <a:tailEnd type="none" w="med" len="med"/>
                    </a:lnT>
                    <a:noFill/>
                  </a:tcPr>
                </a:tc>
                <a:tc>
                  <a:txBody>
                    <a:bodyPr/>
                    <a:lstStyle/>
                    <a:p>
                      <a:pPr algn="ctr">
                        <a:buNone/>
                      </a:pPr>
                      <a:r>
                        <a:rPr lang="es-ES_tradnl" sz="900" dirty="0">
                          <a:effectLst/>
                          <a:latin typeface="Times New Roman" panose="02020603050405020304" pitchFamily="18" charset="0"/>
                          <a:ea typeface="Times New Roman" panose="02020603050405020304" pitchFamily="18" charset="0"/>
                          <a:cs typeface="Times New Roman" panose="02020603050405020304" pitchFamily="18" charset="0"/>
                        </a:rPr>
                        <a:t>38.97</a:t>
                      </a:r>
                    </a:p>
                  </a:txBody>
                  <a:tcPr marL="68580" marR="68580" marT="0" marB="0" anchor="ctr">
                    <a:lnT w="12700" cap="flat" cmpd="sng" algn="ctr">
                      <a:solidFill>
                        <a:schemeClr val="tx1"/>
                      </a:solidFill>
                      <a:prstDash val="solid"/>
                      <a:round/>
                      <a:headEnd type="none" w="med" len="med"/>
                      <a:tailEnd type="none" w="med" len="med"/>
                    </a:lnT>
                    <a:noFill/>
                  </a:tcPr>
                </a:tc>
                <a:tc>
                  <a:txBody>
                    <a:bodyPr/>
                    <a:lstStyle/>
                    <a:p>
                      <a:pPr algn="ctr">
                        <a:buNone/>
                      </a:pPr>
                      <a:r>
                        <a:rPr lang="es-ES_tradnl" sz="900" dirty="0">
                          <a:effectLst/>
                          <a:latin typeface="Times New Roman" panose="02020603050405020304" pitchFamily="18" charset="0"/>
                          <a:ea typeface="Times New Roman" panose="02020603050405020304" pitchFamily="18" charset="0"/>
                          <a:cs typeface="Times New Roman" panose="02020603050405020304" pitchFamily="18" charset="0"/>
                        </a:rPr>
                        <a:t>6.00</a:t>
                      </a:r>
                    </a:p>
                  </a:txBody>
                  <a:tcPr marL="68580" marR="68580" marT="0" marB="0" anchor="ctr">
                    <a:lnT w="12700" cap="flat" cmpd="sng" algn="ctr">
                      <a:solidFill>
                        <a:schemeClr val="tx1"/>
                      </a:solidFill>
                      <a:prstDash val="solid"/>
                      <a:round/>
                      <a:headEnd type="none" w="med" len="med"/>
                      <a:tailEnd type="none" w="med" len="med"/>
                    </a:lnT>
                    <a:noFill/>
                  </a:tcPr>
                </a:tc>
                <a:tc>
                  <a:txBody>
                    <a:bodyPr/>
                    <a:lstStyle/>
                    <a:p>
                      <a:pPr algn="ctr">
                        <a:buNone/>
                      </a:pPr>
                      <a:r>
                        <a:rPr lang="es-ES_tradnl" sz="900" dirty="0">
                          <a:effectLst/>
                          <a:latin typeface="Times New Roman" panose="02020603050405020304" pitchFamily="18" charset="0"/>
                          <a:ea typeface="Times New Roman" panose="02020603050405020304" pitchFamily="18" charset="0"/>
                          <a:cs typeface="Times New Roman" panose="02020603050405020304" pitchFamily="18" charset="0"/>
                        </a:rPr>
                        <a:t>11.28</a:t>
                      </a:r>
                    </a:p>
                  </a:txBody>
                  <a:tcPr marL="68580" marR="68580" marT="0" marB="0" anchor="ctr">
                    <a:lnT w="12700" cap="flat" cmpd="sng" algn="ctr">
                      <a:solidFill>
                        <a:schemeClr val="tx1"/>
                      </a:solidFill>
                      <a:prstDash val="solid"/>
                      <a:round/>
                      <a:headEnd type="none" w="med" len="med"/>
                      <a:tailEnd type="none" w="med" len="med"/>
                    </a:lnT>
                    <a:noFill/>
                  </a:tcPr>
                </a:tc>
                <a:tc>
                  <a:txBody>
                    <a:bodyPr/>
                    <a:lstStyle/>
                    <a:p>
                      <a:pPr algn="ctr">
                        <a:buNone/>
                      </a:pPr>
                      <a:r>
                        <a:rPr lang="es-ES_tradnl" sz="900" dirty="0">
                          <a:effectLst/>
                          <a:latin typeface="Times New Roman" panose="02020603050405020304" pitchFamily="18" charset="0"/>
                          <a:ea typeface="Times New Roman" panose="02020603050405020304" pitchFamily="18" charset="0"/>
                          <a:cs typeface="Times New Roman" panose="02020603050405020304" pitchFamily="18" charset="0"/>
                        </a:rPr>
                        <a:t>15.13</a:t>
                      </a:r>
                    </a:p>
                  </a:txBody>
                  <a:tcPr marL="68580" marR="68580" marT="0" marB="0" anchor="ctr">
                    <a:lnT w="12700" cap="flat" cmpd="sng" algn="ctr">
                      <a:solidFill>
                        <a:schemeClr val="tx1"/>
                      </a:solidFill>
                      <a:prstDash val="solid"/>
                      <a:round/>
                      <a:headEnd type="none" w="med" len="med"/>
                      <a:tailEnd type="none" w="med" len="med"/>
                    </a:lnT>
                    <a:noFill/>
                  </a:tcPr>
                </a:tc>
                <a:tc>
                  <a:txBody>
                    <a:bodyPr/>
                    <a:lstStyle/>
                    <a:p>
                      <a:pPr algn="ctr">
                        <a:buNone/>
                      </a:pPr>
                      <a:r>
                        <a:rPr lang="es-ES_tradnl" sz="900" dirty="0">
                          <a:effectLst/>
                          <a:latin typeface="Times New Roman" panose="02020603050405020304" pitchFamily="18" charset="0"/>
                          <a:ea typeface="Times New Roman" panose="02020603050405020304" pitchFamily="18" charset="0"/>
                          <a:cs typeface="Times New Roman" panose="02020603050405020304" pitchFamily="18" charset="0"/>
                        </a:rPr>
                        <a:t>204.49</a:t>
                      </a:r>
                    </a:p>
                  </a:txBody>
                  <a:tcPr marL="68580" marR="68580" marT="0" marB="0" anchor="ctr">
                    <a:lnT w="12700" cap="flat" cmpd="sng" algn="ctr">
                      <a:solidFill>
                        <a:schemeClr val="tx1"/>
                      </a:solidFill>
                      <a:prstDash val="solid"/>
                      <a:round/>
                      <a:headEnd type="none" w="med" len="med"/>
                      <a:tailEnd type="none" w="med" len="med"/>
                    </a:lnT>
                    <a:noFill/>
                  </a:tcPr>
                </a:tc>
                <a:tc>
                  <a:txBody>
                    <a:bodyPr/>
                    <a:lstStyle/>
                    <a:p>
                      <a:pPr algn="ctr">
                        <a:buNone/>
                      </a:pPr>
                      <a:r>
                        <a:rPr lang="es-ES_tradnl" sz="900" dirty="0">
                          <a:effectLst/>
                          <a:latin typeface="Times New Roman" panose="02020603050405020304" pitchFamily="18" charset="0"/>
                          <a:ea typeface="Times New Roman" panose="02020603050405020304" pitchFamily="18" charset="0"/>
                          <a:cs typeface="Times New Roman" panose="02020603050405020304" pitchFamily="18" charset="0"/>
                        </a:rPr>
                        <a:t>0.36</a:t>
                      </a:r>
                    </a:p>
                  </a:txBody>
                  <a:tcPr marL="68580" marR="68580" marT="0" marB="0" anchor="ctr">
                    <a:lnT w="12700" cap="flat" cmpd="sng" algn="ctr">
                      <a:solidFill>
                        <a:schemeClr val="tx1"/>
                      </a:solidFill>
                      <a:prstDash val="solid"/>
                      <a:round/>
                      <a:headEnd type="none" w="med" len="med"/>
                      <a:tailEnd type="none" w="med" len="med"/>
                    </a:lnT>
                    <a:noFill/>
                  </a:tcPr>
                </a:tc>
                <a:tc>
                  <a:txBody>
                    <a:bodyPr/>
                    <a:lstStyle/>
                    <a:p>
                      <a:pPr algn="ctr">
                        <a:buNone/>
                      </a:pPr>
                      <a:r>
                        <a:rPr lang="es-ES_tradnl" sz="900" dirty="0">
                          <a:effectLst/>
                          <a:latin typeface="Times New Roman" panose="02020603050405020304" pitchFamily="18" charset="0"/>
                          <a:ea typeface="Times New Roman" panose="02020603050405020304" pitchFamily="18" charset="0"/>
                          <a:cs typeface="Times New Roman" panose="02020603050405020304" pitchFamily="18" charset="0"/>
                        </a:rPr>
                        <a:t>194.00</a:t>
                      </a:r>
                    </a:p>
                  </a:txBody>
                  <a:tcPr marL="68580" marR="68580" marT="0" marB="0" anchor="ctr">
                    <a:lnT w="12700" cap="flat" cmpd="sng" algn="ctr">
                      <a:solidFill>
                        <a:schemeClr val="tx1"/>
                      </a:solidFill>
                      <a:prstDash val="solid"/>
                      <a:round/>
                      <a:headEnd type="none" w="med" len="med"/>
                      <a:tailEnd type="none" w="med" len="med"/>
                    </a:lnT>
                    <a:noFill/>
                  </a:tcPr>
                </a:tc>
                <a:tc>
                  <a:txBody>
                    <a:bodyPr/>
                    <a:lstStyle/>
                    <a:p>
                      <a:pPr algn="ctr">
                        <a:buNone/>
                      </a:pPr>
                      <a:r>
                        <a:rPr lang="es-ES" sz="900">
                          <a:effectLst/>
                          <a:latin typeface="Times New Roman" panose="02020603050405020304" pitchFamily="18" charset="0"/>
                          <a:ea typeface="Times New Roman" panose="02020603050405020304" pitchFamily="18" charset="0"/>
                          <a:cs typeface="Times New Roman" panose="02020603050405020304" pitchFamily="18" charset="0"/>
                        </a:rPr>
                        <a:t>6.00</a:t>
                      </a:r>
                      <a:endParaRPr lang="de-DE" sz="9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lnT w="12700" cap="flat" cmpd="sng" algn="ctr">
                      <a:solidFill>
                        <a:schemeClr val="tx1"/>
                      </a:solidFill>
                      <a:prstDash val="solid"/>
                      <a:round/>
                      <a:headEnd type="none" w="med" len="med"/>
                      <a:tailEnd type="none" w="med" len="med"/>
                    </a:lnT>
                    <a:noFill/>
                  </a:tcPr>
                </a:tc>
                <a:tc>
                  <a:txBody>
                    <a:bodyPr/>
                    <a:lstStyle/>
                    <a:p>
                      <a:pPr algn="ctr">
                        <a:buNone/>
                      </a:pPr>
                      <a:r>
                        <a:rPr lang="es-ES" sz="900">
                          <a:effectLst/>
                          <a:latin typeface="Times New Roman" panose="02020603050405020304" pitchFamily="18" charset="0"/>
                          <a:ea typeface="Times New Roman" panose="02020603050405020304" pitchFamily="18" charset="0"/>
                          <a:cs typeface="Times New Roman" panose="02020603050405020304" pitchFamily="18" charset="0"/>
                        </a:rPr>
                        <a:t>2.07</a:t>
                      </a:r>
                      <a:endParaRPr lang="de-DE" sz="9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lnT w="12700" cap="flat" cmpd="sng" algn="ctr">
                      <a:solidFill>
                        <a:schemeClr val="tx1"/>
                      </a:solidFill>
                      <a:prstDash val="solid"/>
                      <a:round/>
                      <a:headEnd type="none" w="med" len="med"/>
                      <a:tailEnd type="none" w="med" len="med"/>
                    </a:lnT>
                    <a:noFill/>
                  </a:tcPr>
                </a:tc>
                <a:tc>
                  <a:txBody>
                    <a:bodyPr/>
                    <a:lstStyle/>
                    <a:p>
                      <a:pPr algn="ctr">
                        <a:buNone/>
                      </a:pPr>
                      <a:r>
                        <a:rPr lang="es-ES" sz="900">
                          <a:effectLst/>
                          <a:latin typeface="Times New Roman" panose="02020603050405020304" pitchFamily="18" charset="0"/>
                          <a:ea typeface="Times New Roman" panose="02020603050405020304" pitchFamily="18" charset="0"/>
                          <a:cs typeface="Times New Roman" panose="02020603050405020304" pitchFamily="18" charset="0"/>
                        </a:rPr>
                        <a:t>25.11</a:t>
                      </a:r>
                      <a:endParaRPr lang="de-DE" sz="9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lnT w="12700" cap="flat" cmpd="sng" algn="ctr">
                      <a:solidFill>
                        <a:schemeClr val="tx1"/>
                      </a:solidFill>
                      <a:prstDash val="solid"/>
                      <a:round/>
                      <a:headEnd type="none" w="med" len="med"/>
                      <a:tailEnd type="none" w="med" len="med"/>
                    </a:lnT>
                    <a:noFill/>
                  </a:tcPr>
                </a:tc>
                <a:tc>
                  <a:txBody>
                    <a:bodyPr/>
                    <a:lstStyle/>
                    <a:p>
                      <a:pPr algn="ctr">
                        <a:buNone/>
                      </a:pPr>
                      <a:r>
                        <a:rPr lang="es-ES" sz="900">
                          <a:effectLst/>
                          <a:latin typeface="Times New Roman" panose="02020603050405020304" pitchFamily="18" charset="0"/>
                          <a:ea typeface="Times New Roman" panose="02020603050405020304" pitchFamily="18" charset="0"/>
                          <a:cs typeface="Times New Roman" panose="02020603050405020304" pitchFamily="18" charset="0"/>
                        </a:rPr>
                        <a:t>4.75</a:t>
                      </a:r>
                      <a:endParaRPr lang="de-DE" sz="9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lnT w="12700" cap="flat" cmpd="sng" algn="ctr">
                      <a:solidFill>
                        <a:schemeClr val="tx1"/>
                      </a:solidFill>
                      <a:prstDash val="solid"/>
                      <a:round/>
                      <a:headEnd type="none" w="med" len="med"/>
                      <a:tailEnd type="none" w="med" len="med"/>
                    </a:lnT>
                    <a:noFill/>
                  </a:tcPr>
                </a:tc>
                <a:tc>
                  <a:txBody>
                    <a:bodyPr/>
                    <a:lstStyle/>
                    <a:p>
                      <a:pPr algn="ctr">
                        <a:buNone/>
                      </a:pPr>
                      <a:r>
                        <a:rPr lang="es-ES" sz="900">
                          <a:effectLst/>
                          <a:latin typeface="Times New Roman" panose="02020603050405020304" pitchFamily="18" charset="0"/>
                          <a:ea typeface="Times New Roman" panose="02020603050405020304" pitchFamily="18" charset="0"/>
                          <a:cs typeface="Times New Roman" panose="02020603050405020304" pitchFamily="18" charset="0"/>
                        </a:rPr>
                        <a:t>18.56</a:t>
                      </a:r>
                      <a:endParaRPr lang="de-DE" sz="9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lnT w="12700" cap="flat" cmpd="sng" algn="ctr">
                      <a:solidFill>
                        <a:schemeClr val="tx1"/>
                      </a:solidFill>
                      <a:prstDash val="solid"/>
                      <a:round/>
                      <a:headEnd type="none" w="med" len="med"/>
                      <a:tailEnd type="none" w="med" len="med"/>
                    </a:lnT>
                    <a:noFill/>
                  </a:tcPr>
                </a:tc>
                <a:extLst>
                  <a:ext uri="{0D108BD9-81ED-4DB2-BD59-A6C34878D82A}">
                    <a16:rowId xmlns:a16="http://schemas.microsoft.com/office/drawing/2014/main" val="2991617960"/>
                  </a:ext>
                </a:extLst>
              </a:tr>
              <a:tr h="185420">
                <a:tc>
                  <a:txBody>
                    <a:bodyPr/>
                    <a:lstStyle/>
                    <a:p>
                      <a:pPr algn="ctr">
                        <a:buNone/>
                      </a:pPr>
                      <a:r>
                        <a:rPr lang="es-ES_tradnl" sz="900" b="0" noProof="1">
                          <a:solidFill>
                            <a:schemeClr val="tx1"/>
                          </a:solidFill>
                          <a:effectLst/>
                          <a:latin typeface="Times New Roman" panose="02020603050405020304" pitchFamily="18" charset="0"/>
                          <a:ea typeface="Times New Roman" panose="02020603050405020304" pitchFamily="18" charset="0"/>
                          <a:cs typeface="Times New Roman" panose="02020603050405020304" pitchFamily="18" charset="0"/>
                        </a:rPr>
                        <a:t>2</a:t>
                      </a:r>
                    </a:p>
                  </a:txBody>
                  <a:tcPr marL="68580" marR="68580" marT="0" marB="0" anchor="ctr">
                    <a:noFill/>
                  </a:tcPr>
                </a:tc>
                <a:tc>
                  <a:txBody>
                    <a:bodyPr/>
                    <a:lstStyle/>
                    <a:p>
                      <a:pPr algn="ctr">
                        <a:buNone/>
                      </a:pPr>
                      <a:r>
                        <a:rPr lang="es-ES_tradnl" sz="900" dirty="0">
                          <a:effectLst/>
                          <a:latin typeface="Times New Roman" panose="02020603050405020304" pitchFamily="18" charset="0"/>
                          <a:ea typeface="Times New Roman" panose="02020603050405020304" pitchFamily="18" charset="0"/>
                          <a:cs typeface="Times New Roman" panose="02020603050405020304" pitchFamily="18" charset="0"/>
                        </a:rPr>
                        <a:t>0.01</a:t>
                      </a:r>
                    </a:p>
                  </a:txBody>
                  <a:tcPr marL="68580" marR="68580" marT="0" marB="0" anchor="ctr">
                    <a:noFill/>
                  </a:tcPr>
                </a:tc>
                <a:tc>
                  <a:txBody>
                    <a:bodyPr/>
                    <a:lstStyle/>
                    <a:p>
                      <a:pPr algn="ctr">
                        <a:buNone/>
                      </a:pPr>
                      <a:r>
                        <a:rPr lang="es-ES_tradnl" sz="900" dirty="0">
                          <a:effectLst/>
                          <a:latin typeface="Times New Roman" panose="02020603050405020304" pitchFamily="18" charset="0"/>
                          <a:ea typeface="Times New Roman" panose="02020603050405020304" pitchFamily="18" charset="0"/>
                          <a:cs typeface="Times New Roman" panose="02020603050405020304" pitchFamily="18" charset="0"/>
                        </a:rPr>
                        <a:t>56.35</a:t>
                      </a:r>
                    </a:p>
                  </a:txBody>
                  <a:tcPr marL="68580" marR="68580" marT="0" marB="0" anchor="ctr">
                    <a:noFill/>
                  </a:tcPr>
                </a:tc>
                <a:tc>
                  <a:txBody>
                    <a:bodyPr/>
                    <a:lstStyle/>
                    <a:p>
                      <a:pPr algn="ctr">
                        <a:buNone/>
                      </a:pPr>
                      <a:r>
                        <a:rPr lang="es-ES_tradnl" sz="900" dirty="0">
                          <a:effectLst/>
                          <a:latin typeface="Times New Roman" panose="02020603050405020304" pitchFamily="18" charset="0"/>
                          <a:ea typeface="Times New Roman" panose="02020603050405020304" pitchFamily="18" charset="0"/>
                          <a:cs typeface="Times New Roman" panose="02020603050405020304" pitchFamily="18" charset="0"/>
                        </a:rPr>
                        <a:t>18.56</a:t>
                      </a:r>
                    </a:p>
                  </a:txBody>
                  <a:tcPr marL="68580" marR="68580" marT="0" marB="0" anchor="ctr">
                    <a:noFill/>
                  </a:tcPr>
                </a:tc>
                <a:tc>
                  <a:txBody>
                    <a:bodyPr/>
                    <a:lstStyle/>
                    <a:p>
                      <a:pPr algn="ctr">
                        <a:buNone/>
                      </a:pPr>
                      <a:r>
                        <a:rPr lang="es-ES_tradnl" sz="900" dirty="0">
                          <a:effectLst/>
                          <a:latin typeface="Times New Roman" panose="02020603050405020304" pitchFamily="18" charset="0"/>
                          <a:ea typeface="Times New Roman" panose="02020603050405020304" pitchFamily="18" charset="0"/>
                          <a:cs typeface="Times New Roman" panose="02020603050405020304" pitchFamily="18" charset="0"/>
                        </a:rPr>
                        <a:t>41.25</a:t>
                      </a:r>
                    </a:p>
                  </a:txBody>
                  <a:tcPr marL="68580" marR="68580" marT="0" marB="0" anchor="ctr">
                    <a:noFill/>
                  </a:tcPr>
                </a:tc>
                <a:tc>
                  <a:txBody>
                    <a:bodyPr/>
                    <a:lstStyle/>
                    <a:p>
                      <a:pPr algn="ctr">
                        <a:buNone/>
                      </a:pPr>
                      <a:r>
                        <a:rPr lang="es-ES_tradnl" sz="900" dirty="0">
                          <a:effectLst/>
                          <a:latin typeface="Times New Roman" panose="02020603050405020304" pitchFamily="18" charset="0"/>
                          <a:ea typeface="Times New Roman" panose="02020603050405020304" pitchFamily="18" charset="0"/>
                          <a:cs typeface="Times New Roman" panose="02020603050405020304" pitchFamily="18" charset="0"/>
                        </a:rPr>
                        <a:t>6.00</a:t>
                      </a:r>
                    </a:p>
                  </a:txBody>
                  <a:tcPr marL="68580" marR="68580" marT="0" marB="0" anchor="ctr">
                    <a:noFill/>
                  </a:tcPr>
                </a:tc>
                <a:tc>
                  <a:txBody>
                    <a:bodyPr/>
                    <a:lstStyle/>
                    <a:p>
                      <a:pPr algn="ctr">
                        <a:buNone/>
                      </a:pPr>
                      <a:r>
                        <a:rPr lang="es-ES_tradnl" sz="900" dirty="0">
                          <a:effectLst/>
                          <a:latin typeface="Times New Roman" panose="02020603050405020304" pitchFamily="18" charset="0"/>
                          <a:ea typeface="Times New Roman" panose="02020603050405020304" pitchFamily="18" charset="0"/>
                          <a:cs typeface="Times New Roman" panose="02020603050405020304" pitchFamily="18" charset="0"/>
                        </a:rPr>
                        <a:t>11.35</a:t>
                      </a:r>
                    </a:p>
                  </a:txBody>
                  <a:tcPr marL="68580" marR="68580" marT="0" marB="0" anchor="ctr">
                    <a:noFill/>
                  </a:tcPr>
                </a:tc>
                <a:tc>
                  <a:txBody>
                    <a:bodyPr/>
                    <a:lstStyle/>
                    <a:p>
                      <a:pPr algn="ctr">
                        <a:buNone/>
                      </a:pPr>
                      <a:r>
                        <a:rPr lang="es-ES_tradnl" sz="900" dirty="0">
                          <a:effectLst/>
                          <a:latin typeface="Times New Roman" panose="02020603050405020304" pitchFamily="18" charset="0"/>
                          <a:ea typeface="Times New Roman" panose="02020603050405020304" pitchFamily="18" charset="0"/>
                          <a:cs typeface="Times New Roman" panose="02020603050405020304" pitchFamily="18" charset="0"/>
                        </a:rPr>
                        <a:t>15.38</a:t>
                      </a:r>
                    </a:p>
                  </a:txBody>
                  <a:tcPr marL="68580" marR="68580" marT="0" marB="0" anchor="ctr">
                    <a:noFill/>
                  </a:tcPr>
                </a:tc>
                <a:tc>
                  <a:txBody>
                    <a:bodyPr/>
                    <a:lstStyle/>
                    <a:p>
                      <a:pPr algn="ctr">
                        <a:buNone/>
                      </a:pPr>
                      <a:r>
                        <a:rPr lang="es-ES_tradnl" sz="900" dirty="0">
                          <a:effectLst/>
                          <a:latin typeface="Times New Roman" panose="02020603050405020304" pitchFamily="18" charset="0"/>
                          <a:ea typeface="Times New Roman" panose="02020603050405020304" pitchFamily="18" charset="0"/>
                          <a:cs typeface="Times New Roman" panose="02020603050405020304" pitchFamily="18" charset="0"/>
                        </a:rPr>
                        <a:t>207.55</a:t>
                      </a:r>
                    </a:p>
                  </a:txBody>
                  <a:tcPr marL="68580" marR="68580" marT="0" marB="0" anchor="ctr">
                    <a:noFill/>
                  </a:tcPr>
                </a:tc>
                <a:tc>
                  <a:txBody>
                    <a:bodyPr/>
                    <a:lstStyle/>
                    <a:p>
                      <a:pPr algn="ctr">
                        <a:buNone/>
                      </a:pPr>
                      <a:r>
                        <a:rPr lang="es-ES_tradnl" sz="900" dirty="0">
                          <a:effectLst/>
                          <a:latin typeface="Times New Roman" panose="02020603050405020304" pitchFamily="18" charset="0"/>
                          <a:ea typeface="Times New Roman" panose="02020603050405020304" pitchFamily="18" charset="0"/>
                          <a:cs typeface="Times New Roman" panose="02020603050405020304" pitchFamily="18" charset="0"/>
                        </a:rPr>
                        <a:t>0.36</a:t>
                      </a:r>
                    </a:p>
                  </a:txBody>
                  <a:tcPr marL="68580" marR="68580" marT="0" marB="0" anchor="ctr">
                    <a:noFill/>
                  </a:tcPr>
                </a:tc>
                <a:tc>
                  <a:txBody>
                    <a:bodyPr/>
                    <a:lstStyle/>
                    <a:p>
                      <a:pPr algn="ctr">
                        <a:buNone/>
                      </a:pPr>
                      <a:r>
                        <a:rPr lang="es-ES_tradnl" sz="900" dirty="0">
                          <a:effectLst/>
                          <a:latin typeface="Times New Roman" panose="02020603050405020304" pitchFamily="18" charset="0"/>
                          <a:ea typeface="Times New Roman" panose="02020603050405020304" pitchFamily="18" charset="0"/>
                          <a:cs typeface="Times New Roman" panose="02020603050405020304" pitchFamily="18" charset="0"/>
                        </a:rPr>
                        <a:t>83.00</a:t>
                      </a:r>
                    </a:p>
                  </a:txBody>
                  <a:tcPr marL="68580" marR="68580" marT="0" marB="0" anchor="ctr">
                    <a:noFill/>
                  </a:tcPr>
                </a:tc>
                <a:tc>
                  <a:txBody>
                    <a:bodyPr/>
                    <a:lstStyle/>
                    <a:p>
                      <a:pPr algn="ctr">
                        <a:buNone/>
                      </a:pPr>
                      <a:r>
                        <a:rPr lang="es-ES" sz="900">
                          <a:effectLst/>
                          <a:latin typeface="Times New Roman" panose="02020603050405020304" pitchFamily="18" charset="0"/>
                          <a:ea typeface="Times New Roman" panose="02020603050405020304" pitchFamily="18" charset="0"/>
                          <a:cs typeface="Times New Roman" panose="02020603050405020304" pitchFamily="18" charset="0"/>
                        </a:rPr>
                        <a:t>6.00</a:t>
                      </a:r>
                      <a:endParaRPr lang="de-DE" sz="9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noFill/>
                  </a:tcPr>
                </a:tc>
                <a:tc>
                  <a:txBody>
                    <a:bodyPr/>
                    <a:lstStyle/>
                    <a:p>
                      <a:pPr algn="ctr">
                        <a:buNone/>
                      </a:pPr>
                      <a:r>
                        <a:rPr lang="es-ES" sz="900">
                          <a:effectLst/>
                          <a:latin typeface="Times New Roman" panose="02020603050405020304" pitchFamily="18" charset="0"/>
                          <a:ea typeface="Times New Roman" panose="02020603050405020304" pitchFamily="18" charset="0"/>
                          <a:cs typeface="Times New Roman" panose="02020603050405020304" pitchFamily="18" charset="0"/>
                        </a:rPr>
                        <a:t>2.08</a:t>
                      </a:r>
                      <a:endParaRPr lang="de-DE" sz="9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noFill/>
                  </a:tcPr>
                </a:tc>
                <a:tc>
                  <a:txBody>
                    <a:bodyPr/>
                    <a:lstStyle/>
                    <a:p>
                      <a:pPr algn="ctr">
                        <a:buNone/>
                      </a:pPr>
                      <a:r>
                        <a:rPr lang="es-ES" sz="900">
                          <a:effectLst/>
                          <a:latin typeface="Times New Roman" panose="02020603050405020304" pitchFamily="18" charset="0"/>
                          <a:ea typeface="Times New Roman" panose="02020603050405020304" pitchFamily="18" charset="0"/>
                          <a:cs typeface="Times New Roman" panose="02020603050405020304" pitchFamily="18" charset="0"/>
                        </a:rPr>
                        <a:t>25.40</a:t>
                      </a:r>
                      <a:endParaRPr lang="de-DE" sz="9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noFill/>
                  </a:tcPr>
                </a:tc>
                <a:tc>
                  <a:txBody>
                    <a:bodyPr/>
                    <a:lstStyle/>
                    <a:p>
                      <a:pPr algn="ctr">
                        <a:buNone/>
                      </a:pPr>
                      <a:r>
                        <a:rPr lang="es-ES" sz="900">
                          <a:effectLst/>
                          <a:latin typeface="Times New Roman" panose="02020603050405020304" pitchFamily="18" charset="0"/>
                          <a:ea typeface="Times New Roman" panose="02020603050405020304" pitchFamily="18" charset="0"/>
                          <a:cs typeface="Times New Roman" panose="02020603050405020304" pitchFamily="18" charset="0"/>
                        </a:rPr>
                        <a:t>4.92</a:t>
                      </a:r>
                      <a:endParaRPr lang="de-DE" sz="9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noFill/>
                  </a:tcPr>
                </a:tc>
                <a:tc>
                  <a:txBody>
                    <a:bodyPr/>
                    <a:lstStyle/>
                    <a:p>
                      <a:pPr algn="ctr">
                        <a:buNone/>
                      </a:pPr>
                      <a:r>
                        <a:rPr lang="es-ES" sz="900">
                          <a:effectLst/>
                          <a:latin typeface="Times New Roman" panose="02020603050405020304" pitchFamily="18" charset="0"/>
                          <a:ea typeface="Times New Roman" panose="02020603050405020304" pitchFamily="18" charset="0"/>
                          <a:cs typeface="Times New Roman" panose="02020603050405020304" pitchFamily="18" charset="0"/>
                        </a:rPr>
                        <a:t>19.05</a:t>
                      </a:r>
                      <a:endParaRPr lang="de-DE" sz="9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noFill/>
                  </a:tcPr>
                </a:tc>
                <a:extLst>
                  <a:ext uri="{0D108BD9-81ED-4DB2-BD59-A6C34878D82A}">
                    <a16:rowId xmlns:a16="http://schemas.microsoft.com/office/drawing/2014/main" val="3349572378"/>
                  </a:ext>
                </a:extLst>
              </a:tr>
              <a:tr h="185420">
                <a:tc>
                  <a:txBody>
                    <a:bodyPr/>
                    <a:lstStyle/>
                    <a:p>
                      <a:pPr algn="ctr">
                        <a:buNone/>
                      </a:pPr>
                      <a:r>
                        <a:rPr lang="es-ES_tradnl" sz="900" b="0" noProof="1">
                          <a:solidFill>
                            <a:schemeClr val="tx1"/>
                          </a:solidFill>
                          <a:effectLst/>
                          <a:latin typeface="Times New Roman" panose="02020603050405020304" pitchFamily="18" charset="0"/>
                          <a:ea typeface="Times New Roman" panose="02020603050405020304" pitchFamily="18" charset="0"/>
                          <a:cs typeface="Times New Roman" panose="02020603050405020304" pitchFamily="18" charset="0"/>
                        </a:rPr>
                        <a:t>3</a:t>
                      </a:r>
                    </a:p>
                  </a:txBody>
                  <a:tcPr marL="68580" marR="68580" marT="0" marB="0" anchor="ctr">
                    <a:noFill/>
                  </a:tcPr>
                </a:tc>
                <a:tc>
                  <a:txBody>
                    <a:bodyPr/>
                    <a:lstStyle/>
                    <a:p>
                      <a:pPr algn="ctr">
                        <a:buNone/>
                      </a:pPr>
                      <a:r>
                        <a:rPr lang="es-ES_tradnl" sz="900" dirty="0">
                          <a:effectLst/>
                          <a:latin typeface="Times New Roman" panose="02020603050405020304" pitchFamily="18" charset="0"/>
                          <a:ea typeface="Times New Roman" panose="02020603050405020304" pitchFamily="18" charset="0"/>
                          <a:cs typeface="Times New Roman" panose="02020603050405020304" pitchFamily="18" charset="0"/>
                        </a:rPr>
                        <a:t>0.02</a:t>
                      </a:r>
                    </a:p>
                  </a:txBody>
                  <a:tcPr marL="68580" marR="68580" marT="0" marB="0" anchor="ctr">
                    <a:noFill/>
                  </a:tcPr>
                </a:tc>
                <a:tc>
                  <a:txBody>
                    <a:bodyPr/>
                    <a:lstStyle/>
                    <a:p>
                      <a:pPr algn="ctr">
                        <a:buNone/>
                      </a:pPr>
                      <a:r>
                        <a:rPr lang="es-ES_tradnl" sz="900" dirty="0">
                          <a:effectLst/>
                          <a:latin typeface="Times New Roman" panose="02020603050405020304" pitchFamily="18" charset="0"/>
                          <a:ea typeface="Times New Roman" panose="02020603050405020304" pitchFamily="18" charset="0"/>
                          <a:cs typeface="Times New Roman" panose="02020603050405020304" pitchFamily="18" charset="0"/>
                        </a:rPr>
                        <a:t>56.35</a:t>
                      </a:r>
                    </a:p>
                  </a:txBody>
                  <a:tcPr marL="68580" marR="68580" marT="0" marB="0" anchor="ctr">
                    <a:noFill/>
                  </a:tcPr>
                </a:tc>
                <a:tc>
                  <a:txBody>
                    <a:bodyPr/>
                    <a:lstStyle/>
                    <a:p>
                      <a:pPr algn="ctr">
                        <a:buNone/>
                      </a:pPr>
                      <a:r>
                        <a:rPr lang="es-ES_tradnl" sz="900" dirty="0">
                          <a:effectLst/>
                          <a:latin typeface="Times New Roman" panose="02020603050405020304" pitchFamily="18" charset="0"/>
                          <a:ea typeface="Times New Roman" panose="02020603050405020304" pitchFamily="18" charset="0"/>
                          <a:cs typeface="Times New Roman" panose="02020603050405020304" pitchFamily="18" charset="0"/>
                        </a:rPr>
                        <a:t>19.76</a:t>
                      </a:r>
                    </a:p>
                  </a:txBody>
                  <a:tcPr marL="68580" marR="68580" marT="0" marB="0" anchor="ctr">
                    <a:noFill/>
                  </a:tcPr>
                </a:tc>
                <a:tc>
                  <a:txBody>
                    <a:bodyPr/>
                    <a:lstStyle/>
                    <a:p>
                      <a:pPr algn="ctr">
                        <a:buNone/>
                      </a:pPr>
                      <a:r>
                        <a:rPr lang="es-ES_tradnl" sz="900" dirty="0">
                          <a:effectLst/>
                          <a:latin typeface="Times New Roman" panose="02020603050405020304" pitchFamily="18" charset="0"/>
                          <a:ea typeface="Times New Roman" panose="02020603050405020304" pitchFamily="18" charset="0"/>
                          <a:cs typeface="Times New Roman" panose="02020603050405020304" pitchFamily="18" charset="0"/>
                        </a:rPr>
                        <a:t>43.91</a:t>
                      </a:r>
                    </a:p>
                  </a:txBody>
                  <a:tcPr marL="68580" marR="68580" marT="0" marB="0" anchor="ctr">
                    <a:noFill/>
                  </a:tcPr>
                </a:tc>
                <a:tc>
                  <a:txBody>
                    <a:bodyPr/>
                    <a:lstStyle/>
                    <a:p>
                      <a:pPr algn="ctr">
                        <a:buNone/>
                      </a:pPr>
                      <a:r>
                        <a:rPr lang="es-ES_tradnl" sz="900" dirty="0">
                          <a:effectLst/>
                          <a:latin typeface="Times New Roman" panose="02020603050405020304" pitchFamily="18" charset="0"/>
                          <a:ea typeface="Times New Roman" panose="02020603050405020304" pitchFamily="18" charset="0"/>
                          <a:cs typeface="Times New Roman" panose="02020603050405020304" pitchFamily="18" charset="0"/>
                        </a:rPr>
                        <a:t>6.00</a:t>
                      </a:r>
                    </a:p>
                  </a:txBody>
                  <a:tcPr marL="68580" marR="68580" marT="0" marB="0" anchor="ctr">
                    <a:noFill/>
                  </a:tcPr>
                </a:tc>
                <a:tc>
                  <a:txBody>
                    <a:bodyPr/>
                    <a:lstStyle/>
                    <a:p>
                      <a:pPr algn="ctr">
                        <a:buNone/>
                      </a:pPr>
                      <a:r>
                        <a:rPr lang="es-ES_tradnl" sz="900" dirty="0">
                          <a:effectLst/>
                          <a:latin typeface="Times New Roman" panose="02020603050405020304" pitchFamily="18" charset="0"/>
                          <a:ea typeface="Times New Roman" panose="02020603050405020304" pitchFamily="18" charset="0"/>
                          <a:cs typeface="Times New Roman" panose="02020603050405020304" pitchFamily="18" charset="0"/>
                        </a:rPr>
                        <a:t>11.35</a:t>
                      </a:r>
                    </a:p>
                  </a:txBody>
                  <a:tcPr marL="68580" marR="68580" marT="0" marB="0" anchor="ctr">
                    <a:noFill/>
                  </a:tcPr>
                </a:tc>
                <a:tc>
                  <a:txBody>
                    <a:bodyPr/>
                    <a:lstStyle/>
                    <a:p>
                      <a:pPr algn="ctr">
                        <a:buNone/>
                      </a:pPr>
                      <a:r>
                        <a:rPr lang="es-ES_tradnl" sz="900" dirty="0">
                          <a:effectLst/>
                          <a:latin typeface="Times New Roman" panose="02020603050405020304" pitchFamily="18" charset="0"/>
                          <a:ea typeface="Times New Roman" panose="02020603050405020304" pitchFamily="18" charset="0"/>
                          <a:cs typeface="Times New Roman" panose="02020603050405020304" pitchFamily="18" charset="0"/>
                        </a:rPr>
                        <a:t>15.47</a:t>
                      </a:r>
                    </a:p>
                  </a:txBody>
                  <a:tcPr marL="68580" marR="68580" marT="0" marB="0" anchor="ctr">
                    <a:noFill/>
                  </a:tcPr>
                </a:tc>
                <a:tc>
                  <a:txBody>
                    <a:bodyPr/>
                    <a:lstStyle/>
                    <a:p>
                      <a:pPr algn="ctr">
                        <a:buNone/>
                      </a:pPr>
                      <a:r>
                        <a:rPr lang="es-ES_tradnl" sz="900" dirty="0">
                          <a:effectLst/>
                          <a:latin typeface="Times New Roman" panose="02020603050405020304" pitchFamily="18" charset="0"/>
                          <a:ea typeface="Times New Roman" panose="02020603050405020304" pitchFamily="18" charset="0"/>
                          <a:cs typeface="Times New Roman" panose="02020603050405020304" pitchFamily="18" charset="0"/>
                        </a:rPr>
                        <a:t>206.26</a:t>
                      </a:r>
                    </a:p>
                  </a:txBody>
                  <a:tcPr marL="68580" marR="68580" marT="0" marB="0" anchor="ctr">
                    <a:noFill/>
                  </a:tcPr>
                </a:tc>
                <a:tc>
                  <a:txBody>
                    <a:bodyPr/>
                    <a:lstStyle/>
                    <a:p>
                      <a:pPr algn="ctr">
                        <a:buNone/>
                      </a:pPr>
                      <a:r>
                        <a:rPr lang="es-ES_tradnl" sz="900" dirty="0">
                          <a:effectLst/>
                          <a:latin typeface="Times New Roman" panose="02020603050405020304" pitchFamily="18" charset="0"/>
                          <a:ea typeface="Times New Roman" panose="02020603050405020304" pitchFamily="18" charset="0"/>
                          <a:cs typeface="Times New Roman" panose="02020603050405020304" pitchFamily="18" charset="0"/>
                        </a:rPr>
                        <a:t>0.36</a:t>
                      </a:r>
                    </a:p>
                  </a:txBody>
                  <a:tcPr marL="68580" marR="68580" marT="0" marB="0" anchor="ctr">
                    <a:noFill/>
                  </a:tcPr>
                </a:tc>
                <a:tc>
                  <a:txBody>
                    <a:bodyPr/>
                    <a:lstStyle/>
                    <a:p>
                      <a:pPr algn="ctr">
                        <a:buNone/>
                      </a:pPr>
                      <a:r>
                        <a:rPr lang="es-ES_tradnl" sz="900" dirty="0">
                          <a:effectLst/>
                          <a:latin typeface="Times New Roman" panose="02020603050405020304" pitchFamily="18" charset="0"/>
                          <a:ea typeface="Times New Roman" panose="02020603050405020304" pitchFamily="18" charset="0"/>
                          <a:cs typeface="Times New Roman" panose="02020603050405020304" pitchFamily="18" charset="0"/>
                        </a:rPr>
                        <a:t>187.00</a:t>
                      </a:r>
                    </a:p>
                  </a:txBody>
                  <a:tcPr marL="68580" marR="68580" marT="0" marB="0" anchor="ctr">
                    <a:noFill/>
                  </a:tcPr>
                </a:tc>
                <a:tc>
                  <a:txBody>
                    <a:bodyPr/>
                    <a:lstStyle/>
                    <a:p>
                      <a:pPr algn="ctr">
                        <a:buNone/>
                      </a:pPr>
                      <a:r>
                        <a:rPr lang="es-ES" sz="900">
                          <a:effectLst/>
                          <a:latin typeface="Times New Roman" panose="02020603050405020304" pitchFamily="18" charset="0"/>
                          <a:ea typeface="Times New Roman" panose="02020603050405020304" pitchFamily="18" charset="0"/>
                          <a:cs typeface="Times New Roman" panose="02020603050405020304" pitchFamily="18" charset="0"/>
                        </a:rPr>
                        <a:t>6.00</a:t>
                      </a:r>
                      <a:endParaRPr lang="de-DE" sz="9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noFill/>
                  </a:tcPr>
                </a:tc>
                <a:tc>
                  <a:txBody>
                    <a:bodyPr/>
                    <a:lstStyle/>
                    <a:p>
                      <a:pPr algn="ctr">
                        <a:buNone/>
                      </a:pPr>
                      <a:r>
                        <a:rPr lang="es-ES" sz="900">
                          <a:effectLst/>
                          <a:latin typeface="Times New Roman" panose="02020603050405020304" pitchFamily="18" charset="0"/>
                          <a:ea typeface="Times New Roman" panose="02020603050405020304" pitchFamily="18" charset="0"/>
                          <a:cs typeface="Times New Roman" panose="02020603050405020304" pitchFamily="18" charset="0"/>
                        </a:rPr>
                        <a:t>2.09</a:t>
                      </a:r>
                      <a:endParaRPr lang="de-DE" sz="9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noFill/>
                  </a:tcPr>
                </a:tc>
                <a:tc>
                  <a:txBody>
                    <a:bodyPr/>
                    <a:lstStyle/>
                    <a:p>
                      <a:pPr algn="ctr">
                        <a:buNone/>
                      </a:pPr>
                      <a:r>
                        <a:rPr lang="es-ES" sz="900">
                          <a:effectLst/>
                          <a:latin typeface="Times New Roman" panose="02020603050405020304" pitchFamily="18" charset="0"/>
                          <a:ea typeface="Times New Roman" panose="02020603050405020304" pitchFamily="18" charset="0"/>
                          <a:cs typeface="Times New Roman" panose="02020603050405020304" pitchFamily="18" charset="0"/>
                        </a:rPr>
                        <a:t>25.71</a:t>
                      </a:r>
                      <a:endParaRPr lang="de-DE" sz="9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noFill/>
                  </a:tcPr>
                </a:tc>
                <a:tc>
                  <a:txBody>
                    <a:bodyPr/>
                    <a:lstStyle/>
                    <a:p>
                      <a:pPr algn="ctr">
                        <a:buNone/>
                      </a:pPr>
                      <a:r>
                        <a:rPr lang="es-ES" sz="900">
                          <a:effectLst/>
                          <a:latin typeface="Times New Roman" panose="02020603050405020304" pitchFamily="18" charset="0"/>
                          <a:ea typeface="Times New Roman" panose="02020603050405020304" pitchFamily="18" charset="0"/>
                          <a:cs typeface="Times New Roman" panose="02020603050405020304" pitchFamily="18" charset="0"/>
                        </a:rPr>
                        <a:t>4.92</a:t>
                      </a:r>
                      <a:endParaRPr lang="de-DE" sz="9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noFill/>
                  </a:tcPr>
                </a:tc>
                <a:tc>
                  <a:txBody>
                    <a:bodyPr/>
                    <a:lstStyle/>
                    <a:p>
                      <a:pPr algn="ctr">
                        <a:buNone/>
                      </a:pPr>
                      <a:r>
                        <a:rPr lang="es-ES" sz="900" dirty="0">
                          <a:effectLst/>
                          <a:latin typeface="Times New Roman" panose="02020603050405020304" pitchFamily="18" charset="0"/>
                          <a:ea typeface="Times New Roman" panose="02020603050405020304" pitchFamily="18" charset="0"/>
                          <a:cs typeface="Times New Roman" panose="02020603050405020304" pitchFamily="18" charset="0"/>
                        </a:rPr>
                        <a:t>20.12</a:t>
                      </a:r>
                      <a:endParaRPr lang="de-DE" sz="9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noFill/>
                  </a:tcPr>
                </a:tc>
                <a:extLst>
                  <a:ext uri="{0D108BD9-81ED-4DB2-BD59-A6C34878D82A}">
                    <a16:rowId xmlns:a16="http://schemas.microsoft.com/office/drawing/2014/main" val="1690602423"/>
                  </a:ext>
                </a:extLst>
              </a:tr>
              <a:tr h="185420">
                <a:tc>
                  <a:txBody>
                    <a:bodyPr/>
                    <a:lstStyle/>
                    <a:p>
                      <a:pPr algn="ctr">
                        <a:buNone/>
                      </a:pPr>
                      <a:endParaRPr lang="es-ES_tradnl" sz="900" b="0" noProof="1">
                        <a:solidFill>
                          <a:schemeClr val="tx1"/>
                        </a:solidFill>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nchor="ctr">
                    <a:noFill/>
                  </a:tcPr>
                </a:tc>
                <a:tc>
                  <a:txBody>
                    <a:bodyPr/>
                    <a:lstStyle/>
                    <a:p>
                      <a:pPr algn="ctr">
                        <a:buNone/>
                      </a:pPr>
                      <a:endParaRPr lang="es-ES_tradnl" sz="9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noFill/>
                  </a:tcPr>
                </a:tc>
                <a:tc>
                  <a:txBody>
                    <a:bodyPr/>
                    <a:lstStyle/>
                    <a:p>
                      <a:pPr algn="ctr">
                        <a:buNone/>
                      </a:pPr>
                      <a:endParaRPr lang="es-ES_tradnl" sz="9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noFill/>
                  </a:tcPr>
                </a:tc>
                <a:tc>
                  <a:txBody>
                    <a:bodyPr/>
                    <a:lstStyle/>
                    <a:p>
                      <a:pPr algn="ctr">
                        <a:buNone/>
                      </a:pPr>
                      <a:endParaRPr lang="es-ES_tradnl" sz="9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noFill/>
                  </a:tcPr>
                </a:tc>
                <a:tc>
                  <a:txBody>
                    <a:bodyPr/>
                    <a:lstStyle/>
                    <a:p>
                      <a:pPr algn="ctr">
                        <a:buNone/>
                      </a:pPr>
                      <a:endParaRPr lang="es-ES_tradnl" sz="9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noFill/>
                  </a:tcPr>
                </a:tc>
                <a:tc>
                  <a:txBody>
                    <a:bodyPr/>
                    <a:lstStyle/>
                    <a:p>
                      <a:pPr algn="ctr">
                        <a:buNone/>
                      </a:pPr>
                      <a:endParaRPr lang="es-ES_tradnl" sz="9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noFill/>
                  </a:tcPr>
                </a:tc>
                <a:tc>
                  <a:txBody>
                    <a:bodyPr/>
                    <a:lstStyle/>
                    <a:p>
                      <a:pPr algn="ctr">
                        <a:buNone/>
                      </a:pPr>
                      <a:endParaRPr lang="es-ES_tradnl" sz="9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noFill/>
                  </a:tcPr>
                </a:tc>
                <a:tc>
                  <a:txBody>
                    <a:bodyPr/>
                    <a:lstStyle/>
                    <a:p>
                      <a:pPr algn="ctr">
                        <a:buNone/>
                      </a:pPr>
                      <a:endParaRPr lang="es-ES_tradnl" sz="9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noFill/>
                  </a:tcPr>
                </a:tc>
                <a:tc>
                  <a:txBody>
                    <a:bodyPr/>
                    <a:lstStyle/>
                    <a:p>
                      <a:pPr algn="ctr">
                        <a:buNone/>
                      </a:pPr>
                      <a:endParaRPr lang="es-ES_tradnl" sz="9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noFill/>
                  </a:tcPr>
                </a:tc>
                <a:tc>
                  <a:txBody>
                    <a:bodyPr/>
                    <a:lstStyle/>
                    <a:p>
                      <a:pPr algn="ctr">
                        <a:buNone/>
                      </a:pPr>
                      <a:endParaRPr lang="es-ES_tradnl" sz="9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noFill/>
                  </a:tcPr>
                </a:tc>
                <a:tc>
                  <a:txBody>
                    <a:bodyPr/>
                    <a:lstStyle/>
                    <a:p>
                      <a:pPr algn="ctr">
                        <a:buNone/>
                      </a:pPr>
                      <a:endParaRPr lang="es-ES_tradnl" sz="9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noFill/>
                  </a:tcPr>
                </a:tc>
                <a:tc>
                  <a:txBody>
                    <a:bodyPr/>
                    <a:lstStyle/>
                    <a:p>
                      <a:pPr algn="ctr">
                        <a:buNone/>
                      </a:pPr>
                      <a:endParaRPr lang="es-ES_tradnl" sz="9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noFill/>
                  </a:tcPr>
                </a:tc>
                <a:tc>
                  <a:txBody>
                    <a:bodyPr/>
                    <a:lstStyle/>
                    <a:p>
                      <a:pPr algn="ctr">
                        <a:buNone/>
                      </a:pPr>
                      <a:endParaRPr lang="es-ES_tradnl" sz="9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noFill/>
                  </a:tcPr>
                </a:tc>
                <a:tc>
                  <a:txBody>
                    <a:bodyPr/>
                    <a:lstStyle/>
                    <a:p>
                      <a:pPr algn="ctr">
                        <a:buNone/>
                      </a:pPr>
                      <a:endParaRPr lang="es-ES_tradnl" sz="9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noFill/>
                  </a:tcPr>
                </a:tc>
                <a:tc>
                  <a:txBody>
                    <a:bodyPr/>
                    <a:lstStyle/>
                    <a:p>
                      <a:pPr algn="ctr">
                        <a:buNone/>
                      </a:pPr>
                      <a:endParaRPr lang="es-ES_tradnl" sz="9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noFill/>
                  </a:tcPr>
                </a:tc>
                <a:tc>
                  <a:txBody>
                    <a:bodyPr/>
                    <a:lstStyle/>
                    <a:p>
                      <a:pPr algn="ctr">
                        <a:buNone/>
                      </a:pPr>
                      <a:endParaRPr lang="es-ES_tradnl" sz="9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noFill/>
                  </a:tcPr>
                </a:tc>
                <a:extLst>
                  <a:ext uri="{0D108BD9-81ED-4DB2-BD59-A6C34878D82A}">
                    <a16:rowId xmlns:a16="http://schemas.microsoft.com/office/drawing/2014/main" val="3244040397"/>
                  </a:ext>
                </a:extLst>
              </a:tr>
              <a:tr h="185420">
                <a:tc>
                  <a:txBody>
                    <a:bodyPr/>
                    <a:lstStyle/>
                    <a:p>
                      <a:pPr algn="ctr">
                        <a:buNone/>
                      </a:pPr>
                      <a:endParaRPr lang="es-ES_tradnl" sz="900" b="0" noProof="1">
                        <a:solidFill>
                          <a:schemeClr val="tx1"/>
                        </a:solidFill>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nchor="ctr">
                    <a:lnB w="12700" cap="flat" cmpd="sng" algn="ctr">
                      <a:solidFill>
                        <a:schemeClr val="tx1"/>
                      </a:solidFill>
                      <a:prstDash val="solid"/>
                      <a:round/>
                      <a:headEnd type="none" w="med" len="med"/>
                      <a:tailEnd type="none" w="med" len="med"/>
                    </a:lnB>
                    <a:noFill/>
                  </a:tcPr>
                </a:tc>
                <a:tc>
                  <a:txBody>
                    <a:bodyPr/>
                    <a:lstStyle/>
                    <a:p>
                      <a:pPr algn="ctr">
                        <a:buNone/>
                      </a:pPr>
                      <a:endParaRPr lang="es-ES_tradnl" sz="9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lnB w="12700" cap="flat" cmpd="sng" algn="ctr">
                      <a:solidFill>
                        <a:schemeClr val="tx1"/>
                      </a:solidFill>
                      <a:prstDash val="solid"/>
                      <a:round/>
                      <a:headEnd type="none" w="med" len="med"/>
                      <a:tailEnd type="none" w="med" len="med"/>
                    </a:lnB>
                    <a:noFill/>
                  </a:tcPr>
                </a:tc>
                <a:tc>
                  <a:txBody>
                    <a:bodyPr/>
                    <a:lstStyle/>
                    <a:p>
                      <a:pPr algn="ctr">
                        <a:buNone/>
                      </a:pPr>
                      <a:endParaRPr lang="es-ES_tradnl" sz="9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lnB w="12700" cap="flat" cmpd="sng" algn="ctr">
                      <a:solidFill>
                        <a:schemeClr val="tx1"/>
                      </a:solidFill>
                      <a:prstDash val="solid"/>
                      <a:round/>
                      <a:headEnd type="none" w="med" len="med"/>
                      <a:tailEnd type="none" w="med" len="med"/>
                    </a:lnB>
                    <a:noFill/>
                  </a:tcPr>
                </a:tc>
                <a:tc>
                  <a:txBody>
                    <a:bodyPr/>
                    <a:lstStyle/>
                    <a:p>
                      <a:pPr algn="ctr">
                        <a:buNone/>
                      </a:pPr>
                      <a:endParaRPr lang="es-ES_tradnl" sz="9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lnB w="12700" cap="flat" cmpd="sng" algn="ctr">
                      <a:solidFill>
                        <a:schemeClr val="tx1"/>
                      </a:solidFill>
                      <a:prstDash val="solid"/>
                      <a:round/>
                      <a:headEnd type="none" w="med" len="med"/>
                      <a:tailEnd type="none" w="med" len="med"/>
                    </a:lnB>
                    <a:noFill/>
                  </a:tcPr>
                </a:tc>
                <a:tc>
                  <a:txBody>
                    <a:bodyPr/>
                    <a:lstStyle/>
                    <a:p>
                      <a:pPr algn="ctr">
                        <a:buNone/>
                      </a:pPr>
                      <a:endParaRPr lang="es-ES_tradnl" sz="9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lnB w="12700" cap="flat" cmpd="sng" algn="ctr">
                      <a:solidFill>
                        <a:schemeClr val="tx1"/>
                      </a:solidFill>
                      <a:prstDash val="solid"/>
                      <a:round/>
                      <a:headEnd type="none" w="med" len="med"/>
                      <a:tailEnd type="none" w="med" len="med"/>
                    </a:lnB>
                    <a:noFill/>
                  </a:tcPr>
                </a:tc>
                <a:tc>
                  <a:txBody>
                    <a:bodyPr/>
                    <a:lstStyle/>
                    <a:p>
                      <a:pPr algn="ctr">
                        <a:buNone/>
                      </a:pPr>
                      <a:endParaRPr lang="es-ES_tradnl" sz="9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lnB w="12700" cap="flat" cmpd="sng" algn="ctr">
                      <a:solidFill>
                        <a:schemeClr val="tx1"/>
                      </a:solidFill>
                      <a:prstDash val="solid"/>
                      <a:round/>
                      <a:headEnd type="none" w="med" len="med"/>
                      <a:tailEnd type="none" w="med" len="med"/>
                    </a:lnB>
                    <a:noFill/>
                  </a:tcPr>
                </a:tc>
                <a:tc>
                  <a:txBody>
                    <a:bodyPr/>
                    <a:lstStyle/>
                    <a:p>
                      <a:pPr algn="ctr">
                        <a:buNone/>
                      </a:pPr>
                      <a:endParaRPr lang="es-ES_tradnl" sz="9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lnB w="12700" cap="flat" cmpd="sng" algn="ctr">
                      <a:solidFill>
                        <a:schemeClr val="tx1"/>
                      </a:solidFill>
                      <a:prstDash val="solid"/>
                      <a:round/>
                      <a:headEnd type="none" w="med" len="med"/>
                      <a:tailEnd type="none" w="med" len="med"/>
                    </a:lnB>
                    <a:noFill/>
                  </a:tcPr>
                </a:tc>
                <a:tc>
                  <a:txBody>
                    <a:bodyPr/>
                    <a:lstStyle/>
                    <a:p>
                      <a:pPr algn="ctr">
                        <a:buNone/>
                      </a:pPr>
                      <a:endParaRPr lang="es-ES_tradnl" sz="9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lnB w="12700" cap="flat" cmpd="sng" algn="ctr">
                      <a:solidFill>
                        <a:schemeClr val="tx1"/>
                      </a:solidFill>
                      <a:prstDash val="solid"/>
                      <a:round/>
                      <a:headEnd type="none" w="med" len="med"/>
                      <a:tailEnd type="none" w="med" len="med"/>
                    </a:lnB>
                    <a:noFill/>
                  </a:tcPr>
                </a:tc>
                <a:tc>
                  <a:txBody>
                    <a:bodyPr/>
                    <a:lstStyle/>
                    <a:p>
                      <a:pPr algn="ctr">
                        <a:buNone/>
                      </a:pPr>
                      <a:endParaRPr lang="es-ES_tradnl" sz="9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lnB w="12700" cap="flat" cmpd="sng" algn="ctr">
                      <a:solidFill>
                        <a:schemeClr val="tx1"/>
                      </a:solidFill>
                      <a:prstDash val="solid"/>
                      <a:round/>
                      <a:headEnd type="none" w="med" len="med"/>
                      <a:tailEnd type="none" w="med" len="med"/>
                    </a:lnB>
                    <a:noFill/>
                  </a:tcPr>
                </a:tc>
                <a:tc>
                  <a:txBody>
                    <a:bodyPr/>
                    <a:lstStyle/>
                    <a:p>
                      <a:pPr algn="ctr">
                        <a:buNone/>
                      </a:pPr>
                      <a:endParaRPr lang="es-ES_tradnl" sz="9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lnB w="12700" cap="flat" cmpd="sng" algn="ctr">
                      <a:solidFill>
                        <a:schemeClr val="tx1"/>
                      </a:solidFill>
                      <a:prstDash val="solid"/>
                      <a:round/>
                      <a:headEnd type="none" w="med" len="med"/>
                      <a:tailEnd type="none" w="med" len="med"/>
                    </a:lnB>
                    <a:noFill/>
                  </a:tcPr>
                </a:tc>
                <a:tc>
                  <a:txBody>
                    <a:bodyPr/>
                    <a:lstStyle/>
                    <a:p>
                      <a:pPr algn="ctr">
                        <a:buNone/>
                      </a:pPr>
                      <a:endParaRPr lang="es-ES_tradnl" sz="9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lnB w="12700" cap="flat" cmpd="sng" algn="ctr">
                      <a:solidFill>
                        <a:schemeClr val="tx1"/>
                      </a:solidFill>
                      <a:prstDash val="solid"/>
                      <a:round/>
                      <a:headEnd type="none" w="med" len="med"/>
                      <a:tailEnd type="none" w="med" len="med"/>
                    </a:lnB>
                    <a:noFill/>
                  </a:tcPr>
                </a:tc>
                <a:tc>
                  <a:txBody>
                    <a:bodyPr/>
                    <a:lstStyle/>
                    <a:p>
                      <a:pPr algn="ctr">
                        <a:buNone/>
                      </a:pPr>
                      <a:endParaRPr lang="es-ES_tradnl" sz="9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lnB w="12700" cap="flat" cmpd="sng" algn="ctr">
                      <a:solidFill>
                        <a:schemeClr val="tx1"/>
                      </a:solidFill>
                      <a:prstDash val="solid"/>
                      <a:round/>
                      <a:headEnd type="none" w="med" len="med"/>
                      <a:tailEnd type="none" w="med" len="med"/>
                    </a:lnB>
                    <a:noFill/>
                  </a:tcPr>
                </a:tc>
                <a:tc>
                  <a:txBody>
                    <a:bodyPr/>
                    <a:lstStyle/>
                    <a:p>
                      <a:pPr algn="ctr">
                        <a:buNone/>
                      </a:pPr>
                      <a:endParaRPr lang="es-ES_tradnl" sz="9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lnB w="12700" cap="flat" cmpd="sng" algn="ctr">
                      <a:solidFill>
                        <a:schemeClr val="tx1"/>
                      </a:solidFill>
                      <a:prstDash val="solid"/>
                      <a:round/>
                      <a:headEnd type="none" w="med" len="med"/>
                      <a:tailEnd type="none" w="med" len="med"/>
                    </a:lnB>
                    <a:noFill/>
                  </a:tcPr>
                </a:tc>
                <a:tc>
                  <a:txBody>
                    <a:bodyPr/>
                    <a:lstStyle/>
                    <a:p>
                      <a:pPr algn="ctr">
                        <a:buNone/>
                      </a:pPr>
                      <a:endParaRPr lang="es-ES_tradnl" sz="9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lnB w="12700" cap="flat" cmpd="sng" algn="ctr">
                      <a:solidFill>
                        <a:schemeClr val="tx1"/>
                      </a:solidFill>
                      <a:prstDash val="solid"/>
                      <a:round/>
                      <a:headEnd type="none" w="med" len="med"/>
                      <a:tailEnd type="none" w="med" len="med"/>
                    </a:lnB>
                    <a:noFill/>
                  </a:tcPr>
                </a:tc>
                <a:tc>
                  <a:txBody>
                    <a:bodyPr/>
                    <a:lstStyle/>
                    <a:p>
                      <a:pPr algn="ctr">
                        <a:buNone/>
                      </a:pPr>
                      <a:endParaRPr lang="es-ES_tradnl" sz="9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lnB w="12700" cap="flat" cmpd="sng" algn="ctr">
                      <a:solidFill>
                        <a:schemeClr val="tx1"/>
                      </a:solidFill>
                      <a:prstDash val="solid"/>
                      <a:round/>
                      <a:headEnd type="none" w="med" len="med"/>
                      <a:tailEnd type="none" w="med" len="med"/>
                    </a:lnB>
                    <a:noFill/>
                  </a:tcPr>
                </a:tc>
                <a:tc>
                  <a:txBody>
                    <a:bodyPr/>
                    <a:lstStyle/>
                    <a:p>
                      <a:pPr algn="ctr">
                        <a:buNone/>
                      </a:pPr>
                      <a:endParaRPr lang="es-ES_tradnl" sz="9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39918356"/>
                  </a:ext>
                </a:extLst>
              </a:tr>
            </a:tbl>
          </a:graphicData>
        </a:graphic>
      </p:graphicFrame>
      <p:sp>
        <p:nvSpPr>
          <p:cNvPr id="8" name="Inhaltsplatzhalter 7">
            <a:extLst>
              <a:ext uri="{FF2B5EF4-FFF2-40B4-BE49-F238E27FC236}">
                <a16:creationId xmlns:a16="http://schemas.microsoft.com/office/drawing/2014/main" id="{68FA3832-1304-771B-7FF4-2BFF7B8CB961}"/>
              </a:ext>
            </a:extLst>
          </p:cNvPr>
          <p:cNvSpPr txBox="1">
            <a:spLocks noGrp="1"/>
          </p:cNvSpPr>
          <p:nvPr>
            <p:ph sz="quarter" idx="16"/>
          </p:nvPr>
        </p:nvSpPr>
        <p:spPr>
          <a:xfrm>
            <a:off x="561487" y="2465822"/>
            <a:ext cx="2688490" cy="1421928"/>
          </a:xfrm>
          <a:prstGeom prst="rect">
            <a:avLst/>
          </a:prstGeom>
          <a:noFill/>
        </p:spPr>
        <p:txBody>
          <a:bodyPr wrap="square">
            <a:spAutoFit/>
          </a:bodyPr>
          <a:lstStyle/>
          <a:p>
            <a:pPr algn="l"/>
            <a:r>
              <a:rPr lang="es-ES_tradnl" dirty="0"/>
              <a:t>El sistema mantiene estabilidad y convergencia, con ligeros incrementos en sobreimpulso y esfuerzo de control a medida que aumenta el retardo.</a:t>
            </a:r>
          </a:p>
        </p:txBody>
      </p:sp>
      <p:pic>
        <p:nvPicPr>
          <p:cNvPr id="5" name="Onlinebild-Platzhalter 4">
            <a:extLst>
              <a:ext uri="{FF2B5EF4-FFF2-40B4-BE49-F238E27FC236}">
                <a16:creationId xmlns:a16="http://schemas.microsoft.com/office/drawing/2014/main" id="{660B91F6-4F57-67A7-9150-328B3375CD09}"/>
              </a:ext>
            </a:extLst>
          </p:cNvPr>
          <p:cNvPicPr>
            <a:picLocks noGrp="1" noChangeAspect="1"/>
          </p:cNvPicPr>
          <p:nvPr>
            <p:ph type="clipArt" sz="quarter" idx="15"/>
          </p:nvPr>
        </p:nvPicPr>
        <p:blipFill>
          <a:blip r:embed="rId2"/>
          <a:stretch>
            <a:fillRect/>
          </a:stretch>
        </p:blipFill>
        <p:spPr>
          <a:xfrm>
            <a:off x="3525398" y="2078038"/>
            <a:ext cx="6742322" cy="2505075"/>
          </a:xfrm>
          <a:prstGeom prst="rect">
            <a:avLst/>
          </a:prstGeom>
        </p:spPr>
      </p:pic>
      <p:sp>
        <p:nvSpPr>
          <p:cNvPr id="2" name="Fußzeilenplatzhalter 2">
            <a:extLst>
              <a:ext uri="{FF2B5EF4-FFF2-40B4-BE49-F238E27FC236}">
                <a16:creationId xmlns:a16="http://schemas.microsoft.com/office/drawing/2014/main" id="{38F04B3B-FDC7-3F8A-5A97-E4D744A2DCE8}"/>
              </a:ext>
            </a:extLst>
          </p:cNvPr>
          <p:cNvSpPr txBox="1">
            <a:spLocks/>
          </p:cNvSpPr>
          <p:nvPr/>
        </p:nvSpPr>
        <p:spPr>
          <a:xfrm>
            <a:off x="278030" y="6356350"/>
            <a:ext cx="11777612" cy="365125"/>
          </a:xfrm>
          <a:prstGeom prst="rect">
            <a:avLst/>
          </a:prstGeom>
        </p:spPr>
        <p:txBody>
          <a:bodyPr/>
          <a:ls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s-ES_tradnl" sz="900" dirty="0"/>
              <a:t>TFM – Master Inteligencia Artificial – Control Monoarticular aplicado en manipuladores móviles utilizando aprendizaje por refuerzo  –  Ricardo Enrique  Sarabia Palacio</a:t>
            </a:r>
          </a:p>
        </p:txBody>
      </p:sp>
    </p:spTree>
    <p:extLst>
      <p:ext uri="{BB962C8B-B14F-4D97-AF65-F5344CB8AC3E}">
        <p14:creationId xmlns:p14="http://schemas.microsoft.com/office/powerpoint/2010/main" val="367637990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D8BB75-CB0D-0BD5-6B62-2B617182CB5C}"/>
            </a:ext>
          </a:extLst>
        </p:cNvPr>
        <p:cNvGrpSpPr/>
        <p:nvPr/>
      </p:nvGrpSpPr>
      <p:grpSpPr>
        <a:xfrm>
          <a:off x="0" y="0"/>
          <a:ext cx="0" cy="0"/>
          <a:chOff x="0" y="0"/>
          <a:chExt cx="0" cy="0"/>
        </a:xfrm>
      </p:grpSpPr>
      <p:sp>
        <p:nvSpPr>
          <p:cNvPr id="3" name="Textplatzhalter 2">
            <a:extLst>
              <a:ext uri="{FF2B5EF4-FFF2-40B4-BE49-F238E27FC236}">
                <a16:creationId xmlns:a16="http://schemas.microsoft.com/office/drawing/2014/main" id="{58B84425-44D1-D562-1892-89C717647888}"/>
              </a:ext>
            </a:extLst>
          </p:cNvPr>
          <p:cNvSpPr>
            <a:spLocks noGrp="1"/>
          </p:cNvSpPr>
          <p:nvPr>
            <p:ph type="body" sz="quarter" idx="12"/>
          </p:nvPr>
        </p:nvSpPr>
        <p:spPr/>
        <p:txBody>
          <a:bodyPr/>
          <a:lstStyle/>
          <a:p>
            <a:r>
              <a:rPr lang="es-ES_tradnl" noProof="1">
                <a:solidFill>
                  <a:schemeClr val="tx1">
                    <a:lumMod val="75000"/>
                    <a:lumOff val="25000"/>
                  </a:schemeClr>
                </a:solidFill>
              </a:rPr>
              <a:t>Bajo perturbaciones. do1ini. Velocidad angular inicial.</a:t>
            </a:r>
          </a:p>
          <a:p>
            <a:endParaRPr lang="es-ES_tradnl" dirty="0"/>
          </a:p>
        </p:txBody>
      </p:sp>
      <p:sp>
        <p:nvSpPr>
          <p:cNvPr id="5" name="Inhaltsplatzhalter 4">
            <a:extLst>
              <a:ext uri="{FF2B5EF4-FFF2-40B4-BE49-F238E27FC236}">
                <a16:creationId xmlns:a16="http://schemas.microsoft.com/office/drawing/2014/main" id="{39A36FBC-3D16-EA11-308C-0886973B7A99}"/>
              </a:ext>
            </a:extLst>
          </p:cNvPr>
          <p:cNvSpPr>
            <a:spLocks noGrp="1"/>
          </p:cNvSpPr>
          <p:nvPr>
            <p:ph sz="quarter" idx="16"/>
          </p:nvPr>
        </p:nvSpPr>
        <p:spPr/>
        <p:txBody>
          <a:bodyPr>
            <a:normAutofit fontScale="92500" lnSpcReduction="10000"/>
          </a:bodyPr>
          <a:lstStyle/>
          <a:p>
            <a:pPr algn="l"/>
            <a:r>
              <a:rPr lang="es-ES_tradnl" b="1" noProof="1">
                <a:solidFill>
                  <a:schemeClr val="tx1">
                    <a:lumMod val="75000"/>
                    <a:lumOff val="25000"/>
                  </a:schemeClr>
                </a:solidFill>
              </a:rPr>
              <a:t>do1ini= (-0.5, 0, 0.5) [rad/s]</a:t>
            </a:r>
          </a:p>
          <a:p>
            <a:pPr algn="l"/>
            <a:r>
              <a:rPr lang="es-ES_tradnl" noProof="1">
                <a:solidFill>
                  <a:schemeClr val="tx1">
                    <a:lumMod val="75000"/>
                    <a:lumOff val="25000"/>
                  </a:schemeClr>
                </a:solidFill>
              </a:rPr>
              <a:t>Pitch, Roll =0°, o1ini= 0°, Retardo=0ms </a:t>
            </a:r>
            <a:endParaRPr lang="es-ES_tradnl" dirty="0"/>
          </a:p>
          <a:p>
            <a:endParaRPr lang="es-ES_tradnl" b="1" dirty="0"/>
          </a:p>
          <a:p>
            <a:endParaRPr lang="es-ES_tradnl" dirty="0"/>
          </a:p>
        </p:txBody>
      </p:sp>
      <p:sp>
        <p:nvSpPr>
          <p:cNvPr id="9" name="Inhaltsplatzhalter 1">
            <a:extLst>
              <a:ext uri="{FF2B5EF4-FFF2-40B4-BE49-F238E27FC236}">
                <a16:creationId xmlns:a16="http://schemas.microsoft.com/office/drawing/2014/main" id="{5D347F47-4EF2-D410-F9F6-C7E256EF4860}"/>
              </a:ext>
            </a:extLst>
          </p:cNvPr>
          <p:cNvSpPr>
            <a:spLocks noGrp="1"/>
          </p:cNvSpPr>
          <p:nvPr>
            <p:ph sz="quarter" idx="14"/>
          </p:nvPr>
        </p:nvSpPr>
        <p:spPr>
          <a:xfrm>
            <a:off x="6390198" y="5092979"/>
            <a:ext cx="4534893" cy="1066521"/>
          </a:xfrm>
        </p:spPr>
        <p:txBody>
          <a:bodyPr>
            <a:noAutofit/>
          </a:bodyPr>
          <a:lstStyle/>
          <a:p>
            <a:pPr algn="l"/>
            <a:r>
              <a:rPr lang="es-ES_tradnl" dirty="0"/>
              <a:t>La velocidad angular inicial distorsiona el RMSE, evidenciando una fuerte dependencia del desempeño respecto al estado dinámico inicial.</a:t>
            </a:r>
          </a:p>
          <a:p>
            <a:pPr algn="l">
              <a:lnSpc>
                <a:spcPct val="120000"/>
              </a:lnSpc>
            </a:pPr>
            <a:endParaRPr lang="es-ES_tradnl" dirty="0"/>
          </a:p>
        </p:txBody>
      </p:sp>
      <p:sp>
        <p:nvSpPr>
          <p:cNvPr id="2" name="Fußzeilenplatzhalter 2">
            <a:extLst>
              <a:ext uri="{FF2B5EF4-FFF2-40B4-BE49-F238E27FC236}">
                <a16:creationId xmlns:a16="http://schemas.microsoft.com/office/drawing/2014/main" id="{38705877-7DA3-7C69-9714-27B018A0AA1A}"/>
              </a:ext>
            </a:extLst>
          </p:cNvPr>
          <p:cNvSpPr txBox="1">
            <a:spLocks/>
          </p:cNvSpPr>
          <p:nvPr/>
        </p:nvSpPr>
        <p:spPr>
          <a:xfrm>
            <a:off x="278030" y="6356350"/>
            <a:ext cx="11777612" cy="365125"/>
          </a:xfrm>
          <a:prstGeom prst="rect">
            <a:avLst/>
          </a:prstGeom>
        </p:spPr>
        <p:txBody>
          <a:bodyPr/>
          <a:ls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s-ES_tradnl" sz="900" dirty="0"/>
              <a:t>TFM – Master Inteligencia Artificial – Control Monoarticular aplicado en manipuladores móviles utilizando aprendizaje por refuerzo  –  Ricardo Enrique  Sarabia Palacio</a:t>
            </a:r>
          </a:p>
        </p:txBody>
      </p:sp>
      <p:pic>
        <p:nvPicPr>
          <p:cNvPr id="7" name="Onlinebild-Platzhalter 6">
            <a:extLst>
              <a:ext uri="{FF2B5EF4-FFF2-40B4-BE49-F238E27FC236}">
                <a16:creationId xmlns:a16="http://schemas.microsoft.com/office/drawing/2014/main" id="{5EA8DBAA-C573-EB10-80B5-A35FE542DAA1}"/>
              </a:ext>
            </a:extLst>
          </p:cNvPr>
          <p:cNvPicPr>
            <a:picLocks noGrp="1" noChangeAspect="1"/>
          </p:cNvPicPr>
          <p:nvPr>
            <p:ph type="clipArt" sz="quarter" idx="15"/>
          </p:nvPr>
        </p:nvPicPr>
        <p:blipFill>
          <a:blip r:embed="rId2"/>
          <a:stretch>
            <a:fillRect/>
          </a:stretch>
        </p:blipFill>
        <p:spPr>
          <a:xfrm>
            <a:off x="639591" y="2151063"/>
            <a:ext cx="5127968" cy="4008437"/>
          </a:xfrm>
          <a:prstGeom prst="rect">
            <a:avLst/>
          </a:prstGeom>
        </p:spPr>
      </p:pic>
    </p:spTree>
    <p:extLst>
      <p:ext uri="{BB962C8B-B14F-4D97-AF65-F5344CB8AC3E}">
        <p14:creationId xmlns:p14="http://schemas.microsoft.com/office/powerpoint/2010/main" val="403286221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CEEEA3-16C3-9927-E346-10C0052DC70E}"/>
            </a:ext>
          </a:extLst>
        </p:cNvPr>
        <p:cNvGrpSpPr/>
        <p:nvPr/>
      </p:nvGrpSpPr>
      <p:grpSpPr>
        <a:xfrm>
          <a:off x="0" y="0"/>
          <a:ext cx="0" cy="0"/>
          <a:chOff x="0" y="0"/>
          <a:chExt cx="0" cy="0"/>
        </a:xfrm>
      </p:grpSpPr>
      <p:sp>
        <p:nvSpPr>
          <p:cNvPr id="3" name="Textplatzhalter 2">
            <a:extLst>
              <a:ext uri="{FF2B5EF4-FFF2-40B4-BE49-F238E27FC236}">
                <a16:creationId xmlns:a16="http://schemas.microsoft.com/office/drawing/2014/main" id="{509DEFBA-7413-F516-1A23-E78F4DB38AD4}"/>
              </a:ext>
            </a:extLst>
          </p:cNvPr>
          <p:cNvSpPr>
            <a:spLocks noGrp="1"/>
          </p:cNvSpPr>
          <p:nvPr>
            <p:ph type="body" sz="quarter" idx="12"/>
          </p:nvPr>
        </p:nvSpPr>
        <p:spPr/>
        <p:txBody>
          <a:bodyPr/>
          <a:lstStyle/>
          <a:p>
            <a:r>
              <a:rPr lang="es-ES_tradnl" noProof="1">
                <a:solidFill>
                  <a:schemeClr val="tx1">
                    <a:lumMod val="75000"/>
                    <a:lumOff val="25000"/>
                  </a:schemeClr>
                </a:solidFill>
              </a:rPr>
              <a:t>Bajo perturbaciones. do1ini. Velocidad angular inicial. o1sp=45°</a:t>
            </a:r>
          </a:p>
          <a:p>
            <a:endParaRPr lang="es-ES_tradnl" dirty="0"/>
          </a:p>
        </p:txBody>
      </p:sp>
      <p:graphicFrame>
        <p:nvGraphicFramePr>
          <p:cNvPr id="7" name="Inhaltsplatzhalter 5">
            <a:extLst>
              <a:ext uri="{FF2B5EF4-FFF2-40B4-BE49-F238E27FC236}">
                <a16:creationId xmlns:a16="http://schemas.microsoft.com/office/drawing/2014/main" id="{203A6C4D-0FFB-2D1E-0A5D-E09D819E724C}"/>
              </a:ext>
            </a:extLst>
          </p:cNvPr>
          <p:cNvGraphicFramePr>
            <a:graphicFrameLocks noGrp="1"/>
          </p:cNvGraphicFramePr>
          <p:nvPr>
            <p:ph sz="quarter" idx="14"/>
            <p:extLst>
              <p:ext uri="{D42A27DB-BD31-4B8C-83A1-F6EECF244321}">
                <p14:modId xmlns:p14="http://schemas.microsoft.com/office/powerpoint/2010/main" val="152371969"/>
              </p:ext>
            </p:extLst>
          </p:nvPr>
        </p:nvGraphicFramePr>
        <p:xfrm>
          <a:off x="561487" y="4667091"/>
          <a:ext cx="10532960" cy="1210945"/>
        </p:xfrm>
        <a:graphic>
          <a:graphicData uri="http://schemas.openxmlformats.org/drawingml/2006/table">
            <a:tbl>
              <a:tblPr firstRow="1" firstCol="1" bandRow="1">
                <a:tableStyleId>{5C22544A-7EE6-4342-B048-85BDC9FD1C3A}</a:tableStyleId>
              </a:tblPr>
              <a:tblGrid>
                <a:gridCol w="536839">
                  <a:extLst>
                    <a:ext uri="{9D8B030D-6E8A-4147-A177-3AD203B41FA5}">
                      <a16:colId xmlns:a16="http://schemas.microsoft.com/office/drawing/2014/main" val="824630556"/>
                    </a:ext>
                  </a:extLst>
                </a:gridCol>
                <a:gridCol w="538332">
                  <a:extLst>
                    <a:ext uri="{9D8B030D-6E8A-4147-A177-3AD203B41FA5}">
                      <a16:colId xmlns:a16="http://schemas.microsoft.com/office/drawing/2014/main" val="469466284"/>
                    </a:ext>
                  </a:extLst>
                </a:gridCol>
                <a:gridCol w="865365">
                  <a:extLst>
                    <a:ext uri="{9D8B030D-6E8A-4147-A177-3AD203B41FA5}">
                      <a16:colId xmlns:a16="http://schemas.microsoft.com/office/drawing/2014/main" val="4121467693"/>
                    </a:ext>
                  </a:extLst>
                </a:gridCol>
                <a:gridCol w="823553">
                  <a:extLst>
                    <a:ext uri="{9D8B030D-6E8A-4147-A177-3AD203B41FA5}">
                      <a16:colId xmlns:a16="http://schemas.microsoft.com/office/drawing/2014/main" val="4078333586"/>
                    </a:ext>
                  </a:extLst>
                </a:gridCol>
                <a:gridCol w="728729">
                  <a:extLst>
                    <a:ext uri="{9D8B030D-6E8A-4147-A177-3AD203B41FA5}">
                      <a16:colId xmlns:a16="http://schemas.microsoft.com/office/drawing/2014/main" val="2383919902"/>
                    </a:ext>
                  </a:extLst>
                </a:gridCol>
                <a:gridCol w="644357">
                  <a:extLst>
                    <a:ext uri="{9D8B030D-6E8A-4147-A177-3AD203B41FA5}">
                      <a16:colId xmlns:a16="http://schemas.microsoft.com/office/drawing/2014/main" val="4156923515"/>
                    </a:ext>
                  </a:extLst>
                </a:gridCol>
                <a:gridCol w="757101">
                  <a:extLst>
                    <a:ext uri="{9D8B030D-6E8A-4147-A177-3AD203B41FA5}">
                      <a16:colId xmlns:a16="http://schemas.microsoft.com/office/drawing/2014/main" val="1749238962"/>
                    </a:ext>
                  </a:extLst>
                </a:gridCol>
                <a:gridCol w="752620">
                  <a:extLst>
                    <a:ext uri="{9D8B030D-6E8A-4147-A177-3AD203B41FA5}">
                      <a16:colId xmlns:a16="http://schemas.microsoft.com/office/drawing/2014/main" val="2536129472"/>
                    </a:ext>
                  </a:extLst>
                </a:gridCol>
                <a:gridCol w="621958">
                  <a:extLst>
                    <a:ext uri="{9D8B030D-6E8A-4147-A177-3AD203B41FA5}">
                      <a16:colId xmlns:a16="http://schemas.microsoft.com/office/drawing/2014/main" val="2431686169"/>
                    </a:ext>
                  </a:extLst>
                </a:gridCol>
                <a:gridCol w="477855">
                  <a:extLst>
                    <a:ext uri="{9D8B030D-6E8A-4147-A177-3AD203B41FA5}">
                      <a16:colId xmlns:a16="http://schemas.microsoft.com/office/drawing/2014/main" val="3755756144"/>
                    </a:ext>
                  </a:extLst>
                </a:gridCol>
                <a:gridCol w="453962">
                  <a:extLst>
                    <a:ext uri="{9D8B030D-6E8A-4147-A177-3AD203B41FA5}">
                      <a16:colId xmlns:a16="http://schemas.microsoft.com/office/drawing/2014/main" val="3926235026"/>
                    </a:ext>
                  </a:extLst>
                </a:gridCol>
                <a:gridCol w="682435">
                  <a:extLst>
                    <a:ext uri="{9D8B030D-6E8A-4147-A177-3AD203B41FA5}">
                      <a16:colId xmlns:a16="http://schemas.microsoft.com/office/drawing/2014/main" val="3826450058"/>
                    </a:ext>
                  </a:extLst>
                </a:gridCol>
                <a:gridCol w="617479">
                  <a:extLst>
                    <a:ext uri="{9D8B030D-6E8A-4147-A177-3AD203B41FA5}">
                      <a16:colId xmlns:a16="http://schemas.microsoft.com/office/drawing/2014/main" val="2782763862"/>
                    </a:ext>
                  </a:extLst>
                </a:gridCol>
                <a:gridCol w="821312">
                  <a:extLst>
                    <a:ext uri="{9D8B030D-6E8A-4147-A177-3AD203B41FA5}">
                      <a16:colId xmlns:a16="http://schemas.microsoft.com/office/drawing/2014/main" val="4235403215"/>
                    </a:ext>
                  </a:extLst>
                </a:gridCol>
                <a:gridCol w="621958">
                  <a:extLst>
                    <a:ext uri="{9D8B030D-6E8A-4147-A177-3AD203B41FA5}">
                      <a16:colId xmlns:a16="http://schemas.microsoft.com/office/drawing/2014/main" val="2153124820"/>
                    </a:ext>
                  </a:extLst>
                </a:gridCol>
                <a:gridCol w="589105">
                  <a:extLst>
                    <a:ext uri="{9D8B030D-6E8A-4147-A177-3AD203B41FA5}">
                      <a16:colId xmlns:a16="http://schemas.microsoft.com/office/drawing/2014/main" val="3601810853"/>
                    </a:ext>
                  </a:extLst>
                </a:gridCol>
              </a:tblGrid>
              <a:tr h="185420">
                <a:tc>
                  <a:txBody>
                    <a:bodyPr/>
                    <a:lstStyle/>
                    <a:p>
                      <a:pPr algn="ctr">
                        <a:buNone/>
                      </a:pPr>
                      <a:r>
                        <a:rPr lang="es-ES_tradnl" sz="900" noProof="1">
                          <a:solidFill>
                            <a:schemeClr val="tx1"/>
                          </a:solidFill>
                          <a:effectLst/>
                          <a:latin typeface="Times New Roman" panose="02020603050405020304" pitchFamily="18" charset="0"/>
                          <a:cs typeface="Times New Roman" panose="02020603050405020304" pitchFamily="18" charset="0"/>
                        </a:rPr>
                        <a:t>Rank</a:t>
                      </a:r>
                      <a:endParaRPr lang="es-ES_tradnl" sz="900" noProof="1">
                        <a:solidFill>
                          <a:schemeClr val="tx1"/>
                        </a:solidFill>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s-ES_tradnl" sz="900" noProof="1">
                          <a:solidFill>
                            <a:schemeClr val="tx1"/>
                          </a:solidFill>
                          <a:effectLst/>
                          <a:latin typeface="Times New Roman" panose="02020603050405020304" pitchFamily="18" charset="0"/>
                          <a:cs typeface="Times New Roman" panose="02020603050405020304" pitchFamily="18" charset="0"/>
                        </a:rPr>
                        <a:t>Sweep Val</a:t>
                      </a:r>
                      <a:endParaRPr lang="es-ES_tradnl" sz="900" noProof="1">
                        <a:solidFill>
                          <a:schemeClr val="tx1"/>
                        </a:solidFill>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s-ES_tradnl" sz="900" noProof="1">
                          <a:solidFill>
                            <a:schemeClr val="tx1"/>
                          </a:solidFill>
                          <a:effectLst/>
                          <a:latin typeface="Times New Roman" panose="02020603050405020304" pitchFamily="18" charset="0"/>
                          <a:cs typeface="Times New Roman" panose="02020603050405020304" pitchFamily="18" charset="0"/>
                        </a:rPr>
                        <a:t>O1_final</a:t>
                      </a:r>
                      <a:endParaRPr lang="es-ES_tradnl" sz="900" noProof="1">
                        <a:solidFill>
                          <a:schemeClr val="tx1"/>
                        </a:solidFill>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50000"/>
                        </a:lnSpc>
                        <a:buNone/>
                      </a:pPr>
                      <a:r>
                        <a:rPr lang="es-ES_tradnl" sz="900" noProof="1">
                          <a:solidFill>
                            <a:schemeClr val="tx1"/>
                          </a:solidFill>
                          <a:effectLst/>
                          <a:latin typeface="Times New Roman" panose="02020603050405020304" pitchFamily="18" charset="0"/>
                          <a:cs typeface="Times New Roman" panose="02020603050405020304" pitchFamily="18" charset="0"/>
                        </a:rPr>
                        <a:t>Mp [°]</a:t>
                      </a:r>
                      <a:endParaRPr lang="es-ES_tradnl" sz="900" noProof="1">
                        <a:solidFill>
                          <a:schemeClr val="tx1"/>
                        </a:solidFill>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s-ES_tradnl" sz="900" noProof="1">
                          <a:solidFill>
                            <a:schemeClr val="tx1"/>
                          </a:solidFill>
                          <a:effectLst/>
                          <a:latin typeface="Times New Roman" panose="02020603050405020304" pitchFamily="18" charset="0"/>
                          <a:cs typeface="Times New Roman" panose="02020603050405020304" pitchFamily="18" charset="0"/>
                        </a:rPr>
                        <a:t>Mp[%]</a:t>
                      </a:r>
                      <a:endParaRPr lang="es-ES_tradnl" sz="900" noProof="1">
                        <a:solidFill>
                          <a:schemeClr val="tx1"/>
                        </a:solidFill>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50000"/>
                        </a:lnSpc>
                        <a:buNone/>
                      </a:pPr>
                      <a:r>
                        <a:rPr lang="es-ES_tradnl" sz="900" noProof="1">
                          <a:solidFill>
                            <a:schemeClr val="tx1"/>
                          </a:solidFill>
                          <a:effectLst/>
                          <a:latin typeface="Times New Roman" panose="02020603050405020304" pitchFamily="18" charset="0"/>
                          <a:cs typeface="Times New Roman" panose="02020603050405020304" pitchFamily="18" charset="0"/>
                        </a:rPr>
                        <a:t>T[s]</a:t>
                      </a:r>
                      <a:endParaRPr lang="es-ES_tradnl" sz="900" noProof="1">
                        <a:solidFill>
                          <a:schemeClr val="tx1"/>
                        </a:solidFill>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50000"/>
                        </a:lnSpc>
                        <a:buNone/>
                      </a:pPr>
                      <a:r>
                        <a:rPr lang="es-ES_tradnl" sz="900" noProof="1">
                          <a:solidFill>
                            <a:schemeClr val="tx1"/>
                          </a:solidFill>
                          <a:effectLst/>
                          <a:latin typeface="Times New Roman" panose="02020603050405020304" pitchFamily="18" charset="0"/>
                          <a:cs typeface="Times New Roman" panose="02020603050405020304" pitchFamily="18" charset="0"/>
                        </a:rPr>
                        <a:t>e_ss_abs[°]</a:t>
                      </a:r>
                      <a:endParaRPr lang="es-ES_tradnl" sz="900" noProof="1">
                        <a:solidFill>
                          <a:schemeClr val="tx1"/>
                        </a:solidFill>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s-ES_tradnl" sz="900" noProof="1">
                          <a:solidFill>
                            <a:schemeClr val="tx1"/>
                          </a:solidFill>
                          <a:effectLst/>
                          <a:latin typeface="Times New Roman" panose="02020603050405020304" pitchFamily="18" charset="0"/>
                          <a:cs typeface="Times New Roman" panose="02020603050405020304" pitchFamily="18" charset="0"/>
                        </a:rPr>
                        <a:t>RMSE[°]</a:t>
                      </a:r>
                      <a:endParaRPr lang="es-ES_tradnl" sz="900" noProof="1">
                        <a:solidFill>
                          <a:schemeClr val="tx1"/>
                        </a:solidFill>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s-ES_tradnl" sz="900" noProof="1">
                          <a:solidFill>
                            <a:schemeClr val="tx1"/>
                          </a:solidFill>
                          <a:effectLst/>
                          <a:latin typeface="Times New Roman" panose="02020603050405020304" pitchFamily="18" charset="0"/>
                          <a:cs typeface="Times New Roman" panose="02020603050405020304" pitchFamily="18" charset="0"/>
                        </a:rPr>
                        <a:t>ITAE[°s]</a:t>
                      </a:r>
                      <a:endParaRPr lang="es-ES_tradnl" sz="900" noProof="1">
                        <a:solidFill>
                          <a:schemeClr val="tx1"/>
                        </a:solidFill>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s-ES_tradnl" sz="900" noProof="1">
                          <a:solidFill>
                            <a:schemeClr val="tx1"/>
                          </a:solidFill>
                          <a:effectLst/>
                          <a:latin typeface="Times New Roman" panose="02020603050405020304" pitchFamily="18" charset="0"/>
                          <a:cs typeface="Times New Roman" panose="02020603050405020304" pitchFamily="18" charset="0"/>
                        </a:rPr>
                        <a:t>Tr[s]</a:t>
                      </a:r>
                      <a:endParaRPr lang="es-ES_tradnl" sz="900" noProof="1">
                        <a:solidFill>
                          <a:schemeClr val="tx1"/>
                        </a:solidFill>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s-ES_tradnl" sz="900" noProof="1">
                          <a:solidFill>
                            <a:schemeClr val="tx1"/>
                          </a:solidFill>
                          <a:effectLst/>
                          <a:latin typeface="Times New Roman" panose="02020603050405020304" pitchFamily="18" charset="0"/>
                          <a:cs typeface="Times New Roman" panose="02020603050405020304" pitchFamily="18" charset="0"/>
                        </a:rPr>
                        <a:t>Iosc</a:t>
                      </a:r>
                      <a:endParaRPr lang="es-ES_tradnl" sz="900" noProof="1">
                        <a:solidFill>
                          <a:schemeClr val="tx1"/>
                        </a:solidFill>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s-ES_tradnl" sz="900" noProof="1">
                          <a:solidFill>
                            <a:schemeClr val="tx1"/>
                          </a:solidFill>
                          <a:effectLst/>
                          <a:latin typeface="Times New Roman" panose="02020603050405020304" pitchFamily="18" charset="0"/>
                          <a:cs typeface="Times New Roman" panose="02020603050405020304" pitchFamily="18" charset="0"/>
                        </a:rPr>
                        <a:t>U_peak</a:t>
                      </a:r>
                      <a:endParaRPr lang="es-ES_tradnl" sz="900" noProof="1">
                        <a:solidFill>
                          <a:schemeClr val="tx1"/>
                        </a:solidFill>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s-ES_tradnl" sz="900" noProof="1">
                          <a:solidFill>
                            <a:schemeClr val="tx1"/>
                          </a:solidFill>
                          <a:effectLst/>
                          <a:latin typeface="Times New Roman" panose="02020603050405020304" pitchFamily="18" charset="0"/>
                          <a:cs typeface="Times New Roman" panose="02020603050405020304" pitchFamily="18" charset="0"/>
                        </a:rPr>
                        <a:t>U_rms</a:t>
                      </a:r>
                      <a:endParaRPr lang="es-ES_tradnl" sz="900" noProof="1">
                        <a:solidFill>
                          <a:schemeClr val="tx1"/>
                        </a:solidFill>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s-ES_tradnl" sz="900" noProof="1">
                          <a:solidFill>
                            <a:schemeClr val="tx1"/>
                          </a:solidFill>
                          <a:effectLst/>
                          <a:latin typeface="Times New Roman" panose="02020603050405020304" pitchFamily="18" charset="0"/>
                          <a:cs typeface="Times New Roman" panose="02020603050405020304" pitchFamily="18" charset="0"/>
                        </a:rPr>
                        <a:t>U_energy</a:t>
                      </a:r>
                      <a:endParaRPr lang="es-ES_tradnl" sz="900" noProof="1">
                        <a:solidFill>
                          <a:schemeClr val="tx1"/>
                        </a:solidFill>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s-ES_tradnl" sz="900" noProof="1">
                          <a:solidFill>
                            <a:schemeClr val="tx1"/>
                          </a:solidFill>
                          <a:effectLst/>
                          <a:latin typeface="Times New Roman" panose="02020603050405020304" pitchFamily="18" charset="0"/>
                          <a:cs typeface="Times New Roman" panose="02020603050405020304" pitchFamily="18" charset="0"/>
                        </a:rPr>
                        <a:t>U_abs</a:t>
                      </a:r>
                      <a:endParaRPr lang="es-ES_tradnl" sz="900" noProof="1">
                        <a:solidFill>
                          <a:schemeClr val="tx1"/>
                        </a:solidFill>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s-ES_tradnl" sz="900" noProof="1">
                          <a:solidFill>
                            <a:schemeClr val="tx1"/>
                          </a:solidFill>
                          <a:effectLst/>
                          <a:latin typeface="Times New Roman" panose="02020603050405020304" pitchFamily="18" charset="0"/>
                          <a:cs typeface="Times New Roman" panose="02020603050405020304" pitchFamily="18" charset="0"/>
                        </a:rPr>
                        <a:t>U_TV</a:t>
                      </a:r>
                      <a:endParaRPr lang="es-ES_tradnl" sz="900" noProof="1">
                        <a:solidFill>
                          <a:schemeClr val="tx1"/>
                        </a:solidFill>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892367217"/>
                  </a:ext>
                </a:extLst>
              </a:tr>
              <a:tr h="194945">
                <a:tc>
                  <a:txBody>
                    <a:bodyPr/>
                    <a:lstStyle/>
                    <a:p>
                      <a:pPr algn="ctr">
                        <a:buNone/>
                      </a:pPr>
                      <a:r>
                        <a:rPr lang="es-ES_tradnl" sz="900" b="0" noProof="1">
                          <a:solidFill>
                            <a:schemeClr val="tx1"/>
                          </a:solidFill>
                          <a:effectLst/>
                          <a:latin typeface="Times New Roman" panose="02020603050405020304" pitchFamily="18" charset="0"/>
                          <a:cs typeface="Times New Roman" panose="02020603050405020304" pitchFamily="18" charset="0"/>
                        </a:rPr>
                        <a:t>1</a:t>
                      </a:r>
                      <a:endParaRPr lang="es-ES_tradnl" sz="900" b="0" noProof="1">
                        <a:solidFill>
                          <a:schemeClr val="tx1"/>
                        </a:solidFill>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nchor="ctr">
                    <a:lnT w="12700" cap="flat" cmpd="sng" algn="ctr">
                      <a:solidFill>
                        <a:schemeClr val="tx1"/>
                      </a:solidFill>
                      <a:prstDash val="solid"/>
                      <a:round/>
                      <a:headEnd type="none" w="med" len="med"/>
                      <a:tailEnd type="none" w="med" len="med"/>
                    </a:lnT>
                    <a:noFill/>
                  </a:tcPr>
                </a:tc>
                <a:tc>
                  <a:txBody>
                    <a:bodyPr/>
                    <a:lstStyle/>
                    <a:p>
                      <a:pPr algn="ctr">
                        <a:buNone/>
                      </a:pPr>
                      <a:r>
                        <a:rPr lang="es-ES_tradnl" sz="900" dirty="0">
                          <a:effectLst/>
                          <a:latin typeface="Times New Roman" panose="02020603050405020304" pitchFamily="18" charset="0"/>
                          <a:ea typeface="Times New Roman" panose="02020603050405020304" pitchFamily="18" charset="0"/>
                          <a:cs typeface="Times New Roman" panose="02020603050405020304" pitchFamily="18" charset="0"/>
                        </a:rPr>
                        <a:t>3.14</a:t>
                      </a:r>
                    </a:p>
                  </a:txBody>
                  <a:tcPr marL="68580" marR="68580" marT="0" marB="0" anchor="ctr">
                    <a:lnT w="12700" cap="flat" cmpd="sng" algn="ctr">
                      <a:solidFill>
                        <a:schemeClr val="tx1"/>
                      </a:solidFill>
                      <a:prstDash val="solid"/>
                      <a:round/>
                      <a:headEnd type="none" w="med" len="med"/>
                      <a:tailEnd type="none" w="med" len="med"/>
                    </a:lnT>
                    <a:noFill/>
                  </a:tcPr>
                </a:tc>
                <a:tc>
                  <a:txBody>
                    <a:bodyPr/>
                    <a:lstStyle/>
                    <a:p>
                      <a:pPr algn="ctr">
                        <a:buNone/>
                      </a:pPr>
                      <a:r>
                        <a:rPr lang="es-ES_tradnl" sz="900" dirty="0">
                          <a:effectLst/>
                          <a:latin typeface="Times New Roman" panose="02020603050405020304" pitchFamily="18" charset="0"/>
                          <a:ea typeface="Times New Roman" panose="02020603050405020304" pitchFamily="18" charset="0"/>
                          <a:cs typeface="Times New Roman" panose="02020603050405020304" pitchFamily="18" charset="0"/>
                        </a:rPr>
                        <a:t>56.35</a:t>
                      </a:r>
                    </a:p>
                  </a:txBody>
                  <a:tcPr marL="68580" marR="68580" marT="0" marB="0" anchor="ctr">
                    <a:lnT w="12700" cap="flat" cmpd="sng" algn="ctr">
                      <a:solidFill>
                        <a:schemeClr val="tx1"/>
                      </a:solidFill>
                      <a:prstDash val="solid"/>
                      <a:round/>
                      <a:headEnd type="none" w="med" len="med"/>
                      <a:tailEnd type="none" w="med" len="med"/>
                    </a:lnT>
                    <a:noFill/>
                  </a:tcPr>
                </a:tc>
                <a:tc>
                  <a:txBody>
                    <a:bodyPr/>
                    <a:lstStyle/>
                    <a:p>
                      <a:pPr algn="ctr">
                        <a:buNone/>
                      </a:pPr>
                      <a:r>
                        <a:rPr lang="es-ES_tradnl" sz="900" dirty="0">
                          <a:effectLst/>
                          <a:latin typeface="Times New Roman" panose="02020603050405020304" pitchFamily="18" charset="0"/>
                          <a:ea typeface="Times New Roman" panose="02020603050405020304" pitchFamily="18" charset="0"/>
                          <a:cs typeface="Times New Roman" panose="02020603050405020304" pitchFamily="18" charset="0"/>
                        </a:rPr>
                        <a:t>18.00</a:t>
                      </a:r>
                    </a:p>
                  </a:txBody>
                  <a:tcPr marL="68580" marR="68580" marT="0" marB="0" anchor="ctr">
                    <a:lnT w="12700" cap="flat" cmpd="sng" algn="ctr">
                      <a:solidFill>
                        <a:schemeClr val="tx1"/>
                      </a:solidFill>
                      <a:prstDash val="solid"/>
                      <a:round/>
                      <a:headEnd type="none" w="med" len="med"/>
                      <a:tailEnd type="none" w="med" len="med"/>
                    </a:lnT>
                    <a:noFill/>
                  </a:tcPr>
                </a:tc>
                <a:tc>
                  <a:txBody>
                    <a:bodyPr/>
                    <a:lstStyle/>
                    <a:p>
                      <a:pPr algn="ctr">
                        <a:buNone/>
                      </a:pPr>
                      <a:r>
                        <a:rPr lang="es-ES_tradnl" sz="900" dirty="0">
                          <a:effectLst/>
                          <a:latin typeface="Times New Roman" panose="02020603050405020304" pitchFamily="18" charset="0"/>
                          <a:ea typeface="Times New Roman" panose="02020603050405020304" pitchFamily="18" charset="0"/>
                          <a:cs typeface="Times New Roman" panose="02020603050405020304" pitchFamily="18" charset="0"/>
                        </a:rPr>
                        <a:t>40.00</a:t>
                      </a:r>
                    </a:p>
                  </a:txBody>
                  <a:tcPr marL="68580" marR="68580" marT="0" marB="0" anchor="ctr">
                    <a:lnT w="12700" cap="flat" cmpd="sng" algn="ctr">
                      <a:solidFill>
                        <a:schemeClr val="tx1"/>
                      </a:solidFill>
                      <a:prstDash val="solid"/>
                      <a:round/>
                      <a:headEnd type="none" w="med" len="med"/>
                      <a:tailEnd type="none" w="med" len="med"/>
                    </a:lnT>
                    <a:noFill/>
                  </a:tcPr>
                </a:tc>
                <a:tc>
                  <a:txBody>
                    <a:bodyPr/>
                    <a:lstStyle/>
                    <a:p>
                      <a:pPr algn="ctr">
                        <a:buNone/>
                      </a:pPr>
                      <a:r>
                        <a:rPr lang="es-ES_tradnl" sz="900" dirty="0">
                          <a:effectLst/>
                          <a:latin typeface="Times New Roman" panose="02020603050405020304" pitchFamily="18" charset="0"/>
                          <a:ea typeface="Times New Roman" panose="02020603050405020304" pitchFamily="18" charset="0"/>
                          <a:cs typeface="Times New Roman" panose="02020603050405020304" pitchFamily="18" charset="0"/>
                        </a:rPr>
                        <a:t>6.00</a:t>
                      </a:r>
                    </a:p>
                  </a:txBody>
                  <a:tcPr marL="68580" marR="68580" marT="0" marB="0" anchor="ctr">
                    <a:lnT w="12700" cap="flat" cmpd="sng" algn="ctr">
                      <a:solidFill>
                        <a:schemeClr val="tx1"/>
                      </a:solidFill>
                      <a:prstDash val="solid"/>
                      <a:round/>
                      <a:headEnd type="none" w="med" len="med"/>
                      <a:tailEnd type="none" w="med" len="med"/>
                    </a:lnT>
                    <a:noFill/>
                  </a:tcPr>
                </a:tc>
                <a:tc>
                  <a:txBody>
                    <a:bodyPr/>
                    <a:lstStyle/>
                    <a:p>
                      <a:pPr algn="ctr">
                        <a:buNone/>
                      </a:pPr>
                      <a:r>
                        <a:rPr lang="es-ES_tradnl" sz="900" dirty="0">
                          <a:effectLst/>
                          <a:latin typeface="Times New Roman" panose="02020603050405020304" pitchFamily="18" charset="0"/>
                          <a:ea typeface="Times New Roman" panose="02020603050405020304" pitchFamily="18" charset="0"/>
                          <a:cs typeface="Times New Roman" panose="02020603050405020304" pitchFamily="18" charset="0"/>
                        </a:rPr>
                        <a:t>11.35</a:t>
                      </a:r>
                    </a:p>
                  </a:txBody>
                  <a:tcPr marL="68580" marR="68580" marT="0" marB="0" anchor="ctr">
                    <a:lnT w="12700" cap="flat" cmpd="sng" algn="ctr">
                      <a:solidFill>
                        <a:schemeClr val="tx1"/>
                      </a:solidFill>
                      <a:prstDash val="solid"/>
                      <a:round/>
                      <a:headEnd type="none" w="med" len="med"/>
                      <a:tailEnd type="none" w="med" len="med"/>
                    </a:lnT>
                    <a:noFill/>
                  </a:tcPr>
                </a:tc>
                <a:tc>
                  <a:txBody>
                    <a:bodyPr/>
                    <a:lstStyle/>
                    <a:p>
                      <a:pPr algn="ctr">
                        <a:buNone/>
                      </a:pPr>
                      <a:r>
                        <a:rPr lang="es-ES_tradnl" sz="900" dirty="0">
                          <a:effectLst/>
                          <a:latin typeface="Times New Roman" panose="02020603050405020304" pitchFamily="18" charset="0"/>
                          <a:ea typeface="Times New Roman" panose="02020603050405020304" pitchFamily="18" charset="0"/>
                          <a:cs typeface="Times New Roman" panose="02020603050405020304" pitchFamily="18" charset="0"/>
                        </a:rPr>
                        <a:t>13.48</a:t>
                      </a:r>
                    </a:p>
                  </a:txBody>
                  <a:tcPr marL="68580" marR="68580" marT="0" marB="0" anchor="ctr">
                    <a:lnT w="12700" cap="flat" cmpd="sng" algn="ctr">
                      <a:solidFill>
                        <a:schemeClr val="tx1"/>
                      </a:solidFill>
                      <a:prstDash val="solid"/>
                      <a:round/>
                      <a:headEnd type="none" w="med" len="med"/>
                      <a:tailEnd type="none" w="med" len="med"/>
                    </a:lnT>
                    <a:noFill/>
                  </a:tcPr>
                </a:tc>
                <a:tc>
                  <a:txBody>
                    <a:bodyPr/>
                    <a:lstStyle/>
                    <a:p>
                      <a:pPr algn="ctr">
                        <a:buNone/>
                      </a:pPr>
                      <a:r>
                        <a:rPr lang="es-ES_tradnl" sz="900" dirty="0">
                          <a:effectLst/>
                          <a:latin typeface="Times New Roman" panose="02020603050405020304" pitchFamily="18" charset="0"/>
                          <a:ea typeface="Times New Roman" panose="02020603050405020304" pitchFamily="18" charset="0"/>
                          <a:cs typeface="Times New Roman" panose="02020603050405020304" pitchFamily="18" charset="0"/>
                        </a:rPr>
                        <a:t>204.65</a:t>
                      </a:r>
                    </a:p>
                  </a:txBody>
                  <a:tcPr marL="68580" marR="68580" marT="0" marB="0" anchor="ctr">
                    <a:lnT w="12700" cap="flat" cmpd="sng" algn="ctr">
                      <a:solidFill>
                        <a:schemeClr val="tx1"/>
                      </a:solidFill>
                      <a:prstDash val="solid"/>
                      <a:round/>
                      <a:headEnd type="none" w="med" len="med"/>
                      <a:tailEnd type="none" w="med" len="med"/>
                    </a:lnT>
                    <a:noFill/>
                  </a:tcPr>
                </a:tc>
                <a:tc>
                  <a:txBody>
                    <a:bodyPr/>
                    <a:lstStyle/>
                    <a:p>
                      <a:pPr algn="ctr">
                        <a:buNone/>
                      </a:pPr>
                      <a:r>
                        <a:rPr lang="es-ES_tradnl" sz="900" dirty="0">
                          <a:effectLst/>
                          <a:latin typeface="Times New Roman" panose="02020603050405020304" pitchFamily="18" charset="0"/>
                          <a:ea typeface="Times New Roman" panose="02020603050405020304" pitchFamily="18" charset="0"/>
                          <a:cs typeface="Times New Roman" panose="02020603050405020304" pitchFamily="18" charset="0"/>
                        </a:rPr>
                        <a:t>0.26</a:t>
                      </a:r>
                    </a:p>
                  </a:txBody>
                  <a:tcPr marL="68580" marR="68580" marT="0" marB="0" anchor="ctr">
                    <a:lnT w="12700" cap="flat" cmpd="sng" algn="ctr">
                      <a:solidFill>
                        <a:schemeClr val="tx1"/>
                      </a:solidFill>
                      <a:prstDash val="solid"/>
                      <a:round/>
                      <a:headEnd type="none" w="med" len="med"/>
                      <a:tailEnd type="none" w="med" len="med"/>
                    </a:lnT>
                    <a:noFill/>
                  </a:tcPr>
                </a:tc>
                <a:tc>
                  <a:txBody>
                    <a:bodyPr/>
                    <a:lstStyle/>
                    <a:p>
                      <a:pPr algn="ctr">
                        <a:buNone/>
                      </a:pPr>
                      <a:r>
                        <a:rPr lang="es-ES_tradnl" sz="900" dirty="0">
                          <a:effectLst/>
                          <a:latin typeface="Times New Roman" panose="02020603050405020304" pitchFamily="18" charset="0"/>
                          <a:ea typeface="Times New Roman" panose="02020603050405020304" pitchFamily="18" charset="0"/>
                          <a:cs typeface="Times New Roman" panose="02020603050405020304" pitchFamily="18" charset="0"/>
                        </a:rPr>
                        <a:t>204.00</a:t>
                      </a:r>
                    </a:p>
                  </a:txBody>
                  <a:tcPr marL="68580" marR="68580" marT="0" marB="0" anchor="ctr">
                    <a:lnT w="12700" cap="flat" cmpd="sng" algn="ctr">
                      <a:solidFill>
                        <a:schemeClr val="tx1"/>
                      </a:solidFill>
                      <a:prstDash val="solid"/>
                      <a:round/>
                      <a:headEnd type="none" w="med" len="med"/>
                      <a:tailEnd type="none" w="med" len="med"/>
                    </a:lnT>
                    <a:noFill/>
                  </a:tcPr>
                </a:tc>
                <a:tc>
                  <a:txBody>
                    <a:bodyPr/>
                    <a:lstStyle/>
                    <a:p>
                      <a:pPr algn="ctr">
                        <a:buNone/>
                      </a:pPr>
                      <a:r>
                        <a:rPr lang="es-ES" sz="900" dirty="0">
                          <a:effectLst/>
                          <a:latin typeface="Times New Roman" panose="02020603050405020304" pitchFamily="18" charset="0"/>
                          <a:ea typeface="Times New Roman" panose="02020603050405020304" pitchFamily="18" charset="0"/>
                          <a:cs typeface="Times New Roman" panose="02020603050405020304" pitchFamily="18" charset="0"/>
                        </a:rPr>
                        <a:t>6.00</a:t>
                      </a:r>
                      <a:endParaRPr lang="de-DE" sz="9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lnT w="12700" cap="flat" cmpd="sng" algn="ctr">
                      <a:solidFill>
                        <a:schemeClr val="tx1"/>
                      </a:solidFill>
                      <a:prstDash val="solid"/>
                      <a:round/>
                      <a:headEnd type="none" w="med" len="med"/>
                      <a:tailEnd type="none" w="med" len="med"/>
                    </a:lnT>
                    <a:noFill/>
                  </a:tcPr>
                </a:tc>
                <a:tc>
                  <a:txBody>
                    <a:bodyPr/>
                    <a:lstStyle/>
                    <a:p>
                      <a:pPr algn="ctr">
                        <a:buNone/>
                      </a:pPr>
                      <a:r>
                        <a:rPr lang="es-ES" sz="900" dirty="0">
                          <a:effectLst/>
                          <a:latin typeface="Times New Roman" panose="02020603050405020304" pitchFamily="18" charset="0"/>
                          <a:ea typeface="Times New Roman" panose="02020603050405020304" pitchFamily="18" charset="0"/>
                          <a:cs typeface="Times New Roman" panose="02020603050405020304" pitchFamily="18" charset="0"/>
                        </a:rPr>
                        <a:t>1.73</a:t>
                      </a:r>
                      <a:endParaRPr lang="de-DE" sz="9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lnT w="12700" cap="flat" cmpd="sng" algn="ctr">
                      <a:solidFill>
                        <a:schemeClr val="tx1"/>
                      </a:solidFill>
                      <a:prstDash val="solid"/>
                      <a:round/>
                      <a:headEnd type="none" w="med" len="med"/>
                      <a:tailEnd type="none" w="med" len="med"/>
                    </a:lnT>
                    <a:noFill/>
                  </a:tcPr>
                </a:tc>
                <a:tc>
                  <a:txBody>
                    <a:bodyPr/>
                    <a:lstStyle/>
                    <a:p>
                      <a:pPr algn="ctr">
                        <a:buNone/>
                      </a:pPr>
                      <a:r>
                        <a:rPr lang="es-ES" sz="900">
                          <a:effectLst/>
                          <a:latin typeface="Times New Roman" panose="02020603050405020304" pitchFamily="18" charset="0"/>
                          <a:ea typeface="Times New Roman" panose="02020603050405020304" pitchFamily="18" charset="0"/>
                          <a:cs typeface="Times New Roman" panose="02020603050405020304" pitchFamily="18" charset="0"/>
                        </a:rPr>
                        <a:t>17.47</a:t>
                      </a:r>
                      <a:endParaRPr lang="de-DE" sz="9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lnT w="12700" cap="flat" cmpd="sng" algn="ctr">
                      <a:solidFill>
                        <a:schemeClr val="tx1"/>
                      </a:solidFill>
                      <a:prstDash val="solid"/>
                      <a:round/>
                      <a:headEnd type="none" w="med" len="med"/>
                      <a:tailEnd type="none" w="med" len="med"/>
                    </a:lnT>
                    <a:noFill/>
                  </a:tcPr>
                </a:tc>
                <a:tc>
                  <a:txBody>
                    <a:bodyPr/>
                    <a:lstStyle/>
                    <a:p>
                      <a:pPr algn="ctr">
                        <a:buNone/>
                      </a:pPr>
                      <a:r>
                        <a:rPr lang="es-ES" sz="900">
                          <a:effectLst/>
                          <a:latin typeface="Times New Roman" panose="02020603050405020304" pitchFamily="18" charset="0"/>
                          <a:ea typeface="Times New Roman" panose="02020603050405020304" pitchFamily="18" charset="0"/>
                          <a:cs typeface="Times New Roman" panose="02020603050405020304" pitchFamily="18" charset="0"/>
                        </a:rPr>
                        <a:t>3.51</a:t>
                      </a:r>
                      <a:endParaRPr lang="de-DE" sz="9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lnT w="12700" cap="flat" cmpd="sng" algn="ctr">
                      <a:solidFill>
                        <a:schemeClr val="tx1"/>
                      </a:solidFill>
                      <a:prstDash val="solid"/>
                      <a:round/>
                      <a:headEnd type="none" w="med" len="med"/>
                      <a:tailEnd type="none" w="med" len="med"/>
                    </a:lnT>
                    <a:noFill/>
                  </a:tcPr>
                </a:tc>
                <a:tc>
                  <a:txBody>
                    <a:bodyPr/>
                    <a:lstStyle/>
                    <a:p>
                      <a:pPr algn="ctr">
                        <a:buNone/>
                      </a:pPr>
                      <a:r>
                        <a:rPr lang="es-ES" sz="900">
                          <a:effectLst/>
                          <a:latin typeface="Times New Roman" panose="02020603050405020304" pitchFamily="18" charset="0"/>
                          <a:ea typeface="Times New Roman" panose="02020603050405020304" pitchFamily="18" charset="0"/>
                          <a:cs typeface="Times New Roman" panose="02020603050405020304" pitchFamily="18" charset="0"/>
                        </a:rPr>
                        <a:t>18.55</a:t>
                      </a:r>
                      <a:endParaRPr lang="de-DE" sz="9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lnT w="12700" cap="flat" cmpd="sng" algn="ctr">
                      <a:solidFill>
                        <a:schemeClr val="tx1"/>
                      </a:solidFill>
                      <a:prstDash val="solid"/>
                      <a:round/>
                      <a:headEnd type="none" w="med" len="med"/>
                      <a:tailEnd type="none" w="med" len="med"/>
                    </a:lnT>
                    <a:noFill/>
                  </a:tcPr>
                </a:tc>
                <a:extLst>
                  <a:ext uri="{0D108BD9-81ED-4DB2-BD59-A6C34878D82A}">
                    <a16:rowId xmlns:a16="http://schemas.microsoft.com/office/drawing/2014/main" val="2991617960"/>
                  </a:ext>
                </a:extLst>
              </a:tr>
              <a:tr h="185420">
                <a:tc>
                  <a:txBody>
                    <a:bodyPr/>
                    <a:lstStyle/>
                    <a:p>
                      <a:pPr algn="ctr">
                        <a:buNone/>
                      </a:pPr>
                      <a:r>
                        <a:rPr lang="es-ES_tradnl" sz="900" b="0" noProof="1">
                          <a:solidFill>
                            <a:schemeClr val="tx1"/>
                          </a:solidFill>
                          <a:effectLst/>
                          <a:latin typeface="Times New Roman" panose="02020603050405020304" pitchFamily="18" charset="0"/>
                          <a:ea typeface="Times New Roman" panose="02020603050405020304" pitchFamily="18" charset="0"/>
                          <a:cs typeface="Times New Roman" panose="02020603050405020304" pitchFamily="18" charset="0"/>
                        </a:rPr>
                        <a:t>2</a:t>
                      </a:r>
                    </a:p>
                  </a:txBody>
                  <a:tcPr marL="68580" marR="68580" marT="0" marB="0" anchor="ctr">
                    <a:noFill/>
                  </a:tcPr>
                </a:tc>
                <a:tc>
                  <a:txBody>
                    <a:bodyPr/>
                    <a:lstStyle/>
                    <a:p>
                      <a:pPr algn="ctr">
                        <a:buNone/>
                      </a:pPr>
                      <a:r>
                        <a:rPr lang="es-ES_tradnl" sz="900" dirty="0">
                          <a:effectLst/>
                          <a:latin typeface="Times New Roman" panose="02020603050405020304" pitchFamily="18" charset="0"/>
                          <a:ea typeface="Times New Roman" panose="02020603050405020304" pitchFamily="18" charset="0"/>
                          <a:cs typeface="Times New Roman" panose="02020603050405020304" pitchFamily="18" charset="0"/>
                        </a:rPr>
                        <a:t>0.00</a:t>
                      </a:r>
                    </a:p>
                  </a:txBody>
                  <a:tcPr marL="68580" marR="68580" marT="0" marB="0" anchor="ctr">
                    <a:noFill/>
                  </a:tcPr>
                </a:tc>
                <a:tc>
                  <a:txBody>
                    <a:bodyPr/>
                    <a:lstStyle/>
                    <a:p>
                      <a:pPr algn="ctr">
                        <a:buNone/>
                      </a:pPr>
                      <a:r>
                        <a:rPr lang="es-ES_tradnl" sz="900" dirty="0">
                          <a:effectLst/>
                          <a:latin typeface="Times New Roman" panose="02020603050405020304" pitchFamily="18" charset="0"/>
                          <a:ea typeface="Times New Roman" panose="02020603050405020304" pitchFamily="18" charset="0"/>
                          <a:cs typeface="Times New Roman" panose="02020603050405020304" pitchFamily="18" charset="0"/>
                        </a:rPr>
                        <a:t>56.28</a:t>
                      </a:r>
                    </a:p>
                  </a:txBody>
                  <a:tcPr marL="68580" marR="68580" marT="0" marB="0" anchor="ctr">
                    <a:noFill/>
                  </a:tcPr>
                </a:tc>
                <a:tc>
                  <a:txBody>
                    <a:bodyPr/>
                    <a:lstStyle/>
                    <a:p>
                      <a:pPr algn="ctr">
                        <a:buNone/>
                      </a:pPr>
                      <a:r>
                        <a:rPr lang="es-ES_tradnl" sz="900" dirty="0">
                          <a:effectLst/>
                          <a:latin typeface="Times New Roman" panose="02020603050405020304" pitchFamily="18" charset="0"/>
                          <a:ea typeface="Times New Roman" panose="02020603050405020304" pitchFamily="18" charset="0"/>
                          <a:cs typeface="Times New Roman" panose="02020603050405020304" pitchFamily="18" charset="0"/>
                        </a:rPr>
                        <a:t>17.54</a:t>
                      </a:r>
                    </a:p>
                  </a:txBody>
                  <a:tcPr marL="68580" marR="68580" marT="0" marB="0" anchor="ctr">
                    <a:noFill/>
                  </a:tcPr>
                </a:tc>
                <a:tc>
                  <a:txBody>
                    <a:bodyPr/>
                    <a:lstStyle/>
                    <a:p>
                      <a:pPr algn="ctr">
                        <a:buNone/>
                      </a:pPr>
                      <a:r>
                        <a:rPr lang="es-ES_tradnl" sz="900" dirty="0">
                          <a:effectLst/>
                          <a:latin typeface="Times New Roman" panose="02020603050405020304" pitchFamily="18" charset="0"/>
                          <a:ea typeface="Times New Roman" panose="02020603050405020304" pitchFamily="18" charset="0"/>
                          <a:cs typeface="Times New Roman" panose="02020603050405020304" pitchFamily="18" charset="0"/>
                        </a:rPr>
                        <a:t>38.97</a:t>
                      </a:r>
                    </a:p>
                  </a:txBody>
                  <a:tcPr marL="68580" marR="68580" marT="0" marB="0" anchor="ctr">
                    <a:noFill/>
                  </a:tcPr>
                </a:tc>
                <a:tc>
                  <a:txBody>
                    <a:bodyPr/>
                    <a:lstStyle/>
                    <a:p>
                      <a:pPr algn="ctr">
                        <a:buNone/>
                      </a:pPr>
                      <a:r>
                        <a:rPr lang="es-ES_tradnl" sz="900" dirty="0">
                          <a:effectLst/>
                          <a:latin typeface="Times New Roman" panose="02020603050405020304" pitchFamily="18" charset="0"/>
                          <a:ea typeface="Times New Roman" panose="02020603050405020304" pitchFamily="18" charset="0"/>
                          <a:cs typeface="Times New Roman" panose="02020603050405020304" pitchFamily="18" charset="0"/>
                        </a:rPr>
                        <a:t>6.00</a:t>
                      </a:r>
                    </a:p>
                  </a:txBody>
                  <a:tcPr marL="68580" marR="68580" marT="0" marB="0" anchor="ctr">
                    <a:noFill/>
                  </a:tcPr>
                </a:tc>
                <a:tc>
                  <a:txBody>
                    <a:bodyPr/>
                    <a:lstStyle/>
                    <a:p>
                      <a:pPr algn="ctr">
                        <a:buNone/>
                      </a:pPr>
                      <a:r>
                        <a:rPr lang="es-ES_tradnl" sz="900" dirty="0">
                          <a:effectLst/>
                          <a:latin typeface="Times New Roman" panose="02020603050405020304" pitchFamily="18" charset="0"/>
                          <a:ea typeface="Times New Roman" panose="02020603050405020304" pitchFamily="18" charset="0"/>
                          <a:cs typeface="Times New Roman" panose="02020603050405020304" pitchFamily="18" charset="0"/>
                        </a:rPr>
                        <a:t>11.28</a:t>
                      </a:r>
                    </a:p>
                  </a:txBody>
                  <a:tcPr marL="68580" marR="68580" marT="0" marB="0" anchor="ctr">
                    <a:noFill/>
                  </a:tcPr>
                </a:tc>
                <a:tc>
                  <a:txBody>
                    <a:bodyPr/>
                    <a:lstStyle/>
                    <a:p>
                      <a:pPr algn="ctr">
                        <a:buNone/>
                      </a:pPr>
                      <a:r>
                        <a:rPr lang="es-ES_tradnl" sz="900" dirty="0">
                          <a:effectLst/>
                          <a:latin typeface="Times New Roman" panose="02020603050405020304" pitchFamily="18" charset="0"/>
                          <a:ea typeface="Times New Roman" panose="02020603050405020304" pitchFamily="18" charset="0"/>
                          <a:cs typeface="Times New Roman" panose="02020603050405020304" pitchFamily="18" charset="0"/>
                        </a:rPr>
                        <a:t>15.13</a:t>
                      </a:r>
                    </a:p>
                  </a:txBody>
                  <a:tcPr marL="68580" marR="68580" marT="0" marB="0" anchor="ctr">
                    <a:noFill/>
                  </a:tcPr>
                </a:tc>
                <a:tc>
                  <a:txBody>
                    <a:bodyPr/>
                    <a:lstStyle/>
                    <a:p>
                      <a:pPr algn="ctr">
                        <a:buNone/>
                      </a:pPr>
                      <a:r>
                        <a:rPr lang="es-ES_tradnl" sz="900" dirty="0">
                          <a:effectLst/>
                          <a:latin typeface="Times New Roman" panose="02020603050405020304" pitchFamily="18" charset="0"/>
                          <a:ea typeface="Times New Roman" panose="02020603050405020304" pitchFamily="18" charset="0"/>
                          <a:cs typeface="Times New Roman" panose="02020603050405020304" pitchFamily="18" charset="0"/>
                        </a:rPr>
                        <a:t>204.49</a:t>
                      </a:r>
                    </a:p>
                  </a:txBody>
                  <a:tcPr marL="68580" marR="68580" marT="0" marB="0" anchor="ctr">
                    <a:noFill/>
                  </a:tcPr>
                </a:tc>
                <a:tc>
                  <a:txBody>
                    <a:bodyPr/>
                    <a:lstStyle/>
                    <a:p>
                      <a:pPr algn="ctr">
                        <a:buNone/>
                      </a:pPr>
                      <a:r>
                        <a:rPr lang="es-ES_tradnl" sz="900" dirty="0">
                          <a:effectLst/>
                          <a:latin typeface="Times New Roman" panose="02020603050405020304" pitchFamily="18" charset="0"/>
                          <a:ea typeface="Times New Roman" panose="02020603050405020304" pitchFamily="18" charset="0"/>
                          <a:cs typeface="Times New Roman" panose="02020603050405020304" pitchFamily="18" charset="0"/>
                        </a:rPr>
                        <a:t>0.36</a:t>
                      </a:r>
                    </a:p>
                  </a:txBody>
                  <a:tcPr marL="68580" marR="68580" marT="0" marB="0" anchor="ctr">
                    <a:noFill/>
                  </a:tcPr>
                </a:tc>
                <a:tc>
                  <a:txBody>
                    <a:bodyPr/>
                    <a:lstStyle/>
                    <a:p>
                      <a:pPr algn="ctr">
                        <a:buNone/>
                      </a:pPr>
                      <a:r>
                        <a:rPr lang="es-ES_tradnl" sz="900" dirty="0">
                          <a:effectLst/>
                          <a:latin typeface="Times New Roman" panose="02020603050405020304" pitchFamily="18" charset="0"/>
                          <a:ea typeface="Times New Roman" panose="02020603050405020304" pitchFamily="18" charset="0"/>
                          <a:cs typeface="Times New Roman" panose="02020603050405020304" pitchFamily="18" charset="0"/>
                        </a:rPr>
                        <a:t>194.00</a:t>
                      </a:r>
                    </a:p>
                  </a:txBody>
                  <a:tcPr marL="68580" marR="68580" marT="0" marB="0" anchor="ctr">
                    <a:noFill/>
                  </a:tcPr>
                </a:tc>
                <a:tc>
                  <a:txBody>
                    <a:bodyPr/>
                    <a:lstStyle/>
                    <a:p>
                      <a:pPr algn="ctr">
                        <a:buNone/>
                      </a:pPr>
                      <a:r>
                        <a:rPr lang="es-ES" sz="900">
                          <a:effectLst/>
                          <a:latin typeface="Times New Roman" panose="02020603050405020304" pitchFamily="18" charset="0"/>
                          <a:ea typeface="Times New Roman" panose="02020603050405020304" pitchFamily="18" charset="0"/>
                          <a:cs typeface="Times New Roman" panose="02020603050405020304" pitchFamily="18" charset="0"/>
                        </a:rPr>
                        <a:t>6.00</a:t>
                      </a:r>
                      <a:endParaRPr lang="de-DE" sz="9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noFill/>
                  </a:tcPr>
                </a:tc>
                <a:tc>
                  <a:txBody>
                    <a:bodyPr/>
                    <a:lstStyle/>
                    <a:p>
                      <a:pPr algn="ctr">
                        <a:buNone/>
                      </a:pPr>
                      <a:r>
                        <a:rPr lang="es-ES" sz="900">
                          <a:effectLst/>
                          <a:latin typeface="Times New Roman" panose="02020603050405020304" pitchFamily="18" charset="0"/>
                          <a:ea typeface="Times New Roman" panose="02020603050405020304" pitchFamily="18" charset="0"/>
                          <a:cs typeface="Times New Roman" panose="02020603050405020304" pitchFamily="18" charset="0"/>
                        </a:rPr>
                        <a:t>2.07</a:t>
                      </a:r>
                      <a:endParaRPr lang="de-DE" sz="9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noFill/>
                  </a:tcPr>
                </a:tc>
                <a:tc>
                  <a:txBody>
                    <a:bodyPr/>
                    <a:lstStyle/>
                    <a:p>
                      <a:pPr algn="ctr">
                        <a:buNone/>
                      </a:pPr>
                      <a:r>
                        <a:rPr lang="es-ES" sz="900" dirty="0">
                          <a:effectLst/>
                          <a:latin typeface="Times New Roman" panose="02020603050405020304" pitchFamily="18" charset="0"/>
                          <a:ea typeface="Times New Roman" panose="02020603050405020304" pitchFamily="18" charset="0"/>
                          <a:cs typeface="Times New Roman" panose="02020603050405020304" pitchFamily="18" charset="0"/>
                        </a:rPr>
                        <a:t>25.11</a:t>
                      </a:r>
                      <a:endParaRPr lang="de-DE" sz="9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noFill/>
                  </a:tcPr>
                </a:tc>
                <a:tc>
                  <a:txBody>
                    <a:bodyPr/>
                    <a:lstStyle/>
                    <a:p>
                      <a:pPr algn="ctr">
                        <a:buNone/>
                      </a:pPr>
                      <a:r>
                        <a:rPr lang="es-ES" sz="900" dirty="0">
                          <a:effectLst/>
                          <a:latin typeface="Times New Roman" panose="02020603050405020304" pitchFamily="18" charset="0"/>
                          <a:ea typeface="Times New Roman" panose="02020603050405020304" pitchFamily="18" charset="0"/>
                          <a:cs typeface="Times New Roman" panose="02020603050405020304" pitchFamily="18" charset="0"/>
                        </a:rPr>
                        <a:t>4.75</a:t>
                      </a:r>
                      <a:endParaRPr lang="de-DE" sz="9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noFill/>
                  </a:tcPr>
                </a:tc>
                <a:tc>
                  <a:txBody>
                    <a:bodyPr/>
                    <a:lstStyle/>
                    <a:p>
                      <a:pPr algn="ctr">
                        <a:buNone/>
                      </a:pPr>
                      <a:r>
                        <a:rPr lang="es-ES" sz="900">
                          <a:effectLst/>
                          <a:latin typeface="Times New Roman" panose="02020603050405020304" pitchFamily="18" charset="0"/>
                          <a:ea typeface="Times New Roman" panose="02020603050405020304" pitchFamily="18" charset="0"/>
                          <a:cs typeface="Times New Roman" panose="02020603050405020304" pitchFamily="18" charset="0"/>
                        </a:rPr>
                        <a:t>18.56</a:t>
                      </a:r>
                      <a:endParaRPr lang="de-DE" sz="9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noFill/>
                  </a:tcPr>
                </a:tc>
                <a:extLst>
                  <a:ext uri="{0D108BD9-81ED-4DB2-BD59-A6C34878D82A}">
                    <a16:rowId xmlns:a16="http://schemas.microsoft.com/office/drawing/2014/main" val="3349572378"/>
                  </a:ext>
                </a:extLst>
              </a:tr>
              <a:tr h="185420">
                <a:tc>
                  <a:txBody>
                    <a:bodyPr/>
                    <a:lstStyle/>
                    <a:p>
                      <a:pPr algn="ctr">
                        <a:buNone/>
                      </a:pPr>
                      <a:r>
                        <a:rPr lang="es-ES_tradnl" sz="900" b="0" noProof="1">
                          <a:solidFill>
                            <a:schemeClr val="tx1"/>
                          </a:solidFill>
                          <a:effectLst/>
                          <a:latin typeface="Times New Roman" panose="02020603050405020304" pitchFamily="18" charset="0"/>
                          <a:ea typeface="Times New Roman" panose="02020603050405020304" pitchFamily="18" charset="0"/>
                          <a:cs typeface="Times New Roman" panose="02020603050405020304" pitchFamily="18" charset="0"/>
                        </a:rPr>
                        <a:t>3</a:t>
                      </a:r>
                    </a:p>
                  </a:txBody>
                  <a:tcPr marL="68580" marR="68580" marT="0" marB="0" anchor="ctr">
                    <a:noFill/>
                  </a:tcPr>
                </a:tc>
                <a:tc>
                  <a:txBody>
                    <a:bodyPr/>
                    <a:lstStyle/>
                    <a:p>
                      <a:pPr algn="ctr">
                        <a:buNone/>
                      </a:pPr>
                      <a:r>
                        <a:rPr lang="es-ES_tradnl" sz="900" dirty="0">
                          <a:effectLst/>
                          <a:latin typeface="Times New Roman" panose="02020603050405020304" pitchFamily="18" charset="0"/>
                          <a:ea typeface="Times New Roman" panose="02020603050405020304" pitchFamily="18" charset="0"/>
                          <a:cs typeface="Times New Roman" panose="02020603050405020304" pitchFamily="18" charset="0"/>
                        </a:rPr>
                        <a:t>-3.14</a:t>
                      </a:r>
                    </a:p>
                  </a:txBody>
                  <a:tcPr marL="68580" marR="68580" marT="0" marB="0" anchor="ctr">
                    <a:noFill/>
                  </a:tcPr>
                </a:tc>
                <a:tc>
                  <a:txBody>
                    <a:bodyPr/>
                    <a:lstStyle/>
                    <a:p>
                      <a:pPr algn="ctr">
                        <a:buNone/>
                      </a:pPr>
                      <a:r>
                        <a:rPr lang="es-ES_tradnl" sz="900" dirty="0">
                          <a:effectLst/>
                          <a:latin typeface="Times New Roman" panose="02020603050405020304" pitchFamily="18" charset="0"/>
                          <a:ea typeface="Times New Roman" panose="02020603050405020304" pitchFamily="18" charset="0"/>
                          <a:cs typeface="Times New Roman" panose="02020603050405020304" pitchFamily="18" charset="0"/>
                        </a:rPr>
                        <a:t>56.28</a:t>
                      </a:r>
                    </a:p>
                  </a:txBody>
                  <a:tcPr marL="68580" marR="68580" marT="0" marB="0" anchor="ctr">
                    <a:noFill/>
                  </a:tcPr>
                </a:tc>
                <a:tc>
                  <a:txBody>
                    <a:bodyPr/>
                    <a:lstStyle/>
                    <a:p>
                      <a:pPr algn="ctr">
                        <a:buNone/>
                      </a:pPr>
                      <a:r>
                        <a:rPr lang="es-ES_tradnl" sz="900" dirty="0">
                          <a:effectLst/>
                          <a:latin typeface="Times New Roman" panose="02020603050405020304" pitchFamily="18" charset="0"/>
                          <a:ea typeface="Times New Roman" panose="02020603050405020304" pitchFamily="18" charset="0"/>
                          <a:cs typeface="Times New Roman" panose="02020603050405020304" pitchFamily="18" charset="0"/>
                        </a:rPr>
                        <a:t>17.64</a:t>
                      </a:r>
                    </a:p>
                  </a:txBody>
                  <a:tcPr marL="68580" marR="68580" marT="0" marB="0" anchor="ctr">
                    <a:noFill/>
                  </a:tcPr>
                </a:tc>
                <a:tc>
                  <a:txBody>
                    <a:bodyPr/>
                    <a:lstStyle/>
                    <a:p>
                      <a:pPr algn="ctr">
                        <a:buNone/>
                      </a:pPr>
                      <a:r>
                        <a:rPr lang="es-ES_tradnl" sz="900" dirty="0">
                          <a:effectLst/>
                          <a:latin typeface="Times New Roman" panose="02020603050405020304" pitchFamily="18" charset="0"/>
                          <a:ea typeface="Times New Roman" panose="02020603050405020304" pitchFamily="18" charset="0"/>
                          <a:cs typeface="Times New Roman" panose="02020603050405020304" pitchFamily="18" charset="0"/>
                        </a:rPr>
                        <a:t>39.20</a:t>
                      </a:r>
                    </a:p>
                  </a:txBody>
                  <a:tcPr marL="68580" marR="68580" marT="0" marB="0" anchor="ctr">
                    <a:noFill/>
                  </a:tcPr>
                </a:tc>
                <a:tc>
                  <a:txBody>
                    <a:bodyPr/>
                    <a:lstStyle/>
                    <a:p>
                      <a:pPr algn="ctr">
                        <a:buNone/>
                      </a:pPr>
                      <a:r>
                        <a:rPr lang="es-ES_tradnl" sz="900" dirty="0">
                          <a:effectLst/>
                          <a:latin typeface="Times New Roman" panose="02020603050405020304" pitchFamily="18" charset="0"/>
                          <a:ea typeface="Times New Roman" panose="02020603050405020304" pitchFamily="18" charset="0"/>
                          <a:cs typeface="Times New Roman" panose="02020603050405020304" pitchFamily="18" charset="0"/>
                        </a:rPr>
                        <a:t>6.00</a:t>
                      </a:r>
                    </a:p>
                  </a:txBody>
                  <a:tcPr marL="68580" marR="68580" marT="0" marB="0" anchor="ctr">
                    <a:noFill/>
                  </a:tcPr>
                </a:tc>
                <a:tc>
                  <a:txBody>
                    <a:bodyPr/>
                    <a:lstStyle/>
                    <a:p>
                      <a:pPr algn="ctr">
                        <a:buNone/>
                      </a:pPr>
                      <a:r>
                        <a:rPr lang="es-ES_tradnl" sz="900" dirty="0">
                          <a:effectLst/>
                          <a:latin typeface="Times New Roman" panose="02020603050405020304" pitchFamily="18" charset="0"/>
                          <a:ea typeface="Times New Roman" panose="02020603050405020304" pitchFamily="18" charset="0"/>
                          <a:cs typeface="Times New Roman" panose="02020603050405020304" pitchFamily="18" charset="0"/>
                        </a:rPr>
                        <a:t>11.28</a:t>
                      </a:r>
                    </a:p>
                  </a:txBody>
                  <a:tcPr marL="68580" marR="68580" marT="0" marB="0" anchor="ctr">
                    <a:noFill/>
                  </a:tcPr>
                </a:tc>
                <a:tc>
                  <a:txBody>
                    <a:bodyPr/>
                    <a:lstStyle/>
                    <a:p>
                      <a:pPr algn="ctr">
                        <a:buNone/>
                      </a:pPr>
                      <a:r>
                        <a:rPr lang="es-ES_tradnl" sz="900" dirty="0">
                          <a:effectLst/>
                          <a:latin typeface="Times New Roman" panose="02020603050405020304" pitchFamily="18" charset="0"/>
                          <a:ea typeface="Times New Roman" panose="02020603050405020304" pitchFamily="18" charset="0"/>
                          <a:cs typeface="Times New Roman" panose="02020603050405020304" pitchFamily="18" charset="0"/>
                        </a:rPr>
                        <a:t>19.80</a:t>
                      </a:r>
                    </a:p>
                  </a:txBody>
                  <a:tcPr marL="68580" marR="68580" marT="0" marB="0" anchor="ctr">
                    <a:noFill/>
                  </a:tcPr>
                </a:tc>
                <a:tc>
                  <a:txBody>
                    <a:bodyPr/>
                    <a:lstStyle/>
                    <a:p>
                      <a:pPr algn="ctr">
                        <a:buNone/>
                      </a:pPr>
                      <a:r>
                        <a:rPr lang="es-ES_tradnl" sz="900" dirty="0">
                          <a:effectLst/>
                          <a:latin typeface="Times New Roman" panose="02020603050405020304" pitchFamily="18" charset="0"/>
                          <a:ea typeface="Times New Roman" panose="02020603050405020304" pitchFamily="18" charset="0"/>
                          <a:cs typeface="Times New Roman" panose="02020603050405020304" pitchFamily="18" charset="0"/>
                        </a:rPr>
                        <a:t>209.44</a:t>
                      </a:r>
                    </a:p>
                  </a:txBody>
                  <a:tcPr marL="68580" marR="68580" marT="0" marB="0" anchor="ctr">
                    <a:noFill/>
                  </a:tcPr>
                </a:tc>
                <a:tc>
                  <a:txBody>
                    <a:bodyPr/>
                    <a:lstStyle/>
                    <a:p>
                      <a:pPr algn="ctr">
                        <a:buNone/>
                      </a:pPr>
                      <a:r>
                        <a:rPr lang="es-ES_tradnl" sz="900" dirty="0">
                          <a:effectLst/>
                          <a:latin typeface="Times New Roman" panose="02020603050405020304" pitchFamily="18" charset="0"/>
                          <a:ea typeface="Times New Roman" panose="02020603050405020304" pitchFamily="18" charset="0"/>
                          <a:cs typeface="Times New Roman" panose="02020603050405020304" pitchFamily="18" charset="0"/>
                        </a:rPr>
                        <a:t>0.32</a:t>
                      </a:r>
                    </a:p>
                  </a:txBody>
                  <a:tcPr marL="68580" marR="68580" marT="0" marB="0" anchor="ctr">
                    <a:noFill/>
                  </a:tcPr>
                </a:tc>
                <a:tc>
                  <a:txBody>
                    <a:bodyPr/>
                    <a:lstStyle/>
                    <a:p>
                      <a:pPr algn="ctr">
                        <a:buNone/>
                      </a:pPr>
                      <a:r>
                        <a:rPr lang="es-ES_tradnl" sz="900" dirty="0">
                          <a:effectLst/>
                          <a:latin typeface="Times New Roman" panose="02020603050405020304" pitchFamily="18" charset="0"/>
                          <a:ea typeface="Times New Roman" panose="02020603050405020304" pitchFamily="18" charset="0"/>
                          <a:cs typeface="Times New Roman" panose="02020603050405020304" pitchFamily="18" charset="0"/>
                        </a:rPr>
                        <a:t>180.00</a:t>
                      </a:r>
                    </a:p>
                  </a:txBody>
                  <a:tcPr marL="68580" marR="68580" marT="0" marB="0" anchor="ctr">
                    <a:noFill/>
                  </a:tcPr>
                </a:tc>
                <a:tc>
                  <a:txBody>
                    <a:bodyPr/>
                    <a:lstStyle/>
                    <a:p>
                      <a:pPr algn="ctr">
                        <a:buNone/>
                      </a:pPr>
                      <a:r>
                        <a:rPr lang="es-ES" sz="900">
                          <a:effectLst/>
                          <a:latin typeface="Times New Roman" panose="02020603050405020304" pitchFamily="18" charset="0"/>
                          <a:ea typeface="Times New Roman" panose="02020603050405020304" pitchFamily="18" charset="0"/>
                          <a:cs typeface="Times New Roman" panose="02020603050405020304" pitchFamily="18" charset="0"/>
                        </a:rPr>
                        <a:t>6.00</a:t>
                      </a:r>
                      <a:endParaRPr lang="de-DE" sz="9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noFill/>
                  </a:tcPr>
                </a:tc>
                <a:tc>
                  <a:txBody>
                    <a:bodyPr/>
                    <a:lstStyle/>
                    <a:p>
                      <a:pPr algn="ctr">
                        <a:buNone/>
                      </a:pPr>
                      <a:r>
                        <a:rPr lang="es-ES" sz="900">
                          <a:effectLst/>
                          <a:latin typeface="Times New Roman" panose="02020603050405020304" pitchFamily="18" charset="0"/>
                          <a:ea typeface="Times New Roman" panose="02020603050405020304" pitchFamily="18" charset="0"/>
                          <a:cs typeface="Times New Roman" panose="02020603050405020304" pitchFamily="18" charset="0"/>
                        </a:rPr>
                        <a:t>2.31</a:t>
                      </a:r>
                      <a:endParaRPr lang="de-DE" sz="9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noFill/>
                  </a:tcPr>
                </a:tc>
                <a:tc>
                  <a:txBody>
                    <a:bodyPr/>
                    <a:lstStyle/>
                    <a:p>
                      <a:pPr algn="ctr">
                        <a:buNone/>
                      </a:pPr>
                      <a:r>
                        <a:rPr lang="es-ES" sz="900">
                          <a:effectLst/>
                          <a:latin typeface="Times New Roman" panose="02020603050405020304" pitchFamily="18" charset="0"/>
                          <a:ea typeface="Times New Roman" panose="02020603050405020304" pitchFamily="18" charset="0"/>
                          <a:cs typeface="Times New Roman" panose="02020603050405020304" pitchFamily="18" charset="0"/>
                        </a:rPr>
                        <a:t>31.17</a:t>
                      </a:r>
                      <a:endParaRPr lang="de-DE" sz="9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noFill/>
                  </a:tcPr>
                </a:tc>
                <a:tc>
                  <a:txBody>
                    <a:bodyPr/>
                    <a:lstStyle/>
                    <a:p>
                      <a:pPr algn="ctr">
                        <a:buNone/>
                      </a:pPr>
                      <a:r>
                        <a:rPr lang="es-ES" sz="900" dirty="0">
                          <a:effectLst/>
                          <a:latin typeface="Times New Roman" panose="02020603050405020304" pitchFamily="18" charset="0"/>
                          <a:ea typeface="Times New Roman" panose="02020603050405020304" pitchFamily="18" charset="0"/>
                          <a:cs typeface="Times New Roman" panose="02020603050405020304" pitchFamily="18" charset="0"/>
                        </a:rPr>
                        <a:t>5.85</a:t>
                      </a:r>
                      <a:endParaRPr lang="de-DE" sz="9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noFill/>
                  </a:tcPr>
                </a:tc>
                <a:tc>
                  <a:txBody>
                    <a:bodyPr/>
                    <a:lstStyle/>
                    <a:p>
                      <a:pPr algn="ctr">
                        <a:buNone/>
                      </a:pPr>
                      <a:r>
                        <a:rPr lang="es-ES" sz="900" dirty="0">
                          <a:effectLst/>
                          <a:latin typeface="Times New Roman" panose="02020603050405020304" pitchFamily="18" charset="0"/>
                          <a:ea typeface="Times New Roman" panose="02020603050405020304" pitchFamily="18" charset="0"/>
                          <a:cs typeface="Times New Roman" panose="02020603050405020304" pitchFamily="18" charset="0"/>
                        </a:rPr>
                        <a:t>43.99</a:t>
                      </a:r>
                      <a:endParaRPr lang="de-DE" sz="9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noFill/>
                  </a:tcPr>
                </a:tc>
                <a:extLst>
                  <a:ext uri="{0D108BD9-81ED-4DB2-BD59-A6C34878D82A}">
                    <a16:rowId xmlns:a16="http://schemas.microsoft.com/office/drawing/2014/main" val="1690602423"/>
                  </a:ext>
                </a:extLst>
              </a:tr>
              <a:tr h="185420">
                <a:tc>
                  <a:txBody>
                    <a:bodyPr/>
                    <a:lstStyle/>
                    <a:p>
                      <a:pPr algn="ctr">
                        <a:buNone/>
                      </a:pPr>
                      <a:endParaRPr lang="es-ES_tradnl" sz="900" b="0" noProof="1">
                        <a:solidFill>
                          <a:schemeClr val="tx1"/>
                        </a:solidFill>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nchor="ctr">
                    <a:noFill/>
                  </a:tcPr>
                </a:tc>
                <a:tc>
                  <a:txBody>
                    <a:bodyPr/>
                    <a:lstStyle/>
                    <a:p>
                      <a:pPr algn="ctr">
                        <a:buNone/>
                      </a:pPr>
                      <a:endParaRPr lang="es-ES_tradnl" sz="9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noFill/>
                  </a:tcPr>
                </a:tc>
                <a:tc>
                  <a:txBody>
                    <a:bodyPr/>
                    <a:lstStyle/>
                    <a:p>
                      <a:pPr algn="ctr">
                        <a:buNone/>
                      </a:pPr>
                      <a:endParaRPr lang="es-ES_tradnl" sz="9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noFill/>
                  </a:tcPr>
                </a:tc>
                <a:tc>
                  <a:txBody>
                    <a:bodyPr/>
                    <a:lstStyle/>
                    <a:p>
                      <a:pPr algn="ctr">
                        <a:buNone/>
                      </a:pPr>
                      <a:endParaRPr lang="es-ES_tradnl" sz="9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noFill/>
                  </a:tcPr>
                </a:tc>
                <a:tc>
                  <a:txBody>
                    <a:bodyPr/>
                    <a:lstStyle/>
                    <a:p>
                      <a:pPr algn="ctr">
                        <a:buNone/>
                      </a:pPr>
                      <a:endParaRPr lang="es-ES_tradnl" sz="9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noFill/>
                  </a:tcPr>
                </a:tc>
                <a:tc>
                  <a:txBody>
                    <a:bodyPr/>
                    <a:lstStyle/>
                    <a:p>
                      <a:pPr algn="ctr">
                        <a:buNone/>
                      </a:pPr>
                      <a:endParaRPr lang="es-ES_tradnl" sz="9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noFill/>
                  </a:tcPr>
                </a:tc>
                <a:tc>
                  <a:txBody>
                    <a:bodyPr/>
                    <a:lstStyle/>
                    <a:p>
                      <a:pPr algn="ctr">
                        <a:buNone/>
                      </a:pPr>
                      <a:endParaRPr lang="es-ES_tradnl" sz="9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noFill/>
                  </a:tcPr>
                </a:tc>
                <a:tc>
                  <a:txBody>
                    <a:bodyPr/>
                    <a:lstStyle/>
                    <a:p>
                      <a:pPr algn="ctr">
                        <a:buNone/>
                      </a:pPr>
                      <a:endParaRPr lang="es-ES_tradnl" sz="9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noFill/>
                  </a:tcPr>
                </a:tc>
                <a:tc>
                  <a:txBody>
                    <a:bodyPr/>
                    <a:lstStyle/>
                    <a:p>
                      <a:pPr algn="ctr">
                        <a:buNone/>
                      </a:pPr>
                      <a:endParaRPr lang="es-ES_tradnl" sz="9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noFill/>
                  </a:tcPr>
                </a:tc>
                <a:tc>
                  <a:txBody>
                    <a:bodyPr/>
                    <a:lstStyle/>
                    <a:p>
                      <a:pPr algn="ctr">
                        <a:buNone/>
                      </a:pPr>
                      <a:endParaRPr lang="es-ES_tradnl" sz="9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noFill/>
                  </a:tcPr>
                </a:tc>
                <a:tc>
                  <a:txBody>
                    <a:bodyPr/>
                    <a:lstStyle/>
                    <a:p>
                      <a:pPr algn="ctr">
                        <a:buNone/>
                      </a:pPr>
                      <a:endParaRPr lang="es-ES_tradnl" sz="9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noFill/>
                  </a:tcPr>
                </a:tc>
                <a:tc>
                  <a:txBody>
                    <a:bodyPr/>
                    <a:lstStyle/>
                    <a:p>
                      <a:pPr algn="ctr">
                        <a:buNone/>
                      </a:pPr>
                      <a:endParaRPr lang="es-ES_tradnl" sz="9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noFill/>
                  </a:tcPr>
                </a:tc>
                <a:tc>
                  <a:txBody>
                    <a:bodyPr/>
                    <a:lstStyle/>
                    <a:p>
                      <a:pPr algn="ctr">
                        <a:buNone/>
                      </a:pPr>
                      <a:endParaRPr lang="es-ES_tradnl" sz="9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noFill/>
                  </a:tcPr>
                </a:tc>
                <a:tc>
                  <a:txBody>
                    <a:bodyPr/>
                    <a:lstStyle/>
                    <a:p>
                      <a:pPr algn="ctr">
                        <a:buNone/>
                      </a:pPr>
                      <a:endParaRPr lang="es-ES_tradnl" sz="9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noFill/>
                  </a:tcPr>
                </a:tc>
                <a:tc>
                  <a:txBody>
                    <a:bodyPr/>
                    <a:lstStyle/>
                    <a:p>
                      <a:pPr algn="ctr">
                        <a:buNone/>
                      </a:pPr>
                      <a:endParaRPr lang="es-ES_tradnl" sz="9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noFill/>
                  </a:tcPr>
                </a:tc>
                <a:tc>
                  <a:txBody>
                    <a:bodyPr/>
                    <a:lstStyle/>
                    <a:p>
                      <a:pPr algn="ctr">
                        <a:buNone/>
                      </a:pPr>
                      <a:endParaRPr lang="es-ES_tradnl" sz="9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noFill/>
                  </a:tcPr>
                </a:tc>
                <a:extLst>
                  <a:ext uri="{0D108BD9-81ED-4DB2-BD59-A6C34878D82A}">
                    <a16:rowId xmlns:a16="http://schemas.microsoft.com/office/drawing/2014/main" val="3244040397"/>
                  </a:ext>
                </a:extLst>
              </a:tr>
              <a:tr h="185420">
                <a:tc>
                  <a:txBody>
                    <a:bodyPr/>
                    <a:lstStyle/>
                    <a:p>
                      <a:pPr algn="ctr">
                        <a:buNone/>
                      </a:pPr>
                      <a:endParaRPr lang="es-ES_tradnl" sz="900" b="0" noProof="1">
                        <a:solidFill>
                          <a:schemeClr val="tx1"/>
                        </a:solidFill>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nchor="ctr">
                    <a:lnB w="12700" cap="flat" cmpd="sng" algn="ctr">
                      <a:solidFill>
                        <a:schemeClr val="tx1"/>
                      </a:solidFill>
                      <a:prstDash val="solid"/>
                      <a:round/>
                      <a:headEnd type="none" w="med" len="med"/>
                      <a:tailEnd type="none" w="med" len="med"/>
                    </a:lnB>
                    <a:noFill/>
                  </a:tcPr>
                </a:tc>
                <a:tc>
                  <a:txBody>
                    <a:bodyPr/>
                    <a:lstStyle/>
                    <a:p>
                      <a:pPr algn="ctr">
                        <a:buNone/>
                      </a:pPr>
                      <a:endParaRPr lang="es-ES_tradnl" sz="9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lnB w="12700" cap="flat" cmpd="sng" algn="ctr">
                      <a:solidFill>
                        <a:schemeClr val="tx1"/>
                      </a:solidFill>
                      <a:prstDash val="solid"/>
                      <a:round/>
                      <a:headEnd type="none" w="med" len="med"/>
                      <a:tailEnd type="none" w="med" len="med"/>
                    </a:lnB>
                    <a:noFill/>
                  </a:tcPr>
                </a:tc>
                <a:tc>
                  <a:txBody>
                    <a:bodyPr/>
                    <a:lstStyle/>
                    <a:p>
                      <a:pPr algn="ctr">
                        <a:buNone/>
                      </a:pPr>
                      <a:endParaRPr lang="es-ES_tradnl" sz="9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lnB w="12700" cap="flat" cmpd="sng" algn="ctr">
                      <a:solidFill>
                        <a:schemeClr val="tx1"/>
                      </a:solidFill>
                      <a:prstDash val="solid"/>
                      <a:round/>
                      <a:headEnd type="none" w="med" len="med"/>
                      <a:tailEnd type="none" w="med" len="med"/>
                    </a:lnB>
                    <a:noFill/>
                  </a:tcPr>
                </a:tc>
                <a:tc>
                  <a:txBody>
                    <a:bodyPr/>
                    <a:lstStyle/>
                    <a:p>
                      <a:pPr algn="ctr">
                        <a:buNone/>
                      </a:pPr>
                      <a:endParaRPr lang="es-ES_tradnl" sz="9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lnB w="12700" cap="flat" cmpd="sng" algn="ctr">
                      <a:solidFill>
                        <a:schemeClr val="tx1"/>
                      </a:solidFill>
                      <a:prstDash val="solid"/>
                      <a:round/>
                      <a:headEnd type="none" w="med" len="med"/>
                      <a:tailEnd type="none" w="med" len="med"/>
                    </a:lnB>
                    <a:noFill/>
                  </a:tcPr>
                </a:tc>
                <a:tc>
                  <a:txBody>
                    <a:bodyPr/>
                    <a:lstStyle/>
                    <a:p>
                      <a:pPr algn="ctr">
                        <a:buNone/>
                      </a:pPr>
                      <a:endParaRPr lang="es-ES_tradnl" sz="9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lnB w="12700" cap="flat" cmpd="sng" algn="ctr">
                      <a:solidFill>
                        <a:schemeClr val="tx1"/>
                      </a:solidFill>
                      <a:prstDash val="solid"/>
                      <a:round/>
                      <a:headEnd type="none" w="med" len="med"/>
                      <a:tailEnd type="none" w="med" len="med"/>
                    </a:lnB>
                    <a:noFill/>
                  </a:tcPr>
                </a:tc>
                <a:tc>
                  <a:txBody>
                    <a:bodyPr/>
                    <a:lstStyle/>
                    <a:p>
                      <a:pPr algn="ctr">
                        <a:buNone/>
                      </a:pPr>
                      <a:endParaRPr lang="es-ES_tradnl" sz="9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lnB w="12700" cap="flat" cmpd="sng" algn="ctr">
                      <a:solidFill>
                        <a:schemeClr val="tx1"/>
                      </a:solidFill>
                      <a:prstDash val="solid"/>
                      <a:round/>
                      <a:headEnd type="none" w="med" len="med"/>
                      <a:tailEnd type="none" w="med" len="med"/>
                    </a:lnB>
                    <a:noFill/>
                  </a:tcPr>
                </a:tc>
                <a:tc>
                  <a:txBody>
                    <a:bodyPr/>
                    <a:lstStyle/>
                    <a:p>
                      <a:pPr algn="ctr">
                        <a:buNone/>
                      </a:pPr>
                      <a:endParaRPr lang="es-ES_tradnl" sz="9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lnB w="12700" cap="flat" cmpd="sng" algn="ctr">
                      <a:solidFill>
                        <a:schemeClr val="tx1"/>
                      </a:solidFill>
                      <a:prstDash val="solid"/>
                      <a:round/>
                      <a:headEnd type="none" w="med" len="med"/>
                      <a:tailEnd type="none" w="med" len="med"/>
                    </a:lnB>
                    <a:noFill/>
                  </a:tcPr>
                </a:tc>
                <a:tc>
                  <a:txBody>
                    <a:bodyPr/>
                    <a:lstStyle/>
                    <a:p>
                      <a:pPr algn="ctr">
                        <a:buNone/>
                      </a:pPr>
                      <a:endParaRPr lang="es-ES_tradnl" sz="9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lnB w="12700" cap="flat" cmpd="sng" algn="ctr">
                      <a:solidFill>
                        <a:schemeClr val="tx1"/>
                      </a:solidFill>
                      <a:prstDash val="solid"/>
                      <a:round/>
                      <a:headEnd type="none" w="med" len="med"/>
                      <a:tailEnd type="none" w="med" len="med"/>
                    </a:lnB>
                    <a:noFill/>
                  </a:tcPr>
                </a:tc>
                <a:tc>
                  <a:txBody>
                    <a:bodyPr/>
                    <a:lstStyle/>
                    <a:p>
                      <a:pPr algn="ctr">
                        <a:buNone/>
                      </a:pPr>
                      <a:endParaRPr lang="es-ES_tradnl" sz="9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lnB w="12700" cap="flat" cmpd="sng" algn="ctr">
                      <a:solidFill>
                        <a:schemeClr val="tx1"/>
                      </a:solidFill>
                      <a:prstDash val="solid"/>
                      <a:round/>
                      <a:headEnd type="none" w="med" len="med"/>
                      <a:tailEnd type="none" w="med" len="med"/>
                    </a:lnB>
                    <a:noFill/>
                  </a:tcPr>
                </a:tc>
                <a:tc>
                  <a:txBody>
                    <a:bodyPr/>
                    <a:lstStyle/>
                    <a:p>
                      <a:pPr algn="ctr">
                        <a:buNone/>
                      </a:pPr>
                      <a:endParaRPr lang="es-ES_tradnl" sz="9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lnB w="12700" cap="flat" cmpd="sng" algn="ctr">
                      <a:solidFill>
                        <a:schemeClr val="tx1"/>
                      </a:solidFill>
                      <a:prstDash val="solid"/>
                      <a:round/>
                      <a:headEnd type="none" w="med" len="med"/>
                      <a:tailEnd type="none" w="med" len="med"/>
                    </a:lnB>
                    <a:noFill/>
                  </a:tcPr>
                </a:tc>
                <a:tc>
                  <a:txBody>
                    <a:bodyPr/>
                    <a:lstStyle/>
                    <a:p>
                      <a:pPr algn="ctr">
                        <a:buNone/>
                      </a:pPr>
                      <a:endParaRPr lang="es-ES_tradnl" sz="9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lnB w="12700" cap="flat" cmpd="sng" algn="ctr">
                      <a:solidFill>
                        <a:schemeClr val="tx1"/>
                      </a:solidFill>
                      <a:prstDash val="solid"/>
                      <a:round/>
                      <a:headEnd type="none" w="med" len="med"/>
                      <a:tailEnd type="none" w="med" len="med"/>
                    </a:lnB>
                    <a:noFill/>
                  </a:tcPr>
                </a:tc>
                <a:tc>
                  <a:txBody>
                    <a:bodyPr/>
                    <a:lstStyle/>
                    <a:p>
                      <a:pPr algn="ctr">
                        <a:buNone/>
                      </a:pPr>
                      <a:endParaRPr lang="es-ES_tradnl" sz="9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lnB w="12700" cap="flat" cmpd="sng" algn="ctr">
                      <a:solidFill>
                        <a:schemeClr val="tx1"/>
                      </a:solidFill>
                      <a:prstDash val="solid"/>
                      <a:round/>
                      <a:headEnd type="none" w="med" len="med"/>
                      <a:tailEnd type="none" w="med" len="med"/>
                    </a:lnB>
                    <a:noFill/>
                  </a:tcPr>
                </a:tc>
                <a:tc>
                  <a:txBody>
                    <a:bodyPr/>
                    <a:lstStyle/>
                    <a:p>
                      <a:pPr algn="ctr">
                        <a:buNone/>
                      </a:pPr>
                      <a:endParaRPr lang="es-ES_tradnl" sz="9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lnB w="12700" cap="flat" cmpd="sng" algn="ctr">
                      <a:solidFill>
                        <a:schemeClr val="tx1"/>
                      </a:solidFill>
                      <a:prstDash val="solid"/>
                      <a:round/>
                      <a:headEnd type="none" w="med" len="med"/>
                      <a:tailEnd type="none" w="med" len="med"/>
                    </a:lnB>
                    <a:noFill/>
                  </a:tcPr>
                </a:tc>
                <a:tc>
                  <a:txBody>
                    <a:bodyPr/>
                    <a:lstStyle/>
                    <a:p>
                      <a:pPr algn="ctr">
                        <a:buNone/>
                      </a:pPr>
                      <a:endParaRPr lang="es-ES_tradnl" sz="9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lnB w="12700" cap="flat" cmpd="sng" algn="ctr">
                      <a:solidFill>
                        <a:schemeClr val="tx1"/>
                      </a:solidFill>
                      <a:prstDash val="solid"/>
                      <a:round/>
                      <a:headEnd type="none" w="med" len="med"/>
                      <a:tailEnd type="none" w="med" len="med"/>
                    </a:lnB>
                    <a:noFill/>
                  </a:tcPr>
                </a:tc>
                <a:tc>
                  <a:txBody>
                    <a:bodyPr/>
                    <a:lstStyle/>
                    <a:p>
                      <a:pPr algn="ctr">
                        <a:buNone/>
                      </a:pPr>
                      <a:endParaRPr lang="es-ES_tradnl" sz="9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lnB w="12700" cap="flat" cmpd="sng" algn="ctr">
                      <a:solidFill>
                        <a:schemeClr val="tx1"/>
                      </a:solidFill>
                      <a:prstDash val="solid"/>
                      <a:round/>
                      <a:headEnd type="none" w="med" len="med"/>
                      <a:tailEnd type="none" w="med" len="med"/>
                    </a:lnB>
                    <a:noFill/>
                  </a:tcPr>
                </a:tc>
                <a:tc>
                  <a:txBody>
                    <a:bodyPr/>
                    <a:lstStyle/>
                    <a:p>
                      <a:pPr algn="ctr">
                        <a:buNone/>
                      </a:pPr>
                      <a:endParaRPr lang="es-ES_tradnl" sz="9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39918356"/>
                  </a:ext>
                </a:extLst>
              </a:tr>
            </a:tbl>
          </a:graphicData>
        </a:graphic>
      </p:graphicFrame>
      <p:sp>
        <p:nvSpPr>
          <p:cNvPr id="8" name="Inhaltsplatzhalter 7">
            <a:extLst>
              <a:ext uri="{FF2B5EF4-FFF2-40B4-BE49-F238E27FC236}">
                <a16:creationId xmlns:a16="http://schemas.microsoft.com/office/drawing/2014/main" id="{2C0B207C-D1C7-935A-9D9E-6CFE4906351B}"/>
              </a:ext>
            </a:extLst>
          </p:cNvPr>
          <p:cNvSpPr txBox="1">
            <a:spLocks noGrp="1"/>
          </p:cNvSpPr>
          <p:nvPr>
            <p:ph sz="quarter" idx="16"/>
          </p:nvPr>
        </p:nvSpPr>
        <p:spPr>
          <a:xfrm>
            <a:off x="561487" y="2465822"/>
            <a:ext cx="2688490" cy="1421928"/>
          </a:xfrm>
          <a:prstGeom prst="rect">
            <a:avLst/>
          </a:prstGeom>
          <a:noFill/>
        </p:spPr>
        <p:txBody>
          <a:bodyPr wrap="square">
            <a:spAutoFit/>
          </a:bodyPr>
          <a:lstStyle/>
          <a:p>
            <a:pPr algn="l"/>
            <a:r>
              <a:rPr lang="es-ES_tradnl" dirty="0"/>
              <a:t>La velocidad inicial impacta significativamente el transitorio, generando variaciones en sobreimpulso, convergencia y esfuerzo de control.</a:t>
            </a:r>
          </a:p>
        </p:txBody>
      </p:sp>
      <p:pic>
        <p:nvPicPr>
          <p:cNvPr id="5" name="Onlinebild-Platzhalter 4">
            <a:extLst>
              <a:ext uri="{FF2B5EF4-FFF2-40B4-BE49-F238E27FC236}">
                <a16:creationId xmlns:a16="http://schemas.microsoft.com/office/drawing/2014/main" id="{8EB6B157-7481-C653-86CD-35F0D0A2C399}"/>
              </a:ext>
            </a:extLst>
          </p:cNvPr>
          <p:cNvPicPr>
            <a:picLocks noGrp="1" noChangeAspect="1"/>
          </p:cNvPicPr>
          <p:nvPr>
            <p:ph type="clipArt" sz="quarter" idx="15"/>
          </p:nvPr>
        </p:nvPicPr>
        <p:blipFill>
          <a:blip r:embed="rId2"/>
          <a:stretch>
            <a:fillRect/>
          </a:stretch>
        </p:blipFill>
        <p:spPr>
          <a:xfrm>
            <a:off x="3437262" y="2078038"/>
            <a:ext cx="7127913" cy="2505075"/>
          </a:xfrm>
          <a:prstGeom prst="rect">
            <a:avLst/>
          </a:prstGeom>
        </p:spPr>
      </p:pic>
      <p:sp>
        <p:nvSpPr>
          <p:cNvPr id="2" name="Fußzeilenplatzhalter 2">
            <a:extLst>
              <a:ext uri="{FF2B5EF4-FFF2-40B4-BE49-F238E27FC236}">
                <a16:creationId xmlns:a16="http://schemas.microsoft.com/office/drawing/2014/main" id="{FA6BF416-A892-F223-173C-399ED3C3AB36}"/>
              </a:ext>
            </a:extLst>
          </p:cNvPr>
          <p:cNvSpPr txBox="1">
            <a:spLocks/>
          </p:cNvSpPr>
          <p:nvPr/>
        </p:nvSpPr>
        <p:spPr>
          <a:xfrm>
            <a:off x="278030" y="6356350"/>
            <a:ext cx="11777612" cy="365125"/>
          </a:xfrm>
          <a:prstGeom prst="rect">
            <a:avLst/>
          </a:prstGeom>
        </p:spPr>
        <p:txBody>
          <a:bodyPr/>
          <a:ls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s-ES_tradnl" sz="900" dirty="0"/>
              <a:t>TFM – Master Inteligencia Artificial – Control Monoarticular aplicado en manipuladores móviles utilizando aprendizaje por refuerzo  –  Ricardo Enrique  Sarabia Palacio</a:t>
            </a:r>
          </a:p>
        </p:txBody>
      </p:sp>
    </p:spTree>
    <p:extLst>
      <p:ext uri="{BB962C8B-B14F-4D97-AF65-F5344CB8AC3E}">
        <p14:creationId xmlns:p14="http://schemas.microsoft.com/office/powerpoint/2010/main" val="272030380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E8E95E-013C-D1B5-167A-7DA5F90CCAA6}"/>
            </a:ext>
          </a:extLst>
        </p:cNvPr>
        <p:cNvGrpSpPr/>
        <p:nvPr/>
      </p:nvGrpSpPr>
      <p:grpSpPr>
        <a:xfrm>
          <a:off x="0" y="0"/>
          <a:ext cx="0" cy="0"/>
          <a:chOff x="0" y="0"/>
          <a:chExt cx="0" cy="0"/>
        </a:xfrm>
      </p:grpSpPr>
      <p:sp>
        <p:nvSpPr>
          <p:cNvPr id="3" name="Textplatzhalter 2">
            <a:extLst>
              <a:ext uri="{FF2B5EF4-FFF2-40B4-BE49-F238E27FC236}">
                <a16:creationId xmlns:a16="http://schemas.microsoft.com/office/drawing/2014/main" id="{EDD8496A-4E9C-91A6-0587-8FAA838A6245}"/>
              </a:ext>
            </a:extLst>
          </p:cNvPr>
          <p:cNvSpPr>
            <a:spLocks noGrp="1"/>
          </p:cNvSpPr>
          <p:nvPr>
            <p:ph type="body" sz="quarter" idx="12"/>
          </p:nvPr>
        </p:nvSpPr>
        <p:spPr/>
        <p:txBody>
          <a:bodyPr/>
          <a:lstStyle/>
          <a:p>
            <a:r>
              <a:rPr lang="es-ES_tradnl" noProof="1">
                <a:solidFill>
                  <a:schemeClr val="tx1">
                    <a:lumMod val="75000"/>
                    <a:lumOff val="25000"/>
                  </a:schemeClr>
                </a:solidFill>
              </a:rPr>
              <a:t>Influencias de las perturbaciones en plataforma plana</a:t>
            </a:r>
          </a:p>
          <a:p>
            <a:endParaRPr lang="es-ES_tradnl" dirty="0"/>
          </a:p>
        </p:txBody>
      </p:sp>
      <p:sp>
        <p:nvSpPr>
          <p:cNvPr id="12" name="Textfeld 11">
            <a:extLst>
              <a:ext uri="{FF2B5EF4-FFF2-40B4-BE49-F238E27FC236}">
                <a16:creationId xmlns:a16="http://schemas.microsoft.com/office/drawing/2014/main" id="{168BFC70-DC98-350B-1A55-EB3EE5EBB639}"/>
              </a:ext>
            </a:extLst>
          </p:cNvPr>
          <p:cNvSpPr txBox="1"/>
          <p:nvPr/>
        </p:nvSpPr>
        <p:spPr>
          <a:xfrm>
            <a:off x="1220412" y="5002600"/>
            <a:ext cx="1532618" cy="230832"/>
          </a:xfrm>
          <a:prstGeom prst="rect">
            <a:avLst/>
          </a:prstGeom>
          <a:noFill/>
        </p:spPr>
        <p:txBody>
          <a:bodyPr wrap="square" rtlCol="0">
            <a:spAutoFit/>
          </a:bodyPr>
          <a:lstStyle/>
          <a:p>
            <a:pPr algn="ctr"/>
            <a:r>
              <a:rPr lang="es-ES_tradnl" sz="900" b="1" noProof="1">
                <a:latin typeface="Times New Roman" panose="02020603050405020304" pitchFamily="18" charset="0"/>
                <a:cs typeface="Times New Roman" panose="02020603050405020304" pitchFamily="18" charset="0"/>
              </a:rPr>
              <a:t>o1ini: (-90, 0 , 90) [°]</a:t>
            </a:r>
          </a:p>
        </p:txBody>
      </p:sp>
      <p:sp>
        <p:nvSpPr>
          <p:cNvPr id="13" name="Textfeld 12">
            <a:extLst>
              <a:ext uri="{FF2B5EF4-FFF2-40B4-BE49-F238E27FC236}">
                <a16:creationId xmlns:a16="http://schemas.microsoft.com/office/drawing/2014/main" id="{FE67BDFF-AEAB-6677-CC6D-9CC2C38C8213}"/>
              </a:ext>
            </a:extLst>
          </p:cNvPr>
          <p:cNvSpPr txBox="1"/>
          <p:nvPr/>
        </p:nvSpPr>
        <p:spPr>
          <a:xfrm>
            <a:off x="5069907" y="5008526"/>
            <a:ext cx="1685874" cy="230832"/>
          </a:xfrm>
          <a:prstGeom prst="rect">
            <a:avLst/>
          </a:prstGeom>
          <a:noFill/>
        </p:spPr>
        <p:txBody>
          <a:bodyPr wrap="square" rtlCol="0">
            <a:spAutoFit/>
          </a:bodyPr>
          <a:lstStyle/>
          <a:p>
            <a:pPr algn="ctr"/>
            <a:r>
              <a:rPr lang="es-ES_tradnl" sz="900" b="1" noProof="1">
                <a:latin typeface="Times New Roman" panose="02020603050405020304" pitchFamily="18" charset="0"/>
                <a:cs typeface="Times New Roman" panose="02020603050405020304" pitchFamily="18" charset="0"/>
              </a:rPr>
              <a:t>Retardo: (0, 0.01, 0.02) [ms]</a:t>
            </a:r>
          </a:p>
        </p:txBody>
      </p:sp>
      <p:sp>
        <p:nvSpPr>
          <p:cNvPr id="14" name="Textfeld 13">
            <a:extLst>
              <a:ext uri="{FF2B5EF4-FFF2-40B4-BE49-F238E27FC236}">
                <a16:creationId xmlns:a16="http://schemas.microsoft.com/office/drawing/2014/main" id="{182D2600-9A44-3C00-BBD2-07D715F64302}"/>
              </a:ext>
            </a:extLst>
          </p:cNvPr>
          <p:cNvSpPr txBox="1"/>
          <p:nvPr/>
        </p:nvSpPr>
        <p:spPr>
          <a:xfrm>
            <a:off x="9040777" y="5002227"/>
            <a:ext cx="1506923" cy="230832"/>
          </a:xfrm>
          <a:prstGeom prst="rect">
            <a:avLst/>
          </a:prstGeom>
          <a:noFill/>
        </p:spPr>
        <p:txBody>
          <a:bodyPr wrap="square" rtlCol="0">
            <a:spAutoFit/>
          </a:bodyPr>
          <a:lstStyle/>
          <a:p>
            <a:pPr algn="ctr"/>
            <a:r>
              <a:rPr lang="es-ES_tradnl" sz="900" b="1" noProof="1">
                <a:latin typeface="Times New Roman" panose="02020603050405020304" pitchFamily="18" charset="0"/>
                <a:cs typeface="Times New Roman" panose="02020603050405020304" pitchFamily="18" charset="0"/>
              </a:rPr>
              <a:t>do1ini: (-0.5, 0, 0.5)[rad/s]</a:t>
            </a:r>
          </a:p>
        </p:txBody>
      </p:sp>
      <p:sp>
        <p:nvSpPr>
          <p:cNvPr id="18" name="Textfeld 17">
            <a:extLst>
              <a:ext uri="{FF2B5EF4-FFF2-40B4-BE49-F238E27FC236}">
                <a16:creationId xmlns:a16="http://schemas.microsoft.com/office/drawing/2014/main" id="{4D7B7EE5-3837-E206-0771-D3EC6C9609BA}"/>
              </a:ext>
            </a:extLst>
          </p:cNvPr>
          <p:cNvSpPr txBox="1"/>
          <p:nvPr/>
        </p:nvSpPr>
        <p:spPr>
          <a:xfrm>
            <a:off x="376884" y="5269575"/>
            <a:ext cx="11609170" cy="1323439"/>
          </a:xfrm>
          <a:prstGeom prst="rect">
            <a:avLst/>
          </a:prstGeom>
          <a:noFill/>
        </p:spPr>
        <p:txBody>
          <a:bodyPr wrap="square" rtlCol="0">
            <a:spAutoFit/>
          </a:bodyPr>
          <a:lstStyle/>
          <a:p>
            <a:pPr algn="ctr"/>
            <a:r>
              <a:rPr lang="es-ES_tradnl" sz="1600" dirty="0">
                <a:latin typeface="Times New Roman" panose="02020603050405020304" pitchFamily="18" charset="0"/>
                <a:cs typeface="Times New Roman" panose="02020603050405020304" pitchFamily="18" charset="0"/>
              </a:rPr>
              <a:t>El agente RL con una función de recompensa basada únicamente en el error de seguimiento presenta un comportamiento consistente en el dominio angular, pero con limitaciones claras en su capacidad de generalización. Mientras que el retardo de señal tiene un impacto reducido, las condiciones iniciales —especialmente la velocidad angular— generan distorsiones significativas en el RMSE, evidenciando que el agente no ha internalizado completamente la dinámica del sistema bajo estados diversos.</a:t>
            </a:r>
          </a:p>
          <a:p>
            <a:pPr algn="ctr"/>
            <a:endParaRPr lang="es-ES_tradnl" sz="1600" dirty="0">
              <a:latin typeface="Times New Roman" panose="02020603050405020304" pitchFamily="18" charset="0"/>
              <a:cs typeface="Times New Roman" panose="02020603050405020304" pitchFamily="18" charset="0"/>
            </a:endParaRPr>
          </a:p>
        </p:txBody>
      </p:sp>
      <p:sp>
        <p:nvSpPr>
          <p:cNvPr id="2" name="Fußzeilenplatzhalter 2">
            <a:extLst>
              <a:ext uri="{FF2B5EF4-FFF2-40B4-BE49-F238E27FC236}">
                <a16:creationId xmlns:a16="http://schemas.microsoft.com/office/drawing/2014/main" id="{7ED2036E-26B3-475A-97CE-282221CA968A}"/>
              </a:ext>
            </a:extLst>
          </p:cNvPr>
          <p:cNvSpPr txBox="1">
            <a:spLocks/>
          </p:cNvSpPr>
          <p:nvPr/>
        </p:nvSpPr>
        <p:spPr>
          <a:xfrm>
            <a:off x="309894" y="6492875"/>
            <a:ext cx="11777612" cy="365125"/>
          </a:xfrm>
          <a:prstGeom prst="rect">
            <a:avLst/>
          </a:prstGeom>
        </p:spPr>
        <p:txBody>
          <a:bodyPr/>
          <a:ls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s-ES_tradnl" sz="900" dirty="0"/>
              <a:t>TFM – Master Inteligencia Artificial – Control Monoarticular aplicado en manipuladores móviles utilizando aprendizaje por refuerzo  –  Ricardo Enrique  Sarabia Palacio</a:t>
            </a:r>
          </a:p>
        </p:txBody>
      </p:sp>
      <p:pic>
        <p:nvPicPr>
          <p:cNvPr id="4" name="Onlinebild-Platzhalter 7">
            <a:extLst>
              <a:ext uri="{FF2B5EF4-FFF2-40B4-BE49-F238E27FC236}">
                <a16:creationId xmlns:a16="http://schemas.microsoft.com/office/drawing/2014/main" id="{FEE5A37F-5517-EB6C-4872-C02772E1459E}"/>
              </a:ext>
            </a:extLst>
          </p:cNvPr>
          <p:cNvPicPr>
            <a:picLocks noGrp="1" noChangeAspect="1"/>
          </p:cNvPicPr>
          <p:nvPr>
            <p:ph type="clipArt" sz="quarter" idx="15"/>
          </p:nvPr>
        </p:nvPicPr>
        <p:blipFill>
          <a:blip r:embed="rId2"/>
          <a:stretch>
            <a:fillRect/>
          </a:stretch>
        </p:blipFill>
        <p:spPr>
          <a:xfrm>
            <a:off x="520862" y="2292531"/>
            <a:ext cx="3431085" cy="2682015"/>
          </a:xfrm>
          <a:prstGeom prst="rect">
            <a:avLst/>
          </a:prstGeom>
        </p:spPr>
      </p:pic>
      <p:pic>
        <p:nvPicPr>
          <p:cNvPr id="5" name="Onlinebild-Platzhalter 5">
            <a:extLst>
              <a:ext uri="{FF2B5EF4-FFF2-40B4-BE49-F238E27FC236}">
                <a16:creationId xmlns:a16="http://schemas.microsoft.com/office/drawing/2014/main" id="{8BF0E64C-75DE-1960-9DB6-BCC33683B26E}"/>
              </a:ext>
            </a:extLst>
          </p:cNvPr>
          <p:cNvPicPr>
            <a:picLocks noChangeAspect="1"/>
          </p:cNvPicPr>
          <p:nvPr/>
        </p:nvPicPr>
        <p:blipFill>
          <a:blip r:embed="rId3"/>
          <a:stretch>
            <a:fillRect/>
          </a:stretch>
        </p:blipFill>
        <p:spPr>
          <a:xfrm>
            <a:off x="4033284" y="2299119"/>
            <a:ext cx="4001157" cy="2682014"/>
          </a:xfrm>
          <a:prstGeom prst="rect">
            <a:avLst/>
          </a:prstGeom>
        </p:spPr>
      </p:pic>
      <p:pic>
        <p:nvPicPr>
          <p:cNvPr id="6" name="Onlinebild-Platzhalter 6">
            <a:extLst>
              <a:ext uri="{FF2B5EF4-FFF2-40B4-BE49-F238E27FC236}">
                <a16:creationId xmlns:a16="http://schemas.microsoft.com/office/drawing/2014/main" id="{1D1CC5A7-AD08-FFA1-E49A-B0820737C831}"/>
              </a:ext>
            </a:extLst>
          </p:cNvPr>
          <p:cNvPicPr>
            <a:picLocks noChangeAspect="1"/>
          </p:cNvPicPr>
          <p:nvPr/>
        </p:nvPicPr>
        <p:blipFill>
          <a:blip r:embed="rId4"/>
          <a:stretch>
            <a:fillRect/>
          </a:stretch>
        </p:blipFill>
        <p:spPr>
          <a:xfrm>
            <a:off x="8115778" y="2315278"/>
            <a:ext cx="3765923" cy="2659268"/>
          </a:xfrm>
          <a:prstGeom prst="rect">
            <a:avLst/>
          </a:prstGeom>
        </p:spPr>
      </p:pic>
    </p:spTree>
    <p:extLst>
      <p:ext uri="{BB962C8B-B14F-4D97-AF65-F5344CB8AC3E}">
        <p14:creationId xmlns:p14="http://schemas.microsoft.com/office/powerpoint/2010/main" val="417051613"/>
      </p:ext>
    </p:extLst>
  </p:cSld>
  <p:clrMapOvr>
    <a:masterClrMapping/>
  </p:clrMapOvr>
</p:sld>
</file>

<file path=ppt/theme/theme1.xml><?xml version="1.0" encoding="utf-8"?>
<a:theme xmlns:a="http://schemas.openxmlformats.org/drawingml/2006/main" name="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827</Words>
  <Application>Microsoft Macintosh PowerPoint</Application>
  <PresentationFormat>Breitbild</PresentationFormat>
  <Paragraphs>222</Paragraphs>
  <Slides>7</Slides>
  <Notes>0</Notes>
  <HiddenSlides>0</HiddenSlides>
  <MMClips>0</MMClips>
  <ScaleCrop>false</ScaleCrop>
  <HeadingPairs>
    <vt:vector size="6" baseType="variant">
      <vt:variant>
        <vt:lpstr>Verwendete Schriftarten</vt:lpstr>
      </vt:variant>
      <vt:variant>
        <vt:i4>4</vt:i4>
      </vt:variant>
      <vt:variant>
        <vt:lpstr>Design</vt:lpstr>
      </vt:variant>
      <vt:variant>
        <vt:i4>1</vt:i4>
      </vt:variant>
      <vt:variant>
        <vt:lpstr>Folientitel</vt:lpstr>
      </vt:variant>
      <vt:variant>
        <vt:i4>7</vt:i4>
      </vt:variant>
    </vt:vector>
  </HeadingPairs>
  <TitlesOfParts>
    <vt:vector size="12" baseType="lpstr">
      <vt:lpstr>Aptos</vt:lpstr>
      <vt:lpstr>Aptos Display</vt:lpstr>
      <vt:lpstr>Arial</vt:lpstr>
      <vt:lpstr>Times New Roman</vt:lpstr>
      <vt:lpstr>Office</vt:lpstr>
      <vt:lpstr>PowerPoint-Präsentation</vt:lpstr>
      <vt:lpstr>PowerPoint-Präsentation</vt:lpstr>
      <vt:lpstr>PowerPoint-Präsentation</vt:lpstr>
      <vt:lpstr>PowerPoint-Präsentation</vt:lpstr>
      <vt:lpstr>PowerPoint-Präsentation</vt:lpstr>
      <vt:lpstr>PowerPoint-Präsentation</vt:lpstr>
      <vt:lpstr>PowerPoint-Präsentation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ricardo sarabia</dc:creator>
  <cp:lastModifiedBy>ricardo sarabia</cp:lastModifiedBy>
  <cp:revision>3</cp:revision>
  <dcterms:created xsi:type="dcterms:W3CDTF">2026-03-28T15:03:47Z</dcterms:created>
  <dcterms:modified xsi:type="dcterms:W3CDTF">2026-04-06T18:00:21Z</dcterms:modified>
</cp:coreProperties>
</file>