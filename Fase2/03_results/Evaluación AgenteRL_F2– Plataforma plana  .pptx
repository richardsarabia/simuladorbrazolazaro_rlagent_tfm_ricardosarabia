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562" r:id="rId2"/>
    <p:sldId id="563" r:id="rId3"/>
    <p:sldId id="564" r:id="rId4"/>
    <p:sldId id="566" r:id="rId5"/>
    <p:sldId id="565" r:id="rId6"/>
    <p:sldId id="567" r:id="rId7"/>
    <p:sldId id="568"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35"/>
  </p:normalViewPr>
  <p:slideViewPr>
    <p:cSldViewPr snapToGrid="0">
      <p:cViewPr varScale="1">
        <p:scale>
          <a:sx n="101" d="100"/>
          <a:sy n="101" d="100"/>
        </p:scale>
        <p:origin x="1192"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23FEB-A005-1141-BD8A-A9EA313772FF}" type="datetimeFigureOut">
              <a:rPr lang="es-ES_tradnl" smtClean="0"/>
              <a:t>28/3/26</a:t>
            </a:fld>
            <a:endParaRPr lang="es-ES_tradnl"/>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987F8-2F35-4941-9C91-57C74210BC50}" type="slidenum">
              <a:rPr lang="es-ES_tradnl" smtClean="0"/>
              <a:t>‹Nr.›</a:t>
            </a:fld>
            <a:endParaRPr lang="es-ES_tradnl"/>
          </a:p>
        </p:txBody>
      </p:sp>
    </p:spTree>
    <p:extLst>
      <p:ext uri="{BB962C8B-B14F-4D97-AF65-F5344CB8AC3E}">
        <p14:creationId xmlns:p14="http://schemas.microsoft.com/office/powerpoint/2010/main" val="196733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90FEB3D-6CD2-2DC9-54BA-D6D307C938BD}"/>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C63FF5C3-B124-2227-8C16-5BD5C31406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D4B10CB3-00D4-AC75-1445-0C5964ED01F0}"/>
              </a:ext>
            </a:extLst>
          </p:cNvPr>
          <p:cNvSpPr>
            <a:spLocks noGrp="1"/>
          </p:cNvSpPr>
          <p:nvPr>
            <p:ph type="dt" sz="half" idx="10"/>
          </p:nvPr>
        </p:nvSpPr>
        <p:spPr/>
        <p:txBody>
          <a:bodyPr/>
          <a:lstStyle/>
          <a:p>
            <a:endParaRPr lang="es-ES_tradnl"/>
          </a:p>
        </p:txBody>
      </p:sp>
      <p:sp>
        <p:nvSpPr>
          <p:cNvPr id="5" name="Fußzeilenplatzhalter 4">
            <a:extLst>
              <a:ext uri="{FF2B5EF4-FFF2-40B4-BE49-F238E27FC236}">
                <a16:creationId xmlns:a16="http://schemas.microsoft.com/office/drawing/2014/main" id="{4F4BF555-8CFC-8BA2-141A-3D508E4399AE}"/>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A39EB556-EE6C-0895-DFBF-91C8E7EEFCD6}"/>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379684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F56EBF-1868-9AD2-C997-375C03AA765A}"/>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12936155-374E-DBC6-9711-770C9A29794F}"/>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03DCBBCC-FBE9-4A98-7C19-6B05F1896E8F}"/>
              </a:ext>
            </a:extLst>
          </p:cNvPr>
          <p:cNvSpPr>
            <a:spLocks noGrp="1"/>
          </p:cNvSpPr>
          <p:nvPr>
            <p:ph type="dt" sz="half" idx="10"/>
          </p:nvPr>
        </p:nvSpPr>
        <p:spPr/>
        <p:txBody>
          <a:bodyPr/>
          <a:lstStyle/>
          <a:p>
            <a:endParaRPr lang="es-ES_tradnl"/>
          </a:p>
        </p:txBody>
      </p:sp>
      <p:sp>
        <p:nvSpPr>
          <p:cNvPr id="5" name="Fußzeilenplatzhalter 4">
            <a:extLst>
              <a:ext uri="{FF2B5EF4-FFF2-40B4-BE49-F238E27FC236}">
                <a16:creationId xmlns:a16="http://schemas.microsoft.com/office/drawing/2014/main" id="{97E3C1A4-BD73-541F-4773-49844F304CF0}"/>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447E1106-0294-4CE9-CD0A-A07A495EA601}"/>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3771260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EFEADA-7CC8-A6F9-AFBB-70583F8F671F}"/>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D639F96F-4132-D147-1945-91C6197AE6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CD29E02D-B568-3262-8EAD-F5BA595FF91A}"/>
              </a:ext>
            </a:extLst>
          </p:cNvPr>
          <p:cNvSpPr>
            <a:spLocks noGrp="1"/>
          </p:cNvSpPr>
          <p:nvPr>
            <p:ph type="dt" sz="half" idx="10"/>
          </p:nvPr>
        </p:nvSpPr>
        <p:spPr/>
        <p:txBody>
          <a:bodyPr/>
          <a:lstStyle/>
          <a:p>
            <a:endParaRPr lang="es-ES_tradnl"/>
          </a:p>
        </p:txBody>
      </p:sp>
      <p:sp>
        <p:nvSpPr>
          <p:cNvPr id="5" name="Fußzeilenplatzhalter 4">
            <a:extLst>
              <a:ext uri="{FF2B5EF4-FFF2-40B4-BE49-F238E27FC236}">
                <a16:creationId xmlns:a16="http://schemas.microsoft.com/office/drawing/2014/main" id="{A772C2DB-6C83-066A-CC4D-BF8F1A658996}"/>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69DA3B59-1FD7-E39A-9643-24D0979A4D6E}"/>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725343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9034BB-D30C-A6C1-FC74-36947564A024}"/>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398B923D-187E-BB47-7A69-7F93182209B8}"/>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0877E461-2794-2941-AB3E-C2A7E39B9585}"/>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9C1A3673-88A2-4D70-E3D6-90A3F9868575}"/>
              </a:ext>
            </a:extLst>
          </p:cNvPr>
          <p:cNvSpPr>
            <a:spLocks noGrp="1"/>
          </p:cNvSpPr>
          <p:nvPr>
            <p:ph type="dt" sz="half" idx="10"/>
          </p:nvPr>
        </p:nvSpPr>
        <p:spPr/>
        <p:txBody>
          <a:bodyPr/>
          <a:lstStyle/>
          <a:p>
            <a:endParaRPr lang="es-ES_tradnl"/>
          </a:p>
        </p:txBody>
      </p:sp>
      <p:sp>
        <p:nvSpPr>
          <p:cNvPr id="6" name="Fußzeilenplatzhalter 5">
            <a:extLst>
              <a:ext uri="{FF2B5EF4-FFF2-40B4-BE49-F238E27FC236}">
                <a16:creationId xmlns:a16="http://schemas.microsoft.com/office/drawing/2014/main" id="{9404F6F2-FB53-62C2-0125-4D6BC273F399}"/>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DD9633C4-3D84-AC36-AB3F-7318DF8E63A1}"/>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3535777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B539D8-6D1D-6D16-7A33-BBDD197CD925}"/>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A4073A24-5713-F2EF-574D-ECC9A14568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A5A4D6D-923E-95DE-D916-E52E1B9321A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007978AC-7305-F7FE-0C50-692CA46EA9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F260EF5-D730-4842-97C4-AFFDD8E62AE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A97AA2A8-330F-E011-CF18-FC95FC7F92FF}"/>
              </a:ext>
            </a:extLst>
          </p:cNvPr>
          <p:cNvSpPr>
            <a:spLocks noGrp="1"/>
          </p:cNvSpPr>
          <p:nvPr>
            <p:ph type="dt" sz="half" idx="10"/>
          </p:nvPr>
        </p:nvSpPr>
        <p:spPr/>
        <p:txBody>
          <a:bodyPr/>
          <a:lstStyle/>
          <a:p>
            <a:endParaRPr lang="es-ES_tradnl"/>
          </a:p>
        </p:txBody>
      </p:sp>
      <p:sp>
        <p:nvSpPr>
          <p:cNvPr id="8" name="Fußzeilenplatzhalter 7">
            <a:extLst>
              <a:ext uri="{FF2B5EF4-FFF2-40B4-BE49-F238E27FC236}">
                <a16:creationId xmlns:a16="http://schemas.microsoft.com/office/drawing/2014/main" id="{47F47EEB-7B2D-66AA-2D28-357DB3C3F4E2}"/>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72E1BDE7-71D0-EFA4-2376-2B5D3054CB8B}"/>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4116007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6845AC-7A4C-FE7A-6938-A06BBB07E807}"/>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CD660326-AB44-5C0E-E2CA-A0E5B5D1B297}"/>
              </a:ext>
            </a:extLst>
          </p:cNvPr>
          <p:cNvSpPr>
            <a:spLocks noGrp="1"/>
          </p:cNvSpPr>
          <p:nvPr>
            <p:ph type="dt" sz="half" idx="10"/>
          </p:nvPr>
        </p:nvSpPr>
        <p:spPr/>
        <p:txBody>
          <a:bodyPr/>
          <a:lstStyle/>
          <a:p>
            <a:endParaRPr lang="es-ES_tradnl"/>
          </a:p>
        </p:txBody>
      </p:sp>
      <p:sp>
        <p:nvSpPr>
          <p:cNvPr id="4" name="Fußzeilenplatzhalter 3">
            <a:extLst>
              <a:ext uri="{FF2B5EF4-FFF2-40B4-BE49-F238E27FC236}">
                <a16:creationId xmlns:a16="http://schemas.microsoft.com/office/drawing/2014/main" id="{EACF438F-4ABB-079B-77DA-8115B0EABE59}"/>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B7510AA7-3A1C-20D6-0609-4E6EDB0AA07F}"/>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1752046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879A59A5-F856-984E-906B-F269EC2C17DC}"/>
              </a:ext>
            </a:extLst>
          </p:cNvPr>
          <p:cNvSpPr>
            <a:spLocks noGrp="1"/>
          </p:cNvSpPr>
          <p:nvPr>
            <p:ph type="dt" sz="half" idx="10"/>
          </p:nvPr>
        </p:nvSpPr>
        <p:spPr/>
        <p:txBody>
          <a:bodyPr/>
          <a:lstStyle/>
          <a:p>
            <a:endParaRPr lang="es-ES_tradnl"/>
          </a:p>
        </p:txBody>
      </p:sp>
      <p:sp>
        <p:nvSpPr>
          <p:cNvPr id="3" name="Fußzeilenplatzhalter 2">
            <a:extLst>
              <a:ext uri="{FF2B5EF4-FFF2-40B4-BE49-F238E27FC236}">
                <a16:creationId xmlns:a16="http://schemas.microsoft.com/office/drawing/2014/main" id="{F64D7F4D-E79C-E207-4C5B-993D3CC81EE9}"/>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9CE8F435-0066-62E3-598D-38DF4B3A8C58}"/>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2520158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63C73C-DDE3-BFFB-9B8C-11170A1A951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347B2312-2CDD-08D9-8C5D-921F2C35B4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A1A6896B-25A4-64AB-68FE-9EA986E4EB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899F43B-9A45-23ED-0DBA-E19A95F2A61E}"/>
              </a:ext>
            </a:extLst>
          </p:cNvPr>
          <p:cNvSpPr>
            <a:spLocks noGrp="1"/>
          </p:cNvSpPr>
          <p:nvPr>
            <p:ph type="dt" sz="half" idx="10"/>
          </p:nvPr>
        </p:nvSpPr>
        <p:spPr/>
        <p:txBody>
          <a:bodyPr/>
          <a:lstStyle/>
          <a:p>
            <a:endParaRPr lang="es-ES_tradnl"/>
          </a:p>
        </p:txBody>
      </p:sp>
      <p:sp>
        <p:nvSpPr>
          <p:cNvPr id="6" name="Fußzeilenplatzhalter 5">
            <a:extLst>
              <a:ext uri="{FF2B5EF4-FFF2-40B4-BE49-F238E27FC236}">
                <a16:creationId xmlns:a16="http://schemas.microsoft.com/office/drawing/2014/main" id="{7D1F9A6E-5025-4BF3-0574-E638E047090D}"/>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B35E0752-D07A-F34E-8400-004AE777F6FD}"/>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1099781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33D929-5DD9-8742-BFEB-0CBB8AABA39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15B7E5F2-3C4A-890F-2B43-64D468044D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101D0EA7-C3CF-DAF4-03A7-3231C95F88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3406276D-5C4B-A556-5D21-588F36A84628}"/>
              </a:ext>
            </a:extLst>
          </p:cNvPr>
          <p:cNvSpPr>
            <a:spLocks noGrp="1"/>
          </p:cNvSpPr>
          <p:nvPr>
            <p:ph type="dt" sz="half" idx="10"/>
          </p:nvPr>
        </p:nvSpPr>
        <p:spPr/>
        <p:txBody>
          <a:bodyPr/>
          <a:lstStyle/>
          <a:p>
            <a:endParaRPr lang="es-ES_tradnl"/>
          </a:p>
        </p:txBody>
      </p:sp>
      <p:sp>
        <p:nvSpPr>
          <p:cNvPr id="6" name="Fußzeilenplatzhalter 5">
            <a:extLst>
              <a:ext uri="{FF2B5EF4-FFF2-40B4-BE49-F238E27FC236}">
                <a16:creationId xmlns:a16="http://schemas.microsoft.com/office/drawing/2014/main" id="{D2EE77E4-D831-F1D6-48AC-C8B556AB6549}"/>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8A8385BF-7656-668C-A2E5-1BFDBBB2DC8E}"/>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263236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7EC32F-73BA-D9BE-B669-574F66D2D517}"/>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FCD00462-D38F-6D13-AB9E-6BE44F838104}"/>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798482E8-915B-16B5-3844-CBFBB681C4FF}"/>
              </a:ext>
            </a:extLst>
          </p:cNvPr>
          <p:cNvSpPr>
            <a:spLocks noGrp="1"/>
          </p:cNvSpPr>
          <p:nvPr>
            <p:ph type="dt" sz="half" idx="10"/>
          </p:nvPr>
        </p:nvSpPr>
        <p:spPr/>
        <p:txBody>
          <a:bodyPr/>
          <a:lstStyle/>
          <a:p>
            <a:endParaRPr lang="es-ES_tradnl"/>
          </a:p>
        </p:txBody>
      </p:sp>
      <p:sp>
        <p:nvSpPr>
          <p:cNvPr id="5" name="Fußzeilenplatzhalter 4">
            <a:extLst>
              <a:ext uri="{FF2B5EF4-FFF2-40B4-BE49-F238E27FC236}">
                <a16:creationId xmlns:a16="http://schemas.microsoft.com/office/drawing/2014/main" id="{0996CE70-86D7-8711-1C76-71FD303DC7C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563FBC8F-0EA4-5E0E-726B-78CF51AA4BCD}"/>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21970929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D7AC5E75-7BBE-C631-4B75-4C0B34A9137D}"/>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5B084D44-53CF-ABC0-E5EF-1D93B472EC17}"/>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C730D97B-2A56-A1F4-849E-659E53457881}"/>
              </a:ext>
            </a:extLst>
          </p:cNvPr>
          <p:cNvSpPr>
            <a:spLocks noGrp="1"/>
          </p:cNvSpPr>
          <p:nvPr>
            <p:ph type="dt" sz="half" idx="10"/>
          </p:nvPr>
        </p:nvSpPr>
        <p:spPr/>
        <p:txBody>
          <a:bodyPr/>
          <a:lstStyle/>
          <a:p>
            <a:endParaRPr lang="es-ES_tradnl"/>
          </a:p>
        </p:txBody>
      </p:sp>
      <p:sp>
        <p:nvSpPr>
          <p:cNvPr id="5" name="Fußzeilenplatzhalter 4">
            <a:extLst>
              <a:ext uri="{FF2B5EF4-FFF2-40B4-BE49-F238E27FC236}">
                <a16:creationId xmlns:a16="http://schemas.microsoft.com/office/drawing/2014/main" id="{B44B9F82-5190-161A-BB77-1C1CB01F96F3}"/>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D4D19D72-50B9-EC6F-02D0-F77037CDE3CA}"/>
              </a:ext>
            </a:extLst>
          </p:cNvPr>
          <p:cNvSpPr>
            <a:spLocks noGrp="1"/>
          </p:cNvSpPr>
          <p:nvPr>
            <p:ph type="sldNum" sz="quarter" idx="12"/>
          </p:nvPr>
        </p:nvSpPr>
        <p:spPr/>
        <p:txBody>
          <a:body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707085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valuacion_R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390198" y="5092979"/>
            <a:ext cx="4534893" cy="636457"/>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4" name="Onlinebild-Platzhalter 13">
            <a:extLst>
              <a:ext uri="{FF2B5EF4-FFF2-40B4-BE49-F238E27FC236}">
                <a16:creationId xmlns:a16="http://schemas.microsoft.com/office/drawing/2014/main" id="{FD9EF390-3AFD-9D64-1273-017BE22D9A62}"/>
              </a:ext>
            </a:extLst>
          </p:cNvPr>
          <p:cNvSpPr>
            <a:spLocks noGrp="1"/>
          </p:cNvSpPr>
          <p:nvPr>
            <p:ph type="clipArt" sz="quarter" idx="15"/>
          </p:nvPr>
        </p:nvSpPr>
        <p:spPr>
          <a:xfrm>
            <a:off x="520862" y="2150672"/>
            <a:ext cx="5365750" cy="4008437"/>
          </a:xfrm>
        </p:spPr>
        <p:txBody>
          <a:bodyPr/>
          <a:lstStyle/>
          <a:p>
            <a:endParaRPr lang="es-ES_tradnl"/>
          </a:p>
        </p:txBody>
      </p:sp>
      <p:pic>
        <p:nvPicPr>
          <p:cNvPr id="21" name="Grafik 20">
            <a:extLst>
              <a:ext uri="{FF2B5EF4-FFF2-40B4-BE49-F238E27FC236}">
                <a16:creationId xmlns:a16="http://schemas.microsoft.com/office/drawing/2014/main" id="{95360E26-BFAE-B334-4899-0F825BFBC344}"/>
              </a:ext>
            </a:extLst>
          </p:cNvPr>
          <p:cNvPicPr>
            <a:picLocks noChangeAspect="1"/>
          </p:cNvPicPr>
          <p:nvPr userDrawn="1"/>
        </p:nvPicPr>
        <p:blipFill>
          <a:blip r:embed="rId5"/>
          <a:stretch>
            <a:fillRect/>
          </a:stretch>
        </p:blipFill>
        <p:spPr>
          <a:xfrm>
            <a:off x="6353093" y="2077326"/>
            <a:ext cx="2721697" cy="2147028"/>
          </a:xfrm>
          <a:prstGeom prst="rect">
            <a:avLst/>
          </a:prstGeom>
        </p:spPr>
      </p:pic>
      <p:sp>
        <p:nvSpPr>
          <p:cNvPr id="22" name="Inhaltsplatzhalter 28">
            <a:extLst>
              <a:ext uri="{FF2B5EF4-FFF2-40B4-BE49-F238E27FC236}">
                <a16:creationId xmlns:a16="http://schemas.microsoft.com/office/drawing/2014/main" id="{BE6DE186-B408-4201-17FA-17FDB7A4014C}"/>
              </a:ext>
            </a:extLst>
          </p:cNvPr>
          <p:cNvSpPr>
            <a:spLocks noGrp="1"/>
          </p:cNvSpPr>
          <p:nvPr>
            <p:ph sz="quarter" idx="16"/>
          </p:nvPr>
        </p:nvSpPr>
        <p:spPr>
          <a:xfrm>
            <a:off x="6353093" y="4424206"/>
            <a:ext cx="4571997" cy="465600"/>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1317034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Evaluacion_RL_Signal">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RL en la Simulación</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05928" y="4961947"/>
            <a:ext cx="11065209" cy="1007846"/>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cxnSp>
        <p:nvCxnSpPr>
          <p:cNvPr id="2" name="Gerade Verbindung 1">
            <a:extLst>
              <a:ext uri="{FF2B5EF4-FFF2-40B4-BE49-F238E27FC236}">
                <a16:creationId xmlns:a16="http://schemas.microsoft.com/office/drawing/2014/main" id="{E823874B-BE42-6B9C-CBCF-8EFCB6AD8788}"/>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90D1329D-A0BF-1FBB-6936-392FA8034A0D}"/>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10" name="Onlinebild-Platzhalter 13">
            <a:extLst>
              <a:ext uri="{FF2B5EF4-FFF2-40B4-BE49-F238E27FC236}">
                <a16:creationId xmlns:a16="http://schemas.microsoft.com/office/drawing/2014/main" id="{3A0C70E0-48D5-A72C-4A82-0E880E0730C9}"/>
              </a:ext>
            </a:extLst>
          </p:cNvPr>
          <p:cNvSpPr>
            <a:spLocks noGrp="1"/>
          </p:cNvSpPr>
          <p:nvPr>
            <p:ph type="clipArt" sz="quarter" idx="15"/>
          </p:nvPr>
        </p:nvSpPr>
        <p:spPr>
          <a:xfrm>
            <a:off x="3583277" y="2077327"/>
            <a:ext cx="5271637" cy="2506018"/>
          </a:xfrm>
        </p:spPr>
        <p:txBody>
          <a:bodyPr/>
          <a:lstStyle/>
          <a:p>
            <a:endParaRPr lang="es-ES_tradnl"/>
          </a:p>
        </p:txBody>
      </p:sp>
      <p:sp>
        <p:nvSpPr>
          <p:cNvPr id="11" name="Inhaltsplatzhalter 28">
            <a:extLst>
              <a:ext uri="{FF2B5EF4-FFF2-40B4-BE49-F238E27FC236}">
                <a16:creationId xmlns:a16="http://schemas.microsoft.com/office/drawing/2014/main" id="{E03F487B-0478-3EA0-504F-340815C8A137}"/>
              </a:ext>
            </a:extLst>
          </p:cNvPr>
          <p:cNvSpPr>
            <a:spLocks noGrp="1"/>
          </p:cNvSpPr>
          <p:nvPr>
            <p:ph sz="quarter" idx="16"/>
          </p:nvPr>
        </p:nvSpPr>
        <p:spPr>
          <a:xfrm>
            <a:off x="561487" y="2465822"/>
            <a:ext cx="2688490" cy="2027633"/>
          </a:xfrm>
        </p:spPr>
        <p:txBody>
          <a:bodyPr/>
          <a:lstStyle>
            <a:lvl1pPr marL="0" indent="0" algn="ctr">
              <a:spcBef>
                <a:spcPts val="0"/>
              </a:spcBef>
              <a:buNone/>
              <a:defRPr sz="1600">
                <a:latin typeface="Times New Roman" panose="02020603050405020304" pitchFamily="18" charset="0"/>
                <a:cs typeface="Times New Roman" panose="02020603050405020304" pitchFamily="18" charset="0"/>
              </a:defRPr>
            </a:lvl1pPr>
          </a:lstStyle>
          <a:p>
            <a:pPr lvl="0"/>
            <a:r>
              <a:rPr lang="de-DE" dirty="0"/>
              <a:t>Mastertextformat bearbeiten</a:t>
            </a:r>
          </a:p>
        </p:txBody>
      </p:sp>
    </p:spTree>
    <p:extLst>
      <p:ext uri="{BB962C8B-B14F-4D97-AF65-F5344CB8AC3E}">
        <p14:creationId xmlns:p14="http://schemas.microsoft.com/office/powerpoint/2010/main" val="4100655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5E16336D-EE10-A40C-98D4-3C7E6047DF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9BEBB980-9DEF-F2B8-A626-611067D85A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9161011B-8B8B-27B8-39EA-AAAA280ABF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s-ES_tradnl"/>
          </a:p>
        </p:txBody>
      </p:sp>
      <p:sp>
        <p:nvSpPr>
          <p:cNvPr id="5" name="Fußzeilenplatzhalter 4">
            <a:extLst>
              <a:ext uri="{FF2B5EF4-FFF2-40B4-BE49-F238E27FC236}">
                <a16:creationId xmlns:a16="http://schemas.microsoft.com/office/drawing/2014/main" id="{6321DE2E-C2D0-D972-6581-E8BC5A1587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3372AB05-57FF-6853-1084-1C1C5D802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BC55D2-D44C-7246-9F80-7535F7F49F1A}" type="slidenum">
              <a:rPr lang="es-ES_tradnl" smtClean="0"/>
              <a:t>‹Nr.›</a:t>
            </a:fld>
            <a:endParaRPr lang="es-ES_tradnl"/>
          </a:p>
        </p:txBody>
      </p:sp>
    </p:spTree>
    <p:extLst>
      <p:ext uri="{BB962C8B-B14F-4D97-AF65-F5344CB8AC3E}">
        <p14:creationId xmlns:p14="http://schemas.microsoft.com/office/powerpoint/2010/main" val="174146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4.emf"/><Relationship Id="rId1" Type="http://schemas.openxmlformats.org/officeDocument/2006/relationships/slideLayout" Target="../slideLayouts/slideLayout13.xml"/><Relationship Id="rId4" Type="http://schemas.openxmlformats.org/officeDocument/2006/relationships/image" Target="../media/image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93DB2FB1-E9A1-017D-5BD3-6E6ED76DF0EA}"/>
              </a:ext>
            </a:extLst>
          </p:cNvPr>
          <p:cNvSpPr>
            <a:spLocks noGrp="1"/>
          </p:cNvSpPr>
          <p:nvPr>
            <p:ph sz="quarter" idx="14"/>
          </p:nvPr>
        </p:nvSpPr>
        <p:spPr/>
        <p:txBody>
          <a:bodyPr>
            <a:normAutofit fontScale="85000" lnSpcReduction="10000"/>
          </a:bodyPr>
          <a:lstStyle/>
          <a:p>
            <a:pPr algn="l"/>
            <a:r>
              <a:rPr lang="es-ES_tradnl" dirty="0"/>
              <a:t>La posición inicial introduce variaciones significativas en el RMSE, generando distorsiones en la curva y evidenciando una alta dependencia del agente respecto al estado inicial.</a:t>
            </a:r>
          </a:p>
          <a:p>
            <a:pPr algn="l"/>
            <a:endParaRPr lang="es-ES_tradnl" dirty="0"/>
          </a:p>
        </p:txBody>
      </p:sp>
      <p:sp>
        <p:nvSpPr>
          <p:cNvPr id="3" name="Textplatzhalter 2">
            <a:extLst>
              <a:ext uri="{FF2B5EF4-FFF2-40B4-BE49-F238E27FC236}">
                <a16:creationId xmlns:a16="http://schemas.microsoft.com/office/drawing/2014/main" id="{0A848D37-B882-3C7C-2225-B47265BADD3A}"/>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a:t>
            </a:r>
          </a:p>
          <a:p>
            <a:endParaRPr lang="es-ES_tradnl" dirty="0"/>
          </a:p>
        </p:txBody>
      </p:sp>
      <p:pic>
        <p:nvPicPr>
          <p:cNvPr id="6" name="Onlinebild-Platzhalter 4">
            <a:extLst>
              <a:ext uri="{FF2B5EF4-FFF2-40B4-BE49-F238E27FC236}">
                <a16:creationId xmlns:a16="http://schemas.microsoft.com/office/drawing/2014/main" id="{1B685973-FFEF-BBAB-4511-952289A389C2}"/>
              </a:ext>
            </a:extLst>
          </p:cNvPr>
          <p:cNvPicPr>
            <a:picLocks noGrp="1" noChangeAspect="1"/>
          </p:cNvPicPr>
          <p:nvPr>
            <p:ph type="clipArt" sz="quarter" idx="15"/>
          </p:nvPr>
        </p:nvPicPr>
        <p:blipFill>
          <a:blip r:embed="rId2"/>
          <a:stretch>
            <a:fillRect/>
          </a:stretch>
        </p:blipFill>
        <p:spPr>
          <a:xfrm>
            <a:off x="583920" y="2151063"/>
            <a:ext cx="5239310" cy="4008437"/>
          </a:xfrm>
          <a:prstGeom prst="rect">
            <a:avLst/>
          </a:prstGeom>
        </p:spPr>
      </p:pic>
      <p:sp>
        <p:nvSpPr>
          <p:cNvPr id="7" name="Inhaltsplatzhalter 7">
            <a:extLst>
              <a:ext uri="{FF2B5EF4-FFF2-40B4-BE49-F238E27FC236}">
                <a16:creationId xmlns:a16="http://schemas.microsoft.com/office/drawing/2014/main" id="{40F27DDF-713A-BDCA-BF37-8A1ACD142CC0}"/>
              </a:ext>
            </a:extLst>
          </p:cNvPr>
          <p:cNvSpPr txBox="1">
            <a:spLocks noGrp="1"/>
          </p:cNvSpPr>
          <p:nvPr>
            <p:ph sz="quarter" idx="16"/>
          </p:nvPr>
        </p:nvSpPr>
        <p:spPr>
          <a:prstGeom prst="rect">
            <a:avLst/>
          </a:prstGeom>
          <a:noFill/>
        </p:spPr>
        <p:txBody>
          <a:bodyPr wrap="square">
            <a:spAutoFit/>
          </a:bodyPr>
          <a:lstStyle/>
          <a:p>
            <a:pPr algn="l"/>
            <a:r>
              <a:rPr lang="es-ES_tradnl" sz="1400" b="1" noProof="1">
                <a:solidFill>
                  <a:schemeClr val="tx1">
                    <a:lumMod val="75000"/>
                    <a:lumOff val="25000"/>
                  </a:schemeClr>
                </a:solidFill>
                <a:latin typeface="Times New Roman" panose="02020603050405020304" pitchFamily="18" charset="0"/>
                <a:cs typeface="Times New Roman" panose="02020603050405020304" pitchFamily="18" charset="0"/>
              </a:rPr>
              <a:t>o1ini: (-90°, 0°, 90°)</a:t>
            </a:r>
          </a:p>
          <a:p>
            <a:pPr algn="l"/>
            <a:r>
              <a:rPr lang="es-ES_tradnl" sz="1400" noProof="1">
                <a:solidFill>
                  <a:schemeClr val="tx1">
                    <a:lumMod val="75000"/>
                    <a:lumOff val="25000"/>
                  </a:schemeClr>
                </a:solidFill>
              </a:rPr>
              <a:t>Pitch, Roll =0°, do1ini= 0°, Retardo=0ms </a:t>
            </a:r>
            <a:endParaRPr lang="es-ES_tradnl" sz="1400" dirty="0"/>
          </a:p>
          <a:p>
            <a:pPr algn="l"/>
            <a:endParaRPr lang="es-ES_tradnl" sz="1400" b="1" dirty="0"/>
          </a:p>
        </p:txBody>
      </p:sp>
      <p:sp>
        <p:nvSpPr>
          <p:cNvPr id="4" name="Fußzeilenplatzhalter 2">
            <a:extLst>
              <a:ext uri="{FF2B5EF4-FFF2-40B4-BE49-F238E27FC236}">
                <a16:creationId xmlns:a16="http://schemas.microsoft.com/office/drawing/2014/main" id="{945A4CCC-4C05-0CAA-C9C0-CC43666BE6C6}"/>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756311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8F278D69-8ED3-282B-BAF4-D86CE4EDA827}"/>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o1ini,  Angulo de operación inicial. o1sp=45°</a:t>
            </a:r>
          </a:p>
          <a:p>
            <a:endParaRPr lang="es-ES_tradnl" dirty="0"/>
          </a:p>
        </p:txBody>
      </p:sp>
      <p:graphicFrame>
        <p:nvGraphicFramePr>
          <p:cNvPr id="7" name="Inhaltsplatzhalter 5">
            <a:extLst>
              <a:ext uri="{FF2B5EF4-FFF2-40B4-BE49-F238E27FC236}">
                <a16:creationId xmlns:a16="http://schemas.microsoft.com/office/drawing/2014/main" id="{9E8146B7-7ECC-881A-5D70-B7DBD1C5CA43}"/>
              </a:ext>
            </a:extLst>
          </p:cNvPr>
          <p:cNvGraphicFramePr>
            <a:graphicFrameLocks noGrp="1"/>
          </p:cNvGraphicFramePr>
          <p:nvPr>
            <p:ph sz="quarter" idx="14"/>
            <p:extLst>
              <p:ext uri="{D42A27DB-BD31-4B8C-83A1-F6EECF244321}">
                <p14:modId xmlns:p14="http://schemas.microsoft.com/office/powerpoint/2010/main" val="3451762586"/>
              </p:ext>
            </p:extLst>
          </p:nvPr>
        </p:nvGraphicFramePr>
        <p:xfrm>
          <a:off x="561487" y="4616188"/>
          <a:ext cx="10532960" cy="159004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54255">
                  <a:extLst>
                    <a:ext uri="{9D8B030D-6E8A-4147-A177-3AD203B41FA5}">
                      <a16:colId xmlns:a16="http://schemas.microsoft.com/office/drawing/2014/main" val="2431686169"/>
                    </a:ext>
                  </a:extLst>
                </a:gridCol>
                <a:gridCol w="445558">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56.96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11.96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15.17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216.36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148.00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18.33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3.39</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24.03</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-303.04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-135.00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-300.00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11.96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71.56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352.70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127.00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5.44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167.70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18.34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64.84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NaN</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0CA9D162-4673-8446-D8AF-5AD71184B90A}"/>
              </a:ext>
            </a:extLst>
          </p:cNvPr>
          <p:cNvSpPr txBox="1">
            <a:spLocks noGrp="1"/>
          </p:cNvSpPr>
          <p:nvPr>
            <p:ph sz="quarter" idx="16"/>
          </p:nvPr>
        </p:nvSpPr>
        <p:spPr>
          <a:xfrm>
            <a:off x="561487" y="2465822"/>
            <a:ext cx="2688490" cy="1865126"/>
          </a:xfrm>
          <a:prstGeom prst="rect">
            <a:avLst/>
          </a:prstGeom>
          <a:noFill/>
        </p:spPr>
        <p:txBody>
          <a:bodyPr wrap="square">
            <a:spAutoFit/>
          </a:bodyPr>
          <a:lstStyle/>
          <a:p>
            <a:pPr algn="l"/>
            <a:r>
              <a:rPr lang="es-ES_tradnl" dirty="0"/>
              <a:t>El sistema mantiene estabilidad en la mayoría de los casos, pero presenta degradaciones severas para condiciones iniciales extremas, incluyendo divergencias y pérdida de seguimiento.</a:t>
            </a:r>
          </a:p>
        </p:txBody>
      </p:sp>
      <p:pic>
        <p:nvPicPr>
          <p:cNvPr id="11" name="Onlinebild-Platzhalter 10">
            <a:extLst>
              <a:ext uri="{FF2B5EF4-FFF2-40B4-BE49-F238E27FC236}">
                <a16:creationId xmlns:a16="http://schemas.microsoft.com/office/drawing/2014/main" id="{47938C51-679B-FD74-B73B-DECFEEC4F7A4}"/>
              </a:ext>
            </a:extLst>
          </p:cNvPr>
          <p:cNvPicPr>
            <a:picLocks noGrp="1" noChangeAspect="1"/>
          </p:cNvPicPr>
          <p:nvPr>
            <p:ph type="clipArt" sz="quarter" idx="15"/>
          </p:nvPr>
        </p:nvPicPr>
        <p:blipFill>
          <a:blip r:embed="rId2"/>
          <a:stretch>
            <a:fillRect/>
          </a:stretch>
        </p:blipFill>
        <p:spPr>
          <a:xfrm>
            <a:off x="3492347" y="2078038"/>
            <a:ext cx="6797407" cy="2505075"/>
          </a:xfrm>
          <a:prstGeom prst="rect">
            <a:avLst/>
          </a:prstGeom>
        </p:spPr>
      </p:pic>
      <p:sp>
        <p:nvSpPr>
          <p:cNvPr id="2" name="Fußzeilenplatzhalter 2">
            <a:extLst>
              <a:ext uri="{FF2B5EF4-FFF2-40B4-BE49-F238E27FC236}">
                <a16:creationId xmlns:a16="http://schemas.microsoft.com/office/drawing/2014/main" id="{3DD6D6A4-B6EB-A62B-B444-AA50E0262C6F}"/>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69096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91E27-A408-A342-4A13-912AB1B5D38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DFD816E-508E-B6DB-5DD1-FF6363CCCCC1}"/>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a:t>
            </a:r>
          </a:p>
          <a:p>
            <a:endParaRPr lang="es-ES_tradnl" dirty="0"/>
          </a:p>
        </p:txBody>
      </p:sp>
      <p:sp>
        <p:nvSpPr>
          <p:cNvPr id="11" name="Inhaltsplatzhalter 4">
            <a:extLst>
              <a:ext uri="{FF2B5EF4-FFF2-40B4-BE49-F238E27FC236}">
                <a16:creationId xmlns:a16="http://schemas.microsoft.com/office/drawing/2014/main" id="{FF74EC83-6C52-45CC-D283-6313DCE31BAD}"/>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Retardo: (0, 10, 20)[ms]</a:t>
            </a:r>
          </a:p>
          <a:p>
            <a:pPr algn="l"/>
            <a:r>
              <a:rPr lang="es-ES_tradnl" noProof="1">
                <a:solidFill>
                  <a:schemeClr val="tx1">
                    <a:lumMod val="75000"/>
                    <a:lumOff val="25000"/>
                  </a:schemeClr>
                </a:solidFill>
              </a:rPr>
              <a:t>Pitch, Roll =0°, o1ini= 0°, do1ini= 0° </a:t>
            </a:r>
            <a:endParaRPr lang="es-ES_tradnl" dirty="0"/>
          </a:p>
        </p:txBody>
      </p:sp>
      <p:sp>
        <p:nvSpPr>
          <p:cNvPr id="12" name="Inhaltsplatzhalter 1">
            <a:extLst>
              <a:ext uri="{FF2B5EF4-FFF2-40B4-BE49-F238E27FC236}">
                <a16:creationId xmlns:a16="http://schemas.microsoft.com/office/drawing/2014/main" id="{DC368BEA-3ABA-6698-69FB-EF747B4CF771}"/>
              </a:ext>
            </a:extLst>
          </p:cNvPr>
          <p:cNvSpPr>
            <a:spLocks noGrp="1"/>
          </p:cNvSpPr>
          <p:nvPr>
            <p:ph sz="quarter" idx="14"/>
          </p:nvPr>
        </p:nvSpPr>
        <p:spPr>
          <a:xfrm>
            <a:off x="6390198" y="5092979"/>
            <a:ext cx="4858024" cy="977315"/>
          </a:xfrm>
        </p:spPr>
        <p:txBody>
          <a:bodyPr>
            <a:noAutofit/>
          </a:bodyPr>
          <a:lstStyle/>
          <a:p>
            <a:pPr algn="l"/>
            <a:r>
              <a:rPr lang="es-ES_tradnl" dirty="0"/>
              <a:t>El retardo de señal no modifica la forma del RMSE, pero introduce una penalización uniforme en todo el dominio angular.</a:t>
            </a:r>
          </a:p>
          <a:p>
            <a:pPr algn="l">
              <a:lnSpc>
                <a:spcPct val="120000"/>
              </a:lnSpc>
            </a:pPr>
            <a:endParaRPr lang="es-ES_tradnl" dirty="0"/>
          </a:p>
        </p:txBody>
      </p:sp>
      <p:pic>
        <p:nvPicPr>
          <p:cNvPr id="15" name="Onlinebild-Platzhalter 14">
            <a:extLst>
              <a:ext uri="{FF2B5EF4-FFF2-40B4-BE49-F238E27FC236}">
                <a16:creationId xmlns:a16="http://schemas.microsoft.com/office/drawing/2014/main" id="{63F916CC-EDA4-05CC-1013-FFAF8562C0EA}"/>
              </a:ext>
            </a:extLst>
          </p:cNvPr>
          <p:cNvPicPr>
            <a:picLocks noGrp="1" noChangeAspect="1"/>
          </p:cNvPicPr>
          <p:nvPr>
            <p:ph type="clipArt" sz="quarter" idx="15"/>
          </p:nvPr>
        </p:nvPicPr>
        <p:blipFill>
          <a:blip r:embed="rId2"/>
          <a:stretch>
            <a:fillRect/>
          </a:stretch>
        </p:blipFill>
        <p:spPr>
          <a:xfrm>
            <a:off x="520700" y="2394976"/>
            <a:ext cx="5365750" cy="3520610"/>
          </a:xfrm>
          <a:prstGeom prst="rect">
            <a:avLst/>
          </a:prstGeom>
        </p:spPr>
      </p:pic>
      <p:sp>
        <p:nvSpPr>
          <p:cNvPr id="2" name="Fußzeilenplatzhalter 2">
            <a:extLst>
              <a:ext uri="{FF2B5EF4-FFF2-40B4-BE49-F238E27FC236}">
                <a16:creationId xmlns:a16="http://schemas.microsoft.com/office/drawing/2014/main" id="{EB56A803-4988-62B0-8EED-18BA2D6356E5}"/>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050863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4746-6293-2B40-6EB1-0A172B866E22}"/>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C57E60FD-05A5-FA2C-2297-DDEDE95AECA9}"/>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Retardo de señal. o1sp=45°</a:t>
            </a:r>
          </a:p>
          <a:p>
            <a:endParaRPr lang="es-ES_tradnl" dirty="0"/>
          </a:p>
        </p:txBody>
      </p:sp>
      <p:graphicFrame>
        <p:nvGraphicFramePr>
          <p:cNvPr id="7" name="Inhaltsplatzhalter 5">
            <a:extLst>
              <a:ext uri="{FF2B5EF4-FFF2-40B4-BE49-F238E27FC236}">
                <a16:creationId xmlns:a16="http://schemas.microsoft.com/office/drawing/2014/main" id="{91BE199A-4078-101C-5DCD-2FE238497248}"/>
              </a:ext>
            </a:extLst>
          </p:cNvPr>
          <p:cNvGraphicFramePr>
            <a:graphicFrameLocks noGrp="1"/>
          </p:cNvGraphicFramePr>
          <p:nvPr>
            <p:ph sz="quarter" idx="14"/>
            <p:extLst>
              <p:ext uri="{D42A27DB-BD31-4B8C-83A1-F6EECF244321}">
                <p14:modId xmlns:p14="http://schemas.microsoft.com/office/powerpoint/2010/main" val="972052187"/>
              </p:ext>
            </p:extLst>
          </p:nvPr>
        </p:nvGraphicFramePr>
        <p:xfrm>
          <a:off x="561487" y="4734401"/>
          <a:ext cx="10532960" cy="147066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Rank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Sweep Val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O1_final</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Mp [°]</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Mp[%]</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T[s]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1000" noProof="1">
                          <a:solidFill>
                            <a:schemeClr val="tx1"/>
                          </a:solidFill>
                          <a:effectLst/>
                          <a:latin typeface="Times New Roman" panose="02020603050405020304" pitchFamily="18" charset="0"/>
                          <a:cs typeface="Times New Roman" panose="02020603050405020304" pitchFamily="18" charset="0"/>
                        </a:rPr>
                        <a:t>e_ss_abs[°]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RMSE[°]</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ITAE[°s]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Tr[s]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Iosc</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U_peak</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U_rms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U_energy</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U_abs</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1000" noProof="1">
                          <a:solidFill>
                            <a:schemeClr val="tx1"/>
                          </a:solidFill>
                          <a:effectLst/>
                          <a:latin typeface="Times New Roman" panose="02020603050405020304" pitchFamily="18" charset="0"/>
                          <a:cs typeface="Times New Roman" panose="02020603050405020304" pitchFamily="18" charset="0"/>
                        </a:rPr>
                        <a:t>U_TV</a:t>
                      </a:r>
                      <a:endParaRPr lang="es-ES_tradnl" sz="10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1000" b="0" noProof="1">
                          <a:solidFill>
                            <a:schemeClr val="tx1"/>
                          </a:solidFill>
                          <a:effectLst/>
                          <a:latin typeface="Times New Roman" panose="02020603050405020304" pitchFamily="18" charset="0"/>
                          <a:cs typeface="Times New Roman" panose="02020603050405020304" pitchFamily="18" charset="0"/>
                        </a:rPr>
                        <a:t>1</a:t>
                      </a: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18.56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41.25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15.38</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207.55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83.00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2.65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35.84</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6.10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45.93</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19.76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43.91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15.47</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206.26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187.00</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2.75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39.15</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6.31</a:t>
                      </a:r>
                    </a:p>
                  </a:txBody>
                  <a:tcPr marL="68580" marR="68580" marT="0" marB="0" anchor="ctr">
                    <a:noFill/>
                  </a:tcPr>
                </a:tc>
                <a:tc>
                  <a:txBody>
                    <a:bodyPr/>
                    <a:lstStyle/>
                    <a:p>
                      <a:pPr algn="ctr">
                        <a:buNone/>
                      </a:pPr>
                      <a:r>
                        <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rPr>
                        <a:t>50.55</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10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1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68FA3832-1304-771B-7FF4-2BFF7B8CB961}"/>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dirty="0"/>
              <a:t>El sistema mantiene estabilidad y convergencia, con ligeros incrementos en sobreimpulso y esfuerzo de control a medida que aumenta el retardo.</a:t>
            </a:r>
          </a:p>
        </p:txBody>
      </p:sp>
      <p:pic>
        <p:nvPicPr>
          <p:cNvPr id="5" name="Onlinebild-Platzhalter 4">
            <a:extLst>
              <a:ext uri="{FF2B5EF4-FFF2-40B4-BE49-F238E27FC236}">
                <a16:creationId xmlns:a16="http://schemas.microsoft.com/office/drawing/2014/main" id="{660B91F6-4F57-67A7-9150-328B3375CD09}"/>
              </a:ext>
            </a:extLst>
          </p:cNvPr>
          <p:cNvPicPr>
            <a:picLocks noGrp="1" noChangeAspect="1"/>
          </p:cNvPicPr>
          <p:nvPr>
            <p:ph type="clipArt" sz="quarter" idx="15"/>
          </p:nvPr>
        </p:nvPicPr>
        <p:blipFill>
          <a:blip r:embed="rId2"/>
          <a:stretch>
            <a:fillRect/>
          </a:stretch>
        </p:blipFill>
        <p:spPr>
          <a:xfrm>
            <a:off x="3525398" y="2078038"/>
            <a:ext cx="6742322" cy="2505075"/>
          </a:xfrm>
          <a:prstGeom prst="rect">
            <a:avLst/>
          </a:prstGeom>
        </p:spPr>
      </p:pic>
      <p:sp>
        <p:nvSpPr>
          <p:cNvPr id="2" name="Fußzeilenplatzhalter 2">
            <a:extLst>
              <a:ext uri="{FF2B5EF4-FFF2-40B4-BE49-F238E27FC236}">
                <a16:creationId xmlns:a16="http://schemas.microsoft.com/office/drawing/2014/main" id="{38F04B3B-FDC7-3F8A-5A97-E4D744A2DCE8}"/>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3676379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8BB75-CB0D-0BD5-6B62-2B617182CB5C}"/>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8B84425-44D1-D562-1892-89C717647888}"/>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a:t>
            </a:r>
          </a:p>
          <a:p>
            <a:endParaRPr lang="es-ES_tradnl" dirty="0"/>
          </a:p>
        </p:txBody>
      </p:sp>
      <p:sp>
        <p:nvSpPr>
          <p:cNvPr id="5" name="Inhaltsplatzhalter 4">
            <a:extLst>
              <a:ext uri="{FF2B5EF4-FFF2-40B4-BE49-F238E27FC236}">
                <a16:creationId xmlns:a16="http://schemas.microsoft.com/office/drawing/2014/main" id="{39A36FBC-3D16-EA11-308C-0886973B7A99}"/>
              </a:ext>
            </a:extLst>
          </p:cNvPr>
          <p:cNvSpPr>
            <a:spLocks noGrp="1"/>
          </p:cNvSpPr>
          <p:nvPr>
            <p:ph sz="quarter" idx="16"/>
          </p:nvPr>
        </p:nvSpPr>
        <p:spPr/>
        <p:txBody>
          <a:bodyPr>
            <a:normAutofit fontScale="92500" lnSpcReduction="10000"/>
          </a:bodyPr>
          <a:lstStyle/>
          <a:p>
            <a:pPr algn="l"/>
            <a:r>
              <a:rPr lang="es-ES_tradnl" b="1" noProof="1">
                <a:solidFill>
                  <a:schemeClr val="tx1">
                    <a:lumMod val="75000"/>
                    <a:lumOff val="25000"/>
                  </a:schemeClr>
                </a:solidFill>
              </a:rPr>
              <a:t>do1ini= (-0.5, 0, 0.5) [rad/s]</a:t>
            </a:r>
          </a:p>
          <a:p>
            <a:pPr algn="l"/>
            <a:r>
              <a:rPr lang="es-ES_tradnl" noProof="1">
                <a:solidFill>
                  <a:schemeClr val="tx1">
                    <a:lumMod val="75000"/>
                    <a:lumOff val="25000"/>
                  </a:schemeClr>
                </a:solidFill>
              </a:rPr>
              <a:t>Pitch, Roll =0°, o1ini= 0°, Retardo=0ms </a:t>
            </a:r>
            <a:endParaRPr lang="es-ES_tradnl" dirty="0"/>
          </a:p>
          <a:p>
            <a:endParaRPr lang="es-ES_tradnl" b="1" dirty="0"/>
          </a:p>
          <a:p>
            <a:endParaRPr lang="es-ES_tradnl" dirty="0"/>
          </a:p>
        </p:txBody>
      </p:sp>
      <p:sp>
        <p:nvSpPr>
          <p:cNvPr id="9" name="Inhaltsplatzhalter 1">
            <a:extLst>
              <a:ext uri="{FF2B5EF4-FFF2-40B4-BE49-F238E27FC236}">
                <a16:creationId xmlns:a16="http://schemas.microsoft.com/office/drawing/2014/main" id="{5D347F47-4EF2-D410-F9F6-C7E256EF4860}"/>
              </a:ext>
            </a:extLst>
          </p:cNvPr>
          <p:cNvSpPr>
            <a:spLocks noGrp="1"/>
          </p:cNvSpPr>
          <p:nvPr>
            <p:ph sz="quarter" idx="14"/>
          </p:nvPr>
        </p:nvSpPr>
        <p:spPr>
          <a:xfrm>
            <a:off x="6390198" y="5092979"/>
            <a:ext cx="4534893" cy="1066521"/>
          </a:xfrm>
        </p:spPr>
        <p:txBody>
          <a:bodyPr>
            <a:noAutofit/>
          </a:bodyPr>
          <a:lstStyle/>
          <a:p>
            <a:pPr algn="l"/>
            <a:r>
              <a:rPr lang="es-ES_tradnl" dirty="0"/>
              <a:t>La velocidad angular inicial distorsiona el RMSE, evidenciando una fuerte dependencia del desempeño respecto al estado dinámico inicial.</a:t>
            </a:r>
          </a:p>
          <a:p>
            <a:pPr algn="l">
              <a:lnSpc>
                <a:spcPct val="120000"/>
              </a:lnSpc>
            </a:pPr>
            <a:endParaRPr lang="es-ES_tradnl" dirty="0"/>
          </a:p>
        </p:txBody>
      </p:sp>
      <p:pic>
        <p:nvPicPr>
          <p:cNvPr id="14" name="Onlinebild-Platzhalter 13">
            <a:extLst>
              <a:ext uri="{FF2B5EF4-FFF2-40B4-BE49-F238E27FC236}">
                <a16:creationId xmlns:a16="http://schemas.microsoft.com/office/drawing/2014/main" id="{DC1AE4F2-5BD8-4AFC-DDBE-E657174FDAA3}"/>
              </a:ext>
            </a:extLst>
          </p:cNvPr>
          <p:cNvPicPr>
            <a:picLocks noGrp="1" noChangeAspect="1"/>
          </p:cNvPicPr>
          <p:nvPr>
            <p:ph type="clipArt" sz="quarter" idx="15"/>
          </p:nvPr>
        </p:nvPicPr>
        <p:blipFill>
          <a:blip r:embed="rId2"/>
          <a:stretch>
            <a:fillRect/>
          </a:stretch>
        </p:blipFill>
        <p:spPr>
          <a:xfrm>
            <a:off x="583920" y="2151063"/>
            <a:ext cx="5239310" cy="4008437"/>
          </a:xfrm>
          <a:prstGeom prst="rect">
            <a:avLst/>
          </a:prstGeom>
        </p:spPr>
      </p:pic>
      <p:sp>
        <p:nvSpPr>
          <p:cNvPr id="2" name="Fußzeilenplatzhalter 2">
            <a:extLst>
              <a:ext uri="{FF2B5EF4-FFF2-40B4-BE49-F238E27FC236}">
                <a16:creationId xmlns:a16="http://schemas.microsoft.com/office/drawing/2014/main" id="{38705877-7DA3-7C69-9714-27B018A0AA1A}"/>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032862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EEEA3-16C3-9927-E346-10C0052DC70E}"/>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509DEFBA-7413-F516-1A23-E78F4DB38AD4}"/>
              </a:ext>
            </a:extLst>
          </p:cNvPr>
          <p:cNvSpPr>
            <a:spLocks noGrp="1"/>
          </p:cNvSpPr>
          <p:nvPr>
            <p:ph type="body" sz="quarter" idx="12"/>
          </p:nvPr>
        </p:nvSpPr>
        <p:spPr/>
        <p:txBody>
          <a:bodyPr/>
          <a:lstStyle/>
          <a:p>
            <a:r>
              <a:rPr lang="es-ES_tradnl" noProof="1">
                <a:solidFill>
                  <a:schemeClr val="tx1">
                    <a:lumMod val="75000"/>
                    <a:lumOff val="25000"/>
                  </a:schemeClr>
                </a:solidFill>
              </a:rPr>
              <a:t>Bajo perturbaciones. do1ini. Velocidad angular inicial. o1sp=45°</a:t>
            </a:r>
          </a:p>
          <a:p>
            <a:endParaRPr lang="es-ES_tradnl" dirty="0"/>
          </a:p>
        </p:txBody>
      </p:sp>
      <p:graphicFrame>
        <p:nvGraphicFramePr>
          <p:cNvPr id="7" name="Inhaltsplatzhalter 5">
            <a:extLst>
              <a:ext uri="{FF2B5EF4-FFF2-40B4-BE49-F238E27FC236}">
                <a16:creationId xmlns:a16="http://schemas.microsoft.com/office/drawing/2014/main" id="{203A6C4D-0FFB-2D1E-0A5D-E09D819E724C}"/>
              </a:ext>
            </a:extLst>
          </p:cNvPr>
          <p:cNvGraphicFramePr>
            <a:graphicFrameLocks noGrp="1"/>
          </p:cNvGraphicFramePr>
          <p:nvPr>
            <p:ph sz="quarter" idx="14"/>
            <p:extLst>
              <p:ext uri="{D42A27DB-BD31-4B8C-83A1-F6EECF244321}">
                <p14:modId xmlns:p14="http://schemas.microsoft.com/office/powerpoint/2010/main" val="3566613540"/>
              </p:ext>
            </p:extLst>
          </p:nvPr>
        </p:nvGraphicFramePr>
        <p:xfrm>
          <a:off x="561487" y="4667091"/>
          <a:ext cx="10532960" cy="1605280"/>
        </p:xfrm>
        <a:graphic>
          <a:graphicData uri="http://schemas.openxmlformats.org/drawingml/2006/table">
            <a:tbl>
              <a:tblPr firstRow="1" firstCol="1" bandRow="1">
                <a:tableStyleId>{5C22544A-7EE6-4342-B048-85BDC9FD1C3A}</a:tableStyleId>
              </a:tblPr>
              <a:tblGrid>
                <a:gridCol w="536839">
                  <a:extLst>
                    <a:ext uri="{9D8B030D-6E8A-4147-A177-3AD203B41FA5}">
                      <a16:colId xmlns:a16="http://schemas.microsoft.com/office/drawing/2014/main" val="824630556"/>
                    </a:ext>
                  </a:extLst>
                </a:gridCol>
                <a:gridCol w="538332">
                  <a:extLst>
                    <a:ext uri="{9D8B030D-6E8A-4147-A177-3AD203B41FA5}">
                      <a16:colId xmlns:a16="http://schemas.microsoft.com/office/drawing/2014/main" val="469466284"/>
                    </a:ext>
                  </a:extLst>
                </a:gridCol>
                <a:gridCol w="865365">
                  <a:extLst>
                    <a:ext uri="{9D8B030D-6E8A-4147-A177-3AD203B41FA5}">
                      <a16:colId xmlns:a16="http://schemas.microsoft.com/office/drawing/2014/main" val="4121467693"/>
                    </a:ext>
                  </a:extLst>
                </a:gridCol>
                <a:gridCol w="823553">
                  <a:extLst>
                    <a:ext uri="{9D8B030D-6E8A-4147-A177-3AD203B41FA5}">
                      <a16:colId xmlns:a16="http://schemas.microsoft.com/office/drawing/2014/main" val="4078333586"/>
                    </a:ext>
                  </a:extLst>
                </a:gridCol>
                <a:gridCol w="728729">
                  <a:extLst>
                    <a:ext uri="{9D8B030D-6E8A-4147-A177-3AD203B41FA5}">
                      <a16:colId xmlns:a16="http://schemas.microsoft.com/office/drawing/2014/main" val="2383919902"/>
                    </a:ext>
                  </a:extLst>
                </a:gridCol>
                <a:gridCol w="644357">
                  <a:extLst>
                    <a:ext uri="{9D8B030D-6E8A-4147-A177-3AD203B41FA5}">
                      <a16:colId xmlns:a16="http://schemas.microsoft.com/office/drawing/2014/main" val="4156923515"/>
                    </a:ext>
                  </a:extLst>
                </a:gridCol>
                <a:gridCol w="757101">
                  <a:extLst>
                    <a:ext uri="{9D8B030D-6E8A-4147-A177-3AD203B41FA5}">
                      <a16:colId xmlns:a16="http://schemas.microsoft.com/office/drawing/2014/main" val="1749238962"/>
                    </a:ext>
                  </a:extLst>
                </a:gridCol>
                <a:gridCol w="752620">
                  <a:extLst>
                    <a:ext uri="{9D8B030D-6E8A-4147-A177-3AD203B41FA5}">
                      <a16:colId xmlns:a16="http://schemas.microsoft.com/office/drawing/2014/main" val="2536129472"/>
                    </a:ext>
                  </a:extLst>
                </a:gridCol>
                <a:gridCol w="621958">
                  <a:extLst>
                    <a:ext uri="{9D8B030D-6E8A-4147-A177-3AD203B41FA5}">
                      <a16:colId xmlns:a16="http://schemas.microsoft.com/office/drawing/2014/main" val="2431686169"/>
                    </a:ext>
                  </a:extLst>
                </a:gridCol>
                <a:gridCol w="477855">
                  <a:extLst>
                    <a:ext uri="{9D8B030D-6E8A-4147-A177-3AD203B41FA5}">
                      <a16:colId xmlns:a16="http://schemas.microsoft.com/office/drawing/2014/main" val="3755756144"/>
                    </a:ext>
                  </a:extLst>
                </a:gridCol>
                <a:gridCol w="453962">
                  <a:extLst>
                    <a:ext uri="{9D8B030D-6E8A-4147-A177-3AD203B41FA5}">
                      <a16:colId xmlns:a16="http://schemas.microsoft.com/office/drawing/2014/main" val="3926235026"/>
                    </a:ext>
                  </a:extLst>
                </a:gridCol>
                <a:gridCol w="682435">
                  <a:extLst>
                    <a:ext uri="{9D8B030D-6E8A-4147-A177-3AD203B41FA5}">
                      <a16:colId xmlns:a16="http://schemas.microsoft.com/office/drawing/2014/main" val="3826450058"/>
                    </a:ext>
                  </a:extLst>
                </a:gridCol>
                <a:gridCol w="617479">
                  <a:extLst>
                    <a:ext uri="{9D8B030D-6E8A-4147-A177-3AD203B41FA5}">
                      <a16:colId xmlns:a16="http://schemas.microsoft.com/office/drawing/2014/main" val="2782763862"/>
                    </a:ext>
                  </a:extLst>
                </a:gridCol>
                <a:gridCol w="821312">
                  <a:extLst>
                    <a:ext uri="{9D8B030D-6E8A-4147-A177-3AD203B41FA5}">
                      <a16:colId xmlns:a16="http://schemas.microsoft.com/office/drawing/2014/main" val="4235403215"/>
                    </a:ext>
                  </a:extLst>
                </a:gridCol>
                <a:gridCol w="621958">
                  <a:extLst>
                    <a:ext uri="{9D8B030D-6E8A-4147-A177-3AD203B41FA5}">
                      <a16:colId xmlns:a16="http://schemas.microsoft.com/office/drawing/2014/main" val="2153124820"/>
                    </a:ext>
                  </a:extLst>
                </a:gridCol>
                <a:gridCol w="589105">
                  <a:extLst>
                    <a:ext uri="{9D8B030D-6E8A-4147-A177-3AD203B41FA5}">
                      <a16:colId xmlns:a16="http://schemas.microsoft.com/office/drawing/2014/main" val="3601810853"/>
                    </a:ext>
                  </a:extLst>
                </a:gridCol>
              </a:tblGrid>
              <a:tr h="185420">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Rank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Sweep Val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O1_final</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Mp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Mp[%]</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50000"/>
                        </a:lnSpc>
                        <a:buNone/>
                      </a:pPr>
                      <a:r>
                        <a:rPr lang="es-ES_tradnl" sz="900" noProof="1">
                          <a:solidFill>
                            <a:schemeClr val="tx1"/>
                          </a:solidFill>
                          <a:effectLst/>
                          <a:latin typeface="Times New Roman" panose="02020603050405020304" pitchFamily="18" charset="0"/>
                          <a:cs typeface="Times New Roman" panose="02020603050405020304" pitchFamily="18" charset="0"/>
                        </a:rPr>
                        <a:t>e_ss_abs[°]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RMSE[°]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ITAE[°s]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Tr[s]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Iosc</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U_peak</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U_rms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U_energy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U_abs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chemeClr val="tx1"/>
                          </a:solidFill>
                          <a:effectLst/>
                          <a:latin typeface="Times New Roman" panose="02020603050405020304" pitchFamily="18" charset="0"/>
                          <a:cs typeface="Times New Roman" panose="02020603050405020304" pitchFamily="18" charset="0"/>
                        </a:rPr>
                        <a:t>U_TV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2367217"/>
                  </a:ext>
                </a:extLst>
              </a:tr>
              <a:tr h="194945">
                <a:tc>
                  <a:txBody>
                    <a:bodyPr/>
                    <a:lstStyle/>
                    <a:p>
                      <a:pPr algn="ctr">
                        <a:buNone/>
                      </a:pPr>
                      <a:r>
                        <a:rPr lang="es-ES_tradnl" sz="900" b="0" noProof="1">
                          <a:solidFill>
                            <a:schemeClr val="tx1"/>
                          </a:solidFill>
                          <a:effectLst/>
                          <a:latin typeface="Times New Roman" panose="02020603050405020304" pitchFamily="18" charset="0"/>
                          <a:cs typeface="Times New Roman" panose="02020603050405020304" pitchFamily="18" charset="0"/>
                        </a:rPr>
                        <a:t>1</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56.35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18.00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40.00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11.35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13.48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204.65</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0.26</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204.00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2.00</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18.98</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3.57</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45.70</a:t>
                      </a: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991617960"/>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17.54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38.97</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15.13</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204.49</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0.36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194.00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2.57</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33.25</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5.21</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42.86</a:t>
                      </a:r>
                    </a:p>
                  </a:txBody>
                  <a:tcPr marL="68580" marR="68580" marT="0" marB="0" anchor="ctr">
                    <a:noFill/>
                  </a:tcPr>
                </a:tc>
                <a:extLst>
                  <a:ext uri="{0D108BD9-81ED-4DB2-BD59-A6C34878D82A}">
                    <a16:rowId xmlns:a16="http://schemas.microsoft.com/office/drawing/2014/main" val="3349572378"/>
                  </a:ext>
                </a:extLst>
              </a:tr>
              <a:tr h="185420">
                <a:tc>
                  <a:txBody>
                    <a:bodyPr/>
                    <a:lstStyle/>
                    <a:p>
                      <a:pPr algn="ctr">
                        <a:buNone/>
                      </a:pPr>
                      <a:r>
                        <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-3.14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56.28</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17.64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39.20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11.28</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19.80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209.44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0.32</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180.00</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9.92</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3.06</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49.64</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7.35</a:t>
                      </a:r>
                    </a:p>
                  </a:txBody>
                  <a:tcPr marL="68580" marR="68580" marT="0" marB="0" anchor="ctr">
                    <a:noFill/>
                  </a:tcPr>
                </a:tc>
                <a:tc>
                  <a:txBody>
                    <a:bodyPr/>
                    <a:lstStyle/>
                    <a:p>
                      <a:pPr algn="ctr">
                        <a:buNone/>
                      </a:pPr>
                      <a:r>
                        <a:rPr lang="es-ES_tradnl" sz="1050" dirty="0">
                          <a:effectLst/>
                          <a:latin typeface="Times New Roman" panose="02020603050405020304" pitchFamily="18" charset="0"/>
                          <a:ea typeface="Times New Roman" panose="02020603050405020304" pitchFamily="18" charset="0"/>
                          <a:cs typeface="Times New Roman" panose="02020603050405020304" pitchFamily="18" charset="0"/>
                        </a:rPr>
                        <a:t>45.46</a:t>
                      </a:r>
                    </a:p>
                  </a:txBody>
                  <a:tcPr marL="68580" marR="68580" marT="0" marB="0" anchor="ctr">
                    <a:noFill/>
                  </a:tcPr>
                </a:tc>
                <a:extLst>
                  <a:ext uri="{0D108BD9-81ED-4DB2-BD59-A6C34878D82A}">
                    <a16:rowId xmlns:a16="http://schemas.microsoft.com/office/drawing/2014/main" val="1690602423"/>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244040397"/>
                  </a:ext>
                </a:extLst>
              </a:tr>
              <a:tr h="185420">
                <a:tc>
                  <a:txBody>
                    <a:bodyPr/>
                    <a:lstStyle/>
                    <a:p>
                      <a:pPr algn="ctr">
                        <a:buNone/>
                      </a:pP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endPar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918356"/>
                  </a:ext>
                </a:extLst>
              </a:tr>
            </a:tbl>
          </a:graphicData>
        </a:graphic>
      </p:graphicFrame>
      <p:sp>
        <p:nvSpPr>
          <p:cNvPr id="8" name="Inhaltsplatzhalter 7">
            <a:extLst>
              <a:ext uri="{FF2B5EF4-FFF2-40B4-BE49-F238E27FC236}">
                <a16:creationId xmlns:a16="http://schemas.microsoft.com/office/drawing/2014/main" id="{2C0B207C-D1C7-935A-9D9E-6CFE4906351B}"/>
              </a:ext>
            </a:extLst>
          </p:cNvPr>
          <p:cNvSpPr txBox="1">
            <a:spLocks noGrp="1"/>
          </p:cNvSpPr>
          <p:nvPr>
            <p:ph sz="quarter" idx="16"/>
          </p:nvPr>
        </p:nvSpPr>
        <p:spPr>
          <a:xfrm>
            <a:off x="561487" y="2465822"/>
            <a:ext cx="2688490" cy="1421928"/>
          </a:xfrm>
          <a:prstGeom prst="rect">
            <a:avLst/>
          </a:prstGeom>
          <a:noFill/>
        </p:spPr>
        <p:txBody>
          <a:bodyPr wrap="square">
            <a:spAutoFit/>
          </a:bodyPr>
          <a:lstStyle/>
          <a:p>
            <a:pPr algn="l"/>
            <a:r>
              <a:rPr lang="es-ES_tradnl" dirty="0"/>
              <a:t>La velocidad inicial impacta significativamente el transitorio, generando variaciones en sobreimpulso, convergencia y esfuerzo de control.</a:t>
            </a:r>
          </a:p>
        </p:txBody>
      </p:sp>
      <p:pic>
        <p:nvPicPr>
          <p:cNvPr id="5" name="Onlinebild-Platzhalter 4">
            <a:extLst>
              <a:ext uri="{FF2B5EF4-FFF2-40B4-BE49-F238E27FC236}">
                <a16:creationId xmlns:a16="http://schemas.microsoft.com/office/drawing/2014/main" id="{8EB6B157-7481-C653-86CD-35F0D0A2C399}"/>
              </a:ext>
            </a:extLst>
          </p:cNvPr>
          <p:cNvPicPr>
            <a:picLocks noGrp="1" noChangeAspect="1"/>
          </p:cNvPicPr>
          <p:nvPr>
            <p:ph type="clipArt" sz="quarter" idx="15"/>
          </p:nvPr>
        </p:nvPicPr>
        <p:blipFill>
          <a:blip r:embed="rId2"/>
          <a:stretch>
            <a:fillRect/>
          </a:stretch>
        </p:blipFill>
        <p:spPr>
          <a:xfrm>
            <a:off x="3437262" y="2078038"/>
            <a:ext cx="7127913" cy="2505075"/>
          </a:xfrm>
          <a:prstGeom prst="rect">
            <a:avLst/>
          </a:prstGeom>
        </p:spPr>
      </p:pic>
      <p:sp>
        <p:nvSpPr>
          <p:cNvPr id="2" name="Fußzeilenplatzhalter 2">
            <a:extLst>
              <a:ext uri="{FF2B5EF4-FFF2-40B4-BE49-F238E27FC236}">
                <a16:creationId xmlns:a16="http://schemas.microsoft.com/office/drawing/2014/main" id="{FA6BF416-A892-F223-173C-399ED3C3AB36}"/>
              </a:ext>
            </a:extLst>
          </p:cNvPr>
          <p:cNvSpPr txBox="1">
            <a:spLocks/>
          </p:cNvSpPr>
          <p:nvPr/>
        </p:nvSpPr>
        <p:spPr>
          <a:xfrm>
            <a:off x="278030" y="6356350"/>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720303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8E95E-013C-D1B5-167A-7DA5F90CCAA6}"/>
            </a:ext>
          </a:extLst>
        </p:cNvPr>
        <p:cNvGrpSpPr/>
        <p:nvPr/>
      </p:nvGrpSpPr>
      <p:grpSpPr>
        <a:xfrm>
          <a:off x="0" y="0"/>
          <a:ext cx="0" cy="0"/>
          <a:chOff x="0" y="0"/>
          <a:chExt cx="0" cy="0"/>
        </a:xfrm>
      </p:grpSpPr>
      <p:sp>
        <p:nvSpPr>
          <p:cNvPr id="3" name="Textplatzhalter 2">
            <a:extLst>
              <a:ext uri="{FF2B5EF4-FFF2-40B4-BE49-F238E27FC236}">
                <a16:creationId xmlns:a16="http://schemas.microsoft.com/office/drawing/2014/main" id="{EDD8496A-4E9C-91A6-0587-8FAA838A6245}"/>
              </a:ext>
            </a:extLst>
          </p:cNvPr>
          <p:cNvSpPr>
            <a:spLocks noGrp="1"/>
          </p:cNvSpPr>
          <p:nvPr>
            <p:ph type="body" sz="quarter" idx="12"/>
          </p:nvPr>
        </p:nvSpPr>
        <p:spPr/>
        <p:txBody>
          <a:bodyPr/>
          <a:lstStyle/>
          <a:p>
            <a:r>
              <a:rPr lang="es-ES_tradnl" noProof="1">
                <a:solidFill>
                  <a:schemeClr val="tx1">
                    <a:lumMod val="75000"/>
                    <a:lumOff val="25000"/>
                  </a:schemeClr>
                </a:solidFill>
              </a:rPr>
              <a:t>Influencias de las perturbaciones en plataforma plana</a:t>
            </a:r>
          </a:p>
          <a:p>
            <a:endParaRPr lang="es-ES_tradnl" dirty="0"/>
          </a:p>
        </p:txBody>
      </p:sp>
      <p:sp>
        <p:nvSpPr>
          <p:cNvPr id="12" name="Textfeld 11">
            <a:extLst>
              <a:ext uri="{FF2B5EF4-FFF2-40B4-BE49-F238E27FC236}">
                <a16:creationId xmlns:a16="http://schemas.microsoft.com/office/drawing/2014/main" id="{168BFC70-DC98-350B-1A55-EB3EE5EBB639}"/>
              </a:ext>
            </a:extLst>
          </p:cNvPr>
          <p:cNvSpPr txBox="1"/>
          <p:nvPr/>
        </p:nvSpPr>
        <p:spPr>
          <a:xfrm>
            <a:off x="1220412" y="5002600"/>
            <a:ext cx="1532618"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o1ini: (-90, 0 , 90) [°]</a:t>
            </a:r>
          </a:p>
        </p:txBody>
      </p:sp>
      <p:sp>
        <p:nvSpPr>
          <p:cNvPr id="13" name="Textfeld 12">
            <a:extLst>
              <a:ext uri="{FF2B5EF4-FFF2-40B4-BE49-F238E27FC236}">
                <a16:creationId xmlns:a16="http://schemas.microsoft.com/office/drawing/2014/main" id="{FE67BDFF-AEAB-6677-CC6D-9CC2C38C8213}"/>
              </a:ext>
            </a:extLst>
          </p:cNvPr>
          <p:cNvSpPr txBox="1"/>
          <p:nvPr/>
        </p:nvSpPr>
        <p:spPr>
          <a:xfrm>
            <a:off x="5069907" y="5008526"/>
            <a:ext cx="1685874"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Retardo: (0, 0.01, 0.02) [ms]</a:t>
            </a:r>
          </a:p>
        </p:txBody>
      </p:sp>
      <p:sp>
        <p:nvSpPr>
          <p:cNvPr id="14" name="Textfeld 13">
            <a:extLst>
              <a:ext uri="{FF2B5EF4-FFF2-40B4-BE49-F238E27FC236}">
                <a16:creationId xmlns:a16="http://schemas.microsoft.com/office/drawing/2014/main" id="{182D2600-9A44-3C00-BBD2-07D715F64302}"/>
              </a:ext>
            </a:extLst>
          </p:cNvPr>
          <p:cNvSpPr txBox="1"/>
          <p:nvPr/>
        </p:nvSpPr>
        <p:spPr>
          <a:xfrm>
            <a:off x="9040777" y="5002227"/>
            <a:ext cx="1506923" cy="230832"/>
          </a:xfrm>
          <a:prstGeom prst="rect">
            <a:avLst/>
          </a:prstGeom>
          <a:noFill/>
        </p:spPr>
        <p:txBody>
          <a:bodyPr wrap="square" rtlCol="0">
            <a:spAutoFit/>
          </a:bodyPr>
          <a:lstStyle/>
          <a:p>
            <a:pPr algn="ctr"/>
            <a:r>
              <a:rPr lang="es-ES_tradnl" sz="900" b="1" noProof="1">
                <a:latin typeface="Times New Roman" panose="02020603050405020304" pitchFamily="18" charset="0"/>
                <a:cs typeface="Times New Roman" panose="02020603050405020304" pitchFamily="18" charset="0"/>
              </a:rPr>
              <a:t>do1ini: (-0.5, 0, 0.5)[rad/s]</a:t>
            </a:r>
          </a:p>
        </p:txBody>
      </p:sp>
      <p:pic>
        <p:nvPicPr>
          <p:cNvPr id="15" name="Onlinebild-Platzhalter 4">
            <a:extLst>
              <a:ext uri="{FF2B5EF4-FFF2-40B4-BE49-F238E27FC236}">
                <a16:creationId xmlns:a16="http://schemas.microsoft.com/office/drawing/2014/main" id="{021AB7CB-E377-6AB0-FA89-85931644109C}"/>
              </a:ext>
            </a:extLst>
          </p:cNvPr>
          <p:cNvPicPr>
            <a:picLocks noChangeAspect="1"/>
          </p:cNvPicPr>
          <p:nvPr/>
        </p:nvPicPr>
        <p:blipFill>
          <a:blip r:embed="rId2"/>
          <a:stretch>
            <a:fillRect/>
          </a:stretch>
        </p:blipFill>
        <p:spPr>
          <a:xfrm>
            <a:off x="309894" y="2246250"/>
            <a:ext cx="3566076" cy="2728297"/>
          </a:xfrm>
          <a:prstGeom prst="rect">
            <a:avLst/>
          </a:prstGeom>
        </p:spPr>
      </p:pic>
      <p:pic>
        <p:nvPicPr>
          <p:cNvPr id="16" name="Onlinebild-Platzhalter 14">
            <a:extLst>
              <a:ext uri="{FF2B5EF4-FFF2-40B4-BE49-F238E27FC236}">
                <a16:creationId xmlns:a16="http://schemas.microsoft.com/office/drawing/2014/main" id="{166DDBBA-56CB-09FE-0E22-A71DE1F00EE1}"/>
              </a:ext>
            </a:extLst>
          </p:cNvPr>
          <p:cNvPicPr>
            <a:picLocks noChangeAspect="1"/>
          </p:cNvPicPr>
          <p:nvPr/>
        </p:nvPicPr>
        <p:blipFill>
          <a:blip r:embed="rId3"/>
          <a:stretch>
            <a:fillRect/>
          </a:stretch>
        </p:blipFill>
        <p:spPr>
          <a:xfrm>
            <a:off x="3875970" y="2303395"/>
            <a:ext cx="4067228" cy="2668615"/>
          </a:xfrm>
          <a:prstGeom prst="rect">
            <a:avLst/>
          </a:prstGeom>
        </p:spPr>
      </p:pic>
      <p:pic>
        <p:nvPicPr>
          <p:cNvPr id="17" name="Onlinebild-Platzhalter 13">
            <a:extLst>
              <a:ext uri="{FF2B5EF4-FFF2-40B4-BE49-F238E27FC236}">
                <a16:creationId xmlns:a16="http://schemas.microsoft.com/office/drawing/2014/main" id="{DE55C4FF-C2F8-2F2A-4EE2-E8A672A33E91}"/>
              </a:ext>
            </a:extLst>
          </p:cNvPr>
          <p:cNvPicPr>
            <a:picLocks noChangeAspect="1"/>
          </p:cNvPicPr>
          <p:nvPr/>
        </p:nvPicPr>
        <p:blipFill>
          <a:blip r:embed="rId4"/>
          <a:stretch>
            <a:fillRect/>
          </a:stretch>
        </p:blipFill>
        <p:spPr>
          <a:xfrm>
            <a:off x="8011199" y="2299118"/>
            <a:ext cx="3496973" cy="2675428"/>
          </a:xfrm>
          <a:prstGeom prst="rect">
            <a:avLst/>
          </a:prstGeom>
        </p:spPr>
      </p:pic>
      <p:sp>
        <p:nvSpPr>
          <p:cNvPr id="18" name="Textfeld 17">
            <a:extLst>
              <a:ext uri="{FF2B5EF4-FFF2-40B4-BE49-F238E27FC236}">
                <a16:creationId xmlns:a16="http://schemas.microsoft.com/office/drawing/2014/main" id="{4D7B7EE5-3837-E206-0771-D3EC6C9609BA}"/>
              </a:ext>
            </a:extLst>
          </p:cNvPr>
          <p:cNvSpPr txBox="1"/>
          <p:nvPr/>
        </p:nvSpPr>
        <p:spPr>
          <a:xfrm>
            <a:off x="376884" y="5269575"/>
            <a:ext cx="11609170" cy="1323439"/>
          </a:xfrm>
          <a:prstGeom prst="rect">
            <a:avLst/>
          </a:prstGeom>
          <a:noFill/>
        </p:spPr>
        <p:txBody>
          <a:bodyPr wrap="square" rtlCol="0">
            <a:spAutoFit/>
          </a:bodyPr>
          <a:lstStyle/>
          <a:p>
            <a:pPr algn="ctr"/>
            <a:r>
              <a:rPr lang="es-ES_tradnl" sz="1600" dirty="0">
                <a:latin typeface="Times New Roman" panose="02020603050405020304" pitchFamily="18" charset="0"/>
                <a:cs typeface="Times New Roman" panose="02020603050405020304" pitchFamily="18" charset="0"/>
              </a:rPr>
              <a:t>El agente RL con una función de recompensa basada únicamente en el error de seguimiento presenta un comportamiento consistente en el dominio angular, pero con limitaciones claras en su capacidad de generalización. Mientras que el retardo de señal tiene un impacto reducido, las condiciones iniciales —especialmente la velocidad angular— generan distorsiones significativas en el RMSE, evidenciando que el agente no ha internalizado completamente la dinámica del sistema bajo estados diversos.</a:t>
            </a:r>
          </a:p>
          <a:p>
            <a:pPr algn="ctr"/>
            <a:endParaRPr lang="es-ES_tradnl" sz="1600" dirty="0">
              <a:latin typeface="Times New Roman" panose="02020603050405020304" pitchFamily="18" charset="0"/>
              <a:cs typeface="Times New Roman" panose="02020603050405020304" pitchFamily="18" charset="0"/>
            </a:endParaRPr>
          </a:p>
        </p:txBody>
      </p:sp>
      <p:sp>
        <p:nvSpPr>
          <p:cNvPr id="2" name="Fußzeilenplatzhalter 2">
            <a:extLst>
              <a:ext uri="{FF2B5EF4-FFF2-40B4-BE49-F238E27FC236}">
                <a16:creationId xmlns:a16="http://schemas.microsoft.com/office/drawing/2014/main" id="{7ED2036E-26B3-475A-97CE-282221CA968A}"/>
              </a:ext>
            </a:extLst>
          </p:cNvPr>
          <p:cNvSpPr txBox="1">
            <a:spLocks/>
          </p:cNvSpPr>
          <p:nvPr/>
        </p:nvSpPr>
        <p:spPr>
          <a:xfrm>
            <a:off x="309894" y="6492875"/>
            <a:ext cx="11777612"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_tradnl" sz="900" dirty="0"/>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1705161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827</Words>
  <Application>Microsoft Macintosh PowerPoint</Application>
  <PresentationFormat>Breitbild</PresentationFormat>
  <Paragraphs>222</Paragraphs>
  <Slides>7</Slides>
  <Notes>0</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7</vt:i4>
      </vt:variant>
    </vt:vector>
  </HeadingPairs>
  <TitlesOfParts>
    <vt:vector size="12" baseType="lpstr">
      <vt:lpstr>Aptos</vt:lpstr>
      <vt:lpstr>Aptos Display</vt:lpstr>
      <vt:lpstr>Arial</vt:lpstr>
      <vt:lpstr>Times New Roman</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1</cp:revision>
  <dcterms:created xsi:type="dcterms:W3CDTF">2026-03-28T15:03:47Z</dcterms:created>
  <dcterms:modified xsi:type="dcterms:W3CDTF">2026-03-28T15:06:45Z</dcterms:modified>
</cp:coreProperties>
</file>