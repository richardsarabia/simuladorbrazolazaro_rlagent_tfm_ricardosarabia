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542" r:id="rId2"/>
    <p:sldId id="552" r:id="rId3"/>
    <p:sldId id="544" r:id="rId4"/>
    <p:sldId id="545" r:id="rId5"/>
    <p:sldId id="547" r:id="rId6"/>
    <p:sldId id="546" r:id="rId7"/>
    <p:sldId id="548" r:id="rId8"/>
    <p:sldId id="549" r:id="rId9"/>
    <p:sldId id="550" r:id="rId10"/>
    <p:sldId id="551"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24"/>
    <p:restoredTop sz="94631"/>
  </p:normalViewPr>
  <p:slideViewPr>
    <p:cSldViewPr snapToGrid="0">
      <p:cViewPr varScale="1">
        <p:scale>
          <a:sx n="65" d="100"/>
          <a:sy n="65" d="100"/>
        </p:scale>
        <p:origin x="224" y="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68DC93-CB3B-E148-A367-17C850BF1627}" type="datetimeFigureOut">
              <a:rPr lang="es-ES_tradnl" smtClean="0"/>
              <a:t>28/3/26</a:t>
            </a:fld>
            <a:endParaRPr lang="es-ES_tradnl"/>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A5F8EC-4280-F743-8D4B-715C46DCB1CD}" type="slidenum">
              <a:rPr lang="es-ES_tradnl" smtClean="0"/>
              <a:t>‹Nr.›</a:t>
            </a:fld>
            <a:endParaRPr lang="es-ES_tradnl"/>
          </a:p>
        </p:txBody>
      </p:sp>
    </p:spTree>
    <p:extLst>
      <p:ext uri="{BB962C8B-B14F-4D97-AF65-F5344CB8AC3E}">
        <p14:creationId xmlns:p14="http://schemas.microsoft.com/office/powerpoint/2010/main" val="169228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C0E31-6DC1-7B2C-D6C2-21C3DD52721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78B3BA1-CF72-2E3E-DEDC-D38ED1378D37}"/>
              </a:ext>
            </a:extLst>
          </p:cNvPr>
          <p:cNvSpPr>
            <a:spLocks noGrp="1" noRot="1" noChangeAspect="1"/>
          </p:cNvSpPr>
          <p:nvPr>
            <p:ph type="sldImg"/>
          </p:nvPr>
        </p:nvSpPr>
        <p:spPr>
          <a:xfrm>
            <a:off x="685800" y="1143000"/>
            <a:ext cx="5486400" cy="3086100"/>
          </a:xfrm>
        </p:spPr>
        <p:txBody>
          <a:bodyPr/>
          <a:lstStyle/>
          <a:p>
            <a:endParaRPr lang="es-ES_tradnl"/>
          </a:p>
        </p:txBody>
      </p:sp>
      <p:sp>
        <p:nvSpPr>
          <p:cNvPr id="3" name="Notizenplatzhalter 2">
            <a:extLst>
              <a:ext uri="{FF2B5EF4-FFF2-40B4-BE49-F238E27FC236}">
                <a16:creationId xmlns:a16="http://schemas.microsoft.com/office/drawing/2014/main" id="{FCB08F58-524C-CB20-A534-F911FAA768CF}"/>
              </a:ext>
            </a:extLst>
          </p:cNvPr>
          <p:cNvSpPr>
            <a:spLocks noGrp="1"/>
          </p:cNvSpPr>
          <p:nvPr>
            <p:ph type="body" idx="1"/>
          </p:nvPr>
        </p:nvSpPr>
        <p:spPr/>
        <p:txBody>
          <a:bodyPr/>
          <a:lstStyle/>
          <a:p>
            <a:endParaRPr lang="es-ES_tradnl" dirty="0"/>
          </a:p>
        </p:txBody>
      </p:sp>
      <p:sp>
        <p:nvSpPr>
          <p:cNvPr id="4" name="Foliennummernplatzhalter 3">
            <a:extLst>
              <a:ext uri="{FF2B5EF4-FFF2-40B4-BE49-F238E27FC236}">
                <a16:creationId xmlns:a16="http://schemas.microsoft.com/office/drawing/2014/main" id="{080DFB01-B995-5128-AFCB-8B9BAA210842}"/>
              </a:ext>
            </a:extLst>
          </p:cNvPr>
          <p:cNvSpPr>
            <a:spLocks noGrp="1"/>
          </p:cNvSpPr>
          <p:nvPr>
            <p:ph type="sldNum" sz="quarter" idx="5"/>
          </p:nvPr>
        </p:nvSpPr>
        <p:spPr/>
        <p:txBody>
          <a:bodyPr/>
          <a:lstStyle/>
          <a:p>
            <a:fld id="{F84785C0-5D3C-044C-86BD-FEC1FEF91D7D}" type="slidenum">
              <a:rPr lang="es-ES_tradnl" smtClean="0"/>
              <a:t>1</a:t>
            </a:fld>
            <a:endParaRPr lang="es-ES_tradnl"/>
          </a:p>
        </p:txBody>
      </p:sp>
    </p:spTree>
    <p:extLst>
      <p:ext uri="{BB962C8B-B14F-4D97-AF65-F5344CB8AC3E}">
        <p14:creationId xmlns:p14="http://schemas.microsoft.com/office/powerpoint/2010/main" val="413751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5B7B05-4A6E-8CCF-6088-207A3667C520}"/>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s-ES_tradnl"/>
          </a:p>
        </p:txBody>
      </p:sp>
      <p:sp>
        <p:nvSpPr>
          <p:cNvPr id="3" name="Untertitel 2">
            <a:extLst>
              <a:ext uri="{FF2B5EF4-FFF2-40B4-BE49-F238E27FC236}">
                <a16:creationId xmlns:a16="http://schemas.microsoft.com/office/drawing/2014/main" id="{5C66561F-D5C2-2618-7B38-8DC2825D4B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_tradnl"/>
          </a:p>
        </p:txBody>
      </p:sp>
      <p:sp>
        <p:nvSpPr>
          <p:cNvPr id="4" name="Datumsplatzhalter 3">
            <a:extLst>
              <a:ext uri="{FF2B5EF4-FFF2-40B4-BE49-F238E27FC236}">
                <a16:creationId xmlns:a16="http://schemas.microsoft.com/office/drawing/2014/main" id="{C5B04BF1-9FCF-D02C-82E8-776BDE2F15BC}"/>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5" name="Fußzeilenplatzhalter 4">
            <a:extLst>
              <a:ext uri="{FF2B5EF4-FFF2-40B4-BE49-F238E27FC236}">
                <a16:creationId xmlns:a16="http://schemas.microsoft.com/office/drawing/2014/main" id="{5921B39B-69A3-660E-E9FB-A83F4765E287}"/>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9CA131C6-8449-097C-C400-38FFC8735A4C}"/>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2524864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4F37D5-40C7-AD84-0BE1-35124FF2CC5B}"/>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A0FC3D47-0EE2-2256-A2DE-217AA0AAC098}"/>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5356568D-0123-6795-4054-2650BB93B876}"/>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5" name="Fußzeilenplatzhalter 4">
            <a:extLst>
              <a:ext uri="{FF2B5EF4-FFF2-40B4-BE49-F238E27FC236}">
                <a16:creationId xmlns:a16="http://schemas.microsoft.com/office/drawing/2014/main" id="{F3F66309-2EF3-A7CA-FCFC-95D00F60EF55}"/>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F02F5A7A-8116-2DBA-2119-A44C7B3FD086}"/>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2104655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1DBE97-B3C5-A247-7EF4-BD1B0E1E4649}"/>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s-ES_tradnl"/>
          </a:p>
        </p:txBody>
      </p:sp>
      <p:sp>
        <p:nvSpPr>
          <p:cNvPr id="3" name="Textplatzhalter 2">
            <a:extLst>
              <a:ext uri="{FF2B5EF4-FFF2-40B4-BE49-F238E27FC236}">
                <a16:creationId xmlns:a16="http://schemas.microsoft.com/office/drawing/2014/main" id="{DAAFFFDC-8C33-0039-176A-63978CC191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1E80F7E-8EBB-2B60-0773-59A03CAB24E4}"/>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5" name="Fußzeilenplatzhalter 4">
            <a:extLst>
              <a:ext uri="{FF2B5EF4-FFF2-40B4-BE49-F238E27FC236}">
                <a16:creationId xmlns:a16="http://schemas.microsoft.com/office/drawing/2014/main" id="{B955F5FB-0FD0-39BB-3DC6-5557D90EEA6B}"/>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AEEB0F33-312C-3674-9087-D41BEAF790F5}"/>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1307510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D6705A-B2A2-4899-FA36-DD940D619AE4}"/>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F946159B-94B7-A66F-9D3C-8FC836CDDBCB}"/>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Inhaltsplatzhalter 3">
            <a:extLst>
              <a:ext uri="{FF2B5EF4-FFF2-40B4-BE49-F238E27FC236}">
                <a16:creationId xmlns:a16="http://schemas.microsoft.com/office/drawing/2014/main" id="{27FB0A41-5274-CD53-453B-059B762426C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Datumsplatzhalter 4">
            <a:extLst>
              <a:ext uri="{FF2B5EF4-FFF2-40B4-BE49-F238E27FC236}">
                <a16:creationId xmlns:a16="http://schemas.microsoft.com/office/drawing/2014/main" id="{44CAB188-4487-EB43-173A-3FC24AF50B12}"/>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6" name="Fußzeilenplatzhalter 5">
            <a:extLst>
              <a:ext uri="{FF2B5EF4-FFF2-40B4-BE49-F238E27FC236}">
                <a16:creationId xmlns:a16="http://schemas.microsoft.com/office/drawing/2014/main" id="{60EAA7A8-2586-4009-5D79-DBE13BB47F1B}"/>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01BBD04A-2CCA-5C86-19C7-DDBEAC3ADE2E}"/>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31424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EC81FD-D129-BC60-E75B-FD7773DFDDA5}"/>
              </a:ext>
            </a:extLst>
          </p:cNvPr>
          <p:cNvSpPr>
            <a:spLocks noGrp="1"/>
          </p:cNvSpPr>
          <p:nvPr>
            <p:ph type="title"/>
          </p:nvPr>
        </p:nvSpPr>
        <p:spPr>
          <a:xfrm>
            <a:off x="839788" y="365125"/>
            <a:ext cx="10515600" cy="1325563"/>
          </a:xfrm>
        </p:spPr>
        <p:txBody>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7C013538-31E0-6655-8709-9F9B92FF6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F0D1347-8A41-38D0-C9A5-4848140B754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Textplatzhalter 4">
            <a:extLst>
              <a:ext uri="{FF2B5EF4-FFF2-40B4-BE49-F238E27FC236}">
                <a16:creationId xmlns:a16="http://schemas.microsoft.com/office/drawing/2014/main" id="{03EFC442-A772-B57B-20AF-FFF36F691F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11E2A1A-A793-A6F7-C251-379E96BE7F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7" name="Datumsplatzhalter 6">
            <a:extLst>
              <a:ext uri="{FF2B5EF4-FFF2-40B4-BE49-F238E27FC236}">
                <a16:creationId xmlns:a16="http://schemas.microsoft.com/office/drawing/2014/main" id="{E519EA4E-572F-080A-A221-3105DB2CC1E4}"/>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8" name="Fußzeilenplatzhalter 7">
            <a:extLst>
              <a:ext uri="{FF2B5EF4-FFF2-40B4-BE49-F238E27FC236}">
                <a16:creationId xmlns:a16="http://schemas.microsoft.com/office/drawing/2014/main" id="{4BC68790-5203-AE32-07E7-7DE518C5BD84}"/>
              </a:ext>
            </a:extLst>
          </p:cNvPr>
          <p:cNvSpPr>
            <a:spLocks noGrp="1"/>
          </p:cNvSpPr>
          <p:nvPr>
            <p:ph type="ftr" sz="quarter" idx="11"/>
          </p:nvPr>
        </p:nvSpPr>
        <p:spPr/>
        <p:txBody>
          <a:bodyPr/>
          <a:lstStyle/>
          <a:p>
            <a:endParaRPr lang="es-ES_tradnl"/>
          </a:p>
        </p:txBody>
      </p:sp>
      <p:sp>
        <p:nvSpPr>
          <p:cNvPr id="9" name="Foliennummernplatzhalter 8">
            <a:extLst>
              <a:ext uri="{FF2B5EF4-FFF2-40B4-BE49-F238E27FC236}">
                <a16:creationId xmlns:a16="http://schemas.microsoft.com/office/drawing/2014/main" id="{2C2BF25D-48E0-A9D5-A719-E4A1DBBCFA95}"/>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1003337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535B84-659C-BBEC-16DC-83F0111DE286}"/>
              </a:ext>
            </a:extLst>
          </p:cNvPr>
          <p:cNvSpPr>
            <a:spLocks noGrp="1"/>
          </p:cNvSpPr>
          <p:nvPr>
            <p:ph type="title"/>
          </p:nvPr>
        </p:nvSpPr>
        <p:spPr/>
        <p:txBody>
          <a:bodyPr/>
          <a:lstStyle/>
          <a:p>
            <a:r>
              <a:rPr lang="de-DE"/>
              <a:t>Mastertitelformat bearbeiten</a:t>
            </a:r>
            <a:endParaRPr lang="es-ES_tradnl"/>
          </a:p>
        </p:txBody>
      </p:sp>
      <p:sp>
        <p:nvSpPr>
          <p:cNvPr id="3" name="Datumsplatzhalter 2">
            <a:extLst>
              <a:ext uri="{FF2B5EF4-FFF2-40B4-BE49-F238E27FC236}">
                <a16:creationId xmlns:a16="http://schemas.microsoft.com/office/drawing/2014/main" id="{2E3C81DE-0DDE-60E6-6F07-25926A0A4F07}"/>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4" name="Fußzeilenplatzhalter 3">
            <a:extLst>
              <a:ext uri="{FF2B5EF4-FFF2-40B4-BE49-F238E27FC236}">
                <a16:creationId xmlns:a16="http://schemas.microsoft.com/office/drawing/2014/main" id="{AD69E68F-7323-4BF4-D8CF-952DFA006C77}"/>
              </a:ext>
            </a:extLst>
          </p:cNvPr>
          <p:cNvSpPr>
            <a:spLocks noGrp="1"/>
          </p:cNvSpPr>
          <p:nvPr>
            <p:ph type="ftr" sz="quarter" idx="11"/>
          </p:nvPr>
        </p:nvSpPr>
        <p:spPr/>
        <p:txBody>
          <a:bodyPr/>
          <a:lstStyle/>
          <a:p>
            <a:endParaRPr lang="es-ES_tradnl"/>
          </a:p>
        </p:txBody>
      </p:sp>
      <p:sp>
        <p:nvSpPr>
          <p:cNvPr id="5" name="Foliennummernplatzhalter 4">
            <a:extLst>
              <a:ext uri="{FF2B5EF4-FFF2-40B4-BE49-F238E27FC236}">
                <a16:creationId xmlns:a16="http://schemas.microsoft.com/office/drawing/2014/main" id="{D0B893E9-4B0B-B4A9-45D1-1FDE29FF7FFF}"/>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1988007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48061FB-A90D-756C-729C-E61ABDB7C160}"/>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3" name="Fußzeilenplatzhalter 2">
            <a:extLst>
              <a:ext uri="{FF2B5EF4-FFF2-40B4-BE49-F238E27FC236}">
                <a16:creationId xmlns:a16="http://schemas.microsoft.com/office/drawing/2014/main" id="{4EFB2849-377B-7B96-D188-A4BF77DB5398}"/>
              </a:ext>
            </a:extLst>
          </p:cNvPr>
          <p:cNvSpPr>
            <a:spLocks noGrp="1"/>
          </p:cNvSpPr>
          <p:nvPr>
            <p:ph type="ftr" sz="quarter" idx="11"/>
          </p:nvPr>
        </p:nvSpPr>
        <p:spPr/>
        <p:txBody>
          <a:bodyPr/>
          <a:lstStyle/>
          <a:p>
            <a:endParaRPr lang="es-ES_tradnl"/>
          </a:p>
        </p:txBody>
      </p:sp>
      <p:sp>
        <p:nvSpPr>
          <p:cNvPr id="4" name="Foliennummernplatzhalter 3">
            <a:extLst>
              <a:ext uri="{FF2B5EF4-FFF2-40B4-BE49-F238E27FC236}">
                <a16:creationId xmlns:a16="http://schemas.microsoft.com/office/drawing/2014/main" id="{2C7C654F-6542-65B7-CEB2-CCA21FB7274D}"/>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248342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F879A6-9D33-5354-27FB-28DFC80B0C5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Inhaltsplatzhalter 2">
            <a:extLst>
              <a:ext uri="{FF2B5EF4-FFF2-40B4-BE49-F238E27FC236}">
                <a16:creationId xmlns:a16="http://schemas.microsoft.com/office/drawing/2014/main" id="{35B57F1E-E542-0213-F6CB-EA2474F82D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Textplatzhalter 3">
            <a:extLst>
              <a:ext uri="{FF2B5EF4-FFF2-40B4-BE49-F238E27FC236}">
                <a16:creationId xmlns:a16="http://schemas.microsoft.com/office/drawing/2014/main" id="{6F2EBC30-64B8-AEF5-A0FB-D91DD68029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C7B23D4-FE6C-35DC-3E8B-CE64A1D1E6C6}"/>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6" name="Fußzeilenplatzhalter 5">
            <a:extLst>
              <a:ext uri="{FF2B5EF4-FFF2-40B4-BE49-F238E27FC236}">
                <a16:creationId xmlns:a16="http://schemas.microsoft.com/office/drawing/2014/main" id="{2B1E80D0-FAD7-1128-F56C-C837D0B0DDC6}"/>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AB176711-932D-9FD0-038F-10E8D8739B9A}"/>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1322679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BD7467-41C3-0BA3-E112-CBFE9EDC4C7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Bildplatzhalter 2">
            <a:extLst>
              <a:ext uri="{FF2B5EF4-FFF2-40B4-BE49-F238E27FC236}">
                <a16:creationId xmlns:a16="http://schemas.microsoft.com/office/drawing/2014/main" id="{1845690B-9B1C-5F74-644D-9D7FC6B394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platzhalter 3">
            <a:extLst>
              <a:ext uri="{FF2B5EF4-FFF2-40B4-BE49-F238E27FC236}">
                <a16:creationId xmlns:a16="http://schemas.microsoft.com/office/drawing/2014/main" id="{50C7E6D7-EC29-AAE8-9B22-519CFB4A67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8A6ABA4-5EDB-A151-02DC-3048A5BD2E5E}"/>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6" name="Fußzeilenplatzhalter 5">
            <a:extLst>
              <a:ext uri="{FF2B5EF4-FFF2-40B4-BE49-F238E27FC236}">
                <a16:creationId xmlns:a16="http://schemas.microsoft.com/office/drawing/2014/main" id="{ECFED77A-40FE-DD08-C297-A614B0CD2139}"/>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99410DE2-57CD-F42B-28BF-09428EB0850A}"/>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2157743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971C10-8782-74A3-1F98-2C25C030F79C}"/>
              </a:ext>
            </a:extLst>
          </p:cNvPr>
          <p:cNvSpPr>
            <a:spLocks noGrp="1"/>
          </p:cNvSpPr>
          <p:nvPr>
            <p:ph type="title"/>
          </p:nvPr>
        </p:nvSpPr>
        <p:spPr/>
        <p:txBody>
          <a:bodyPr/>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08E4B6D6-CF19-149D-B6A7-1A16562C093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213F60C0-4033-5D01-2E9F-14C909A6DD99}"/>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5" name="Fußzeilenplatzhalter 4">
            <a:extLst>
              <a:ext uri="{FF2B5EF4-FFF2-40B4-BE49-F238E27FC236}">
                <a16:creationId xmlns:a16="http://schemas.microsoft.com/office/drawing/2014/main" id="{F4FC6F7E-5ECF-08C7-FFE9-32BBC3D0EDFD}"/>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CC87C573-2EE5-24A1-F3D7-DE7083EA15F7}"/>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387889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7BF487A-17E9-9030-857F-794E8391530C}"/>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F0317F2C-9573-6B33-AB14-EA17D5CF686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C2BB3E0F-CBB0-0B44-6A4E-8F37EECFE490}"/>
              </a:ext>
            </a:extLst>
          </p:cNvPr>
          <p:cNvSpPr>
            <a:spLocks noGrp="1"/>
          </p:cNvSpPr>
          <p:nvPr>
            <p:ph type="dt" sz="half" idx="10"/>
          </p:nvPr>
        </p:nvSpPr>
        <p:spPr/>
        <p:txBody>
          <a:bodyPr/>
          <a:lstStyle/>
          <a:p>
            <a:fld id="{B8897705-1F83-8E48-8CCA-1D274F213178}" type="datetimeFigureOut">
              <a:rPr lang="es-ES_tradnl" smtClean="0"/>
              <a:t>28/3/26</a:t>
            </a:fld>
            <a:endParaRPr lang="es-ES_tradnl"/>
          </a:p>
        </p:txBody>
      </p:sp>
      <p:sp>
        <p:nvSpPr>
          <p:cNvPr id="5" name="Fußzeilenplatzhalter 4">
            <a:extLst>
              <a:ext uri="{FF2B5EF4-FFF2-40B4-BE49-F238E27FC236}">
                <a16:creationId xmlns:a16="http://schemas.microsoft.com/office/drawing/2014/main" id="{898178B1-2DCE-DE49-A143-CA75CA107F4C}"/>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797F7EF5-33AC-16E4-86C8-A155E8B44C61}"/>
              </a:ext>
            </a:extLst>
          </p:cNvPr>
          <p:cNvSpPr>
            <a:spLocks noGrp="1"/>
          </p:cNvSpPr>
          <p:nvPr>
            <p:ph type="sldNum" sz="quarter" idx="12"/>
          </p:nvPr>
        </p:nvSpPr>
        <p:spPr/>
        <p:txBody>
          <a:body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2840675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RAVAPRENDIZAJE">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del Aprendizaje</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556235" y="2636555"/>
            <a:ext cx="5260975" cy="3454400"/>
          </a:xfrm>
        </p:spPr>
        <p:txBody>
          <a:bodyPr/>
          <a:lstStyle>
            <a:lvl1pPr algn="l">
              <a:buNone/>
              <a:defRPr>
                <a:latin typeface="Times New Roman" panose="02020603050405020304" pitchFamily="18" charset="0"/>
                <a:cs typeface="Times New Roman" panose="02020603050405020304" pitchFamily="18" charset="0"/>
              </a:defRPr>
            </a:lvl1pPr>
            <a:lvl2pPr algn="l">
              <a:buNone/>
              <a:defRPr/>
            </a:lvl2pPr>
          </a:lstStyle>
          <a:p>
            <a:pPr lvl="0"/>
            <a:r>
              <a:rPr lang="de-DE" dirty="0"/>
              <a:t>Mastertextformat bearbeiten</a:t>
            </a:r>
          </a:p>
          <a:p>
            <a:pPr lvl="1"/>
            <a:endParaRPr lang="es-ES_tradnl" dirty="0"/>
          </a:p>
        </p:txBody>
      </p:sp>
      <p:cxnSp>
        <p:nvCxnSpPr>
          <p:cNvPr id="2" name="Gerade Verbindung 1">
            <a:extLst>
              <a:ext uri="{FF2B5EF4-FFF2-40B4-BE49-F238E27FC236}">
                <a16:creationId xmlns:a16="http://schemas.microsoft.com/office/drawing/2014/main" id="{C9FA80AC-474F-A8AF-0BBA-9AB82BAAA43A}"/>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06C3DDAC-8DFE-9B03-74E8-A4BE68B3930C}"/>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 name="Onlinebild-Platzhalter 4">
            <a:extLst>
              <a:ext uri="{FF2B5EF4-FFF2-40B4-BE49-F238E27FC236}">
                <a16:creationId xmlns:a16="http://schemas.microsoft.com/office/drawing/2014/main" id="{C1E1E36D-5A9D-D8DD-682D-7CF8D7D21B6C}"/>
              </a:ext>
            </a:extLst>
          </p:cNvPr>
          <p:cNvSpPr>
            <a:spLocks noGrp="1"/>
          </p:cNvSpPr>
          <p:nvPr>
            <p:ph type="clipArt" sz="quarter" idx="15"/>
          </p:nvPr>
        </p:nvSpPr>
        <p:spPr>
          <a:xfrm>
            <a:off x="374650" y="2636838"/>
            <a:ext cx="5991426" cy="3278187"/>
          </a:xfrm>
        </p:spPr>
        <p:txBody>
          <a:bodyPr/>
          <a:lstStyle/>
          <a:p>
            <a:endParaRPr lang="es-ES_tradnl"/>
          </a:p>
        </p:txBody>
      </p:sp>
    </p:spTree>
    <p:extLst>
      <p:ext uri="{BB962C8B-B14F-4D97-AF65-F5344CB8AC3E}">
        <p14:creationId xmlns:p14="http://schemas.microsoft.com/office/powerpoint/2010/main" val="101652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MSE TOP3">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1724385" y="5510118"/>
            <a:ext cx="9503058" cy="677305"/>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
        <p:nvSpPr>
          <p:cNvPr id="8" name="Onlinebild-Platzhalter 7">
            <a:extLst>
              <a:ext uri="{FF2B5EF4-FFF2-40B4-BE49-F238E27FC236}">
                <a16:creationId xmlns:a16="http://schemas.microsoft.com/office/drawing/2014/main" id="{FAA78FF5-2A44-C038-8C33-581E4612C4B9}"/>
              </a:ext>
            </a:extLst>
          </p:cNvPr>
          <p:cNvSpPr>
            <a:spLocks noGrp="1"/>
          </p:cNvSpPr>
          <p:nvPr>
            <p:ph type="clipArt" sz="quarter" idx="15"/>
          </p:nvPr>
        </p:nvSpPr>
        <p:spPr>
          <a:xfrm>
            <a:off x="2386065" y="2254597"/>
            <a:ext cx="7188609" cy="3098654"/>
          </a:xfrm>
        </p:spPr>
        <p:txBody>
          <a:bodyPr/>
          <a:lstStyle/>
          <a:p>
            <a:endParaRPr lang="es-ES_tradnl"/>
          </a:p>
        </p:txBody>
      </p:sp>
      <p:grpSp>
        <p:nvGrpSpPr>
          <p:cNvPr id="5" name="Gruppieren 4">
            <a:extLst>
              <a:ext uri="{FF2B5EF4-FFF2-40B4-BE49-F238E27FC236}">
                <a16:creationId xmlns:a16="http://schemas.microsoft.com/office/drawing/2014/main" id="{3DC88AFA-5823-4006-865A-291216A99A1D}"/>
              </a:ext>
            </a:extLst>
          </p:cNvPr>
          <p:cNvGrpSpPr/>
          <p:nvPr userDrawn="1"/>
        </p:nvGrpSpPr>
        <p:grpSpPr>
          <a:xfrm>
            <a:off x="606204" y="3429002"/>
            <a:ext cx="1039143" cy="1226891"/>
            <a:chOff x="2471323" y="3094239"/>
            <a:chExt cx="1039143" cy="1226891"/>
          </a:xfrm>
        </p:grpSpPr>
        <p:grpSp>
          <p:nvGrpSpPr>
            <p:cNvPr id="9" name="Gruppieren 8">
              <a:extLst>
                <a:ext uri="{FF2B5EF4-FFF2-40B4-BE49-F238E27FC236}">
                  <a16:creationId xmlns:a16="http://schemas.microsoft.com/office/drawing/2014/main" id="{D67975EE-02C4-F175-795B-93A638306DE2}"/>
                </a:ext>
              </a:extLst>
            </p:cNvPr>
            <p:cNvGrpSpPr/>
            <p:nvPr/>
          </p:nvGrpSpPr>
          <p:grpSpPr>
            <a:xfrm>
              <a:off x="2471323" y="3278090"/>
              <a:ext cx="1039143" cy="1043040"/>
              <a:chOff x="7954338" y="203337"/>
              <a:chExt cx="1275466" cy="1149452"/>
            </a:xfrm>
          </p:grpSpPr>
          <p:pic>
            <p:nvPicPr>
              <p:cNvPr id="14" name="Grafik 13">
                <a:extLst>
                  <a:ext uri="{FF2B5EF4-FFF2-40B4-BE49-F238E27FC236}">
                    <a16:creationId xmlns:a16="http://schemas.microsoft.com/office/drawing/2014/main" id="{8D070CE1-EC82-7F15-BBFD-68082F249B22}"/>
                  </a:ext>
                </a:extLst>
              </p:cNvPr>
              <p:cNvPicPr>
                <a:picLocks noChangeAspect="1"/>
              </p:cNvPicPr>
              <p:nvPr/>
            </p:nvPicPr>
            <p:blipFill>
              <a:blip r:embed="rId5"/>
              <a:srcRect l="22679" t="14811" r="19766" b="18544"/>
              <a:stretch>
                <a:fillRect/>
              </a:stretch>
            </p:blipFill>
            <p:spPr>
              <a:xfrm>
                <a:off x="7954338" y="203337"/>
                <a:ext cx="1275466" cy="1149452"/>
              </a:xfrm>
              <a:prstGeom prst="rect">
                <a:avLst/>
              </a:prstGeom>
            </p:spPr>
          </p:pic>
          <p:sp>
            <p:nvSpPr>
              <p:cNvPr id="16" name="Textfeld 15">
                <a:extLst>
                  <a:ext uri="{FF2B5EF4-FFF2-40B4-BE49-F238E27FC236}">
                    <a16:creationId xmlns:a16="http://schemas.microsoft.com/office/drawing/2014/main" id="{4AF5F29C-6703-E5DA-3E54-C687E6CC7606}"/>
                  </a:ext>
                </a:extLst>
              </p:cNvPr>
              <p:cNvSpPr txBox="1"/>
              <p:nvPr/>
            </p:nvSpPr>
            <p:spPr>
              <a:xfrm>
                <a:off x="8496320" y="1024996"/>
                <a:ext cx="622143" cy="288300"/>
              </a:xfrm>
              <a:prstGeom prst="rect">
                <a:avLst/>
              </a:prstGeom>
              <a:noFill/>
            </p:spPr>
            <p:txBody>
              <a:bodyPr wrap="none" rtlCol="0">
                <a:spAutoFit/>
              </a:bodyPr>
              <a:lstStyle/>
              <a:p>
                <a:r>
                  <a:rPr lang="es-ES_tradnl" sz="1100" dirty="0"/>
                  <a:t>(TD3)</a:t>
                </a:r>
              </a:p>
            </p:txBody>
          </p:sp>
        </p:grpSp>
        <p:sp>
          <p:nvSpPr>
            <p:cNvPr id="11" name="Textfeld 10">
              <a:extLst>
                <a:ext uri="{FF2B5EF4-FFF2-40B4-BE49-F238E27FC236}">
                  <a16:creationId xmlns:a16="http://schemas.microsoft.com/office/drawing/2014/main" id="{C0A244D5-E2F4-55A2-9535-F4C6F1162F3F}"/>
                </a:ext>
              </a:extLst>
            </p:cNvPr>
            <p:cNvSpPr txBox="1"/>
            <p:nvPr/>
          </p:nvSpPr>
          <p:spPr>
            <a:xfrm>
              <a:off x="2536282" y="3094239"/>
              <a:ext cx="861133" cy="261610"/>
            </a:xfrm>
            <a:prstGeom prst="rect">
              <a:avLst/>
            </a:prstGeom>
            <a:noFill/>
          </p:spPr>
          <p:txBody>
            <a:bodyPr wrap="none" rtlCol="0">
              <a:spAutoFit/>
            </a:bodyPr>
            <a:lstStyle/>
            <a:p>
              <a:r>
                <a:rPr lang="es-ES_tradnl" sz="1100" dirty="0"/>
                <a:t>Agentes RL</a:t>
              </a:r>
            </a:p>
          </p:txBody>
        </p:sp>
      </p:grpSp>
      <p:sp>
        <p:nvSpPr>
          <p:cNvPr id="35" name="Textfeld 34">
            <a:extLst>
              <a:ext uri="{FF2B5EF4-FFF2-40B4-BE49-F238E27FC236}">
                <a16:creationId xmlns:a16="http://schemas.microsoft.com/office/drawing/2014/main" id="{308D64B1-247C-C0A8-0B78-5ABD6A7629E1}"/>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del Aprendizaje</a:t>
            </a:r>
          </a:p>
        </p:txBody>
      </p:sp>
    </p:spTree>
    <p:extLst>
      <p:ext uri="{BB962C8B-B14F-4D97-AF65-F5344CB8AC3E}">
        <p14:creationId xmlns:p14="http://schemas.microsoft.com/office/powerpoint/2010/main" val="1776754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OMINIO_ANGULAR_DETERMINSTA">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520862" y="1850693"/>
            <a:ext cx="11169569"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2154498" y="2390798"/>
            <a:ext cx="6862686" cy="3020412"/>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
        <p:nvSpPr>
          <p:cNvPr id="35" name="Textfeld 34">
            <a:extLst>
              <a:ext uri="{FF2B5EF4-FFF2-40B4-BE49-F238E27FC236}">
                <a16:creationId xmlns:a16="http://schemas.microsoft.com/office/drawing/2014/main" id="{308D64B1-247C-C0A8-0B78-5ABD6A7629E1}"/>
              </a:ext>
            </a:extLst>
          </p:cNvPr>
          <p:cNvSpPr txBox="1"/>
          <p:nvPr userDrawn="1"/>
        </p:nvSpPr>
        <p:spPr>
          <a:xfrm>
            <a:off x="374790" y="256348"/>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en el Dominio Angular en Simulación</a:t>
            </a:r>
          </a:p>
        </p:txBody>
      </p:sp>
      <p:sp>
        <p:nvSpPr>
          <p:cNvPr id="2" name="Textfeld 1">
            <a:extLst>
              <a:ext uri="{FF2B5EF4-FFF2-40B4-BE49-F238E27FC236}">
                <a16:creationId xmlns:a16="http://schemas.microsoft.com/office/drawing/2014/main" id="{F068B4D2-1A49-F63B-10AE-75995C064D95}"/>
              </a:ext>
            </a:extLst>
          </p:cNvPr>
          <p:cNvSpPr txBox="1"/>
          <p:nvPr userDrawn="1"/>
        </p:nvSpPr>
        <p:spPr>
          <a:xfrm>
            <a:off x="-543695" y="5622324"/>
            <a:ext cx="184731" cy="369332"/>
          </a:xfrm>
          <a:prstGeom prst="rect">
            <a:avLst/>
          </a:prstGeom>
          <a:noFill/>
        </p:spPr>
        <p:txBody>
          <a:bodyPr wrap="none" rtlCol="0">
            <a:spAutoFit/>
          </a:bodyPr>
          <a:lstStyle/>
          <a:p>
            <a:endParaRPr lang="es-ES_tradnl" sz="1800" dirty="0"/>
          </a:p>
        </p:txBody>
      </p:sp>
      <p:sp>
        <p:nvSpPr>
          <p:cNvPr id="22" name="Inhaltsplatzhalter 28">
            <a:extLst>
              <a:ext uri="{FF2B5EF4-FFF2-40B4-BE49-F238E27FC236}">
                <a16:creationId xmlns:a16="http://schemas.microsoft.com/office/drawing/2014/main" id="{AFD1239B-68D5-E93B-312D-B6D4E061E4FD}"/>
              </a:ext>
            </a:extLst>
          </p:cNvPr>
          <p:cNvSpPr>
            <a:spLocks noGrp="1"/>
          </p:cNvSpPr>
          <p:nvPr>
            <p:ph sz="quarter" idx="16"/>
          </p:nvPr>
        </p:nvSpPr>
        <p:spPr>
          <a:xfrm>
            <a:off x="1694330" y="5653005"/>
            <a:ext cx="8032830" cy="677305"/>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pic>
        <p:nvPicPr>
          <p:cNvPr id="23" name="Grafik 22">
            <a:extLst>
              <a:ext uri="{FF2B5EF4-FFF2-40B4-BE49-F238E27FC236}">
                <a16:creationId xmlns:a16="http://schemas.microsoft.com/office/drawing/2014/main" id="{13020E74-8C7E-3BC9-5499-58771C934058}"/>
              </a:ext>
            </a:extLst>
          </p:cNvPr>
          <p:cNvPicPr>
            <a:picLocks noChangeAspect="1"/>
          </p:cNvPicPr>
          <p:nvPr userDrawn="1"/>
        </p:nvPicPr>
        <p:blipFill>
          <a:blip r:embed="rId3"/>
          <a:stretch>
            <a:fillRect/>
          </a:stretch>
        </p:blipFill>
        <p:spPr>
          <a:xfrm>
            <a:off x="9242383" y="4443286"/>
            <a:ext cx="2535870" cy="740082"/>
          </a:xfrm>
          <a:prstGeom prst="rect">
            <a:avLst/>
          </a:prstGeom>
        </p:spPr>
      </p:pic>
      <p:pic>
        <p:nvPicPr>
          <p:cNvPr id="25" name="Grafik 24">
            <a:extLst>
              <a:ext uri="{FF2B5EF4-FFF2-40B4-BE49-F238E27FC236}">
                <a16:creationId xmlns:a16="http://schemas.microsoft.com/office/drawing/2014/main" id="{9F1F9970-4195-4991-774F-95C6F7EF629F}"/>
              </a:ext>
            </a:extLst>
          </p:cNvPr>
          <p:cNvPicPr>
            <a:picLocks noChangeAspect="1"/>
          </p:cNvPicPr>
          <p:nvPr userDrawn="1"/>
        </p:nvPicPr>
        <p:blipFill>
          <a:blip r:embed="rId4"/>
          <a:stretch>
            <a:fillRect/>
          </a:stretch>
        </p:blipFill>
        <p:spPr>
          <a:xfrm>
            <a:off x="9393293" y="2736054"/>
            <a:ext cx="2152202" cy="1707232"/>
          </a:xfrm>
          <a:prstGeom prst="rect">
            <a:avLst/>
          </a:prstGeom>
        </p:spPr>
      </p:pic>
    </p:spTree>
    <p:extLst>
      <p:ext uri="{BB962C8B-B14F-4D97-AF65-F5344CB8AC3E}">
        <p14:creationId xmlns:p14="http://schemas.microsoft.com/office/powerpoint/2010/main" val="3361867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EVALUACION TABLA RMSE">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520862" y="1850693"/>
            <a:ext cx="11169569"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3901014" y="2449374"/>
            <a:ext cx="6862686" cy="3020412"/>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
        <p:nvSpPr>
          <p:cNvPr id="35" name="Textfeld 34">
            <a:extLst>
              <a:ext uri="{FF2B5EF4-FFF2-40B4-BE49-F238E27FC236}">
                <a16:creationId xmlns:a16="http://schemas.microsoft.com/office/drawing/2014/main" id="{308D64B1-247C-C0A8-0B78-5ABD6A7629E1}"/>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del Aprendizaje</a:t>
            </a:r>
          </a:p>
        </p:txBody>
      </p:sp>
      <p:sp>
        <p:nvSpPr>
          <p:cNvPr id="2" name="Textfeld 1">
            <a:extLst>
              <a:ext uri="{FF2B5EF4-FFF2-40B4-BE49-F238E27FC236}">
                <a16:creationId xmlns:a16="http://schemas.microsoft.com/office/drawing/2014/main" id="{F068B4D2-1A49-F63B-10AE-75995C064D95}"/>
              </a:ext>
            </a:extLst>
          </p:cNvPr>
          <p:cNvSpPr txBox="1"/>
          <p:nvPr userDrawn="1"/>
        </p:nvSpPr>
        <p:spPr>
          <a:xfrm>
            <a:off x="-543695" y="5622324"/>
            <a:ext cx="184731" cy="369332"/>
          </a:xfrm>
          <a:prstGeom prst="rect">
            <a:avLst/>
          </a:prstGeom>
          <a:noFill/>
        </p:spPr>
        <p:txBody>
          <a:bodyPr wrap="none" rtlCol="0">
            <a:spAutoFit/>
          </a:bodyPr>
          <a:lstStyle/>
          <a:p>
            <a:endParaRPr lang="es-ES_tradnl" sz="1800" dirty="0"/>
          </a:p>
        </p:txBody>
      </p:sp>
      <p:sp>
        <p:nvSpPr>
          <p:cNvPr id="22" name="Inhaltsplatzhalter 28">
            <a:extLst>
              <a:ext uri="{FF2B5EF4-FFF2-40B4-BE49-F238E27FC236}">
                <a16:creationId xmlns:a16="http://schemas.microsoft.com/office/drawing/2014/main" id="{AFD1239B-68D5-E93B-312D-B6D4E061E4FD}"/>
              </a:ext>
            </a:extLst>
          </p:cNvPr>
          <p:cNvSpPr>
            <a:spLocks noGrp="1"/>
          </p:cNvSpPr>
          <p:nvPr>
            <p:ph sz="quarter" idx="16"/>
          </p:nvPr>
        </p:nvSpPr>
        <p:spPr>
          <a:xfrm>
            <a:off x="1694330" y="5653005"/>
            <a:ext cx="8032830" cy="677305"/>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Tree>
    <p:extLst>
      <p:ext uri="{BB962C8B-B14F-4D97-AF65-F5344CB8AC3E}">
        <p14:creationId xmlns:p14="http://schemas.microsoft.com/office/powerpoint/2010/main" val="422465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URVAS_SIMULATION">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1362389" y="1850693"/>
            <a:ext cx="9103785"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Determinista en la Simulación</a:t>
            </a:r>
          </a:p>
        </p:txBody>
      </p:sp>
      <p:grpSp>
        <p:nvGrpSpPr>
          <p:cNvPr id="15" name="Gruppieren 14">
            <a:extLst>
              <a:ext uri="{FF2B5EF4-FFF2-40B4-BE49-F238E27FC236}">
                <a16:creationId xmlns:a16="http://schemas.microsoft.com/office/drawing/2014/main" id="{3DAC8B4E-0341-1E5D-5C73-B70108A5D531}"/>
              </a:ext>
            </a:extLst>
          </p:cNvPr>
          <p:cNvGrpSpPr/>
          <p:nvPr/>
        </p:nvGrpSpPr>
        <p:grpSpPr>
          <a:xfrm>
            <a:off x="194396" y="1382651"/>
            <a:ext cx="1039143" cy="1043040"/>
            <a:chOff x="7954338" y="203337"/>
            <a:chExt cx="1275466" cy="1149452"/>
          </a:xfrm>
        </p:grpSpPr>
        <p:pic>
          <p:nvPicPr>
            <p:cNvPr id="17" name="Grafik 16">
              <a:extLst>
                <a:ext uri="{FF2B5EF4-FFF2-40B4-BE49-F238E27FC236}">
                  <a16:creationId xmlns:a16="http://schemas.microsoft.com/office/drawing/2014/main" id="{98041A0A-3583-3736-9454-6E4E39F8ABCC}"/>
                </a:ext>
              </a:extLst>
            </p:cNvPr>
            <p:cNvPicPr>
              <a:picLocks noChangeAspect="1"/>
            </p:cNvPicPr>
            <p:nvPr/>
          </p:nvPicPr>
          <p:blipFill>
            <a:blip r:embed="rId5"/>
            <a:srcRect l="22679" t="14811" r="19766" b="18544"/>
            <a:stretch>
              <a:fillRect/>
            </a:stretch>
          </p:blipFill>
          <p:spPr>
            <a:xfrm>
              <a:off x="7954338" y="203337"/>
              <a:ext cx="1275466" cy="1149452"/>
            </a:xfrm>
            <a:prstGeom prst="rect">
              <a:avLst/>
            </a:prstGeom>
          </p:spPr>
        </p:pic>
        <p:sp>
          <p:nvSpPr>
            <p:cNvPr id="18" name="Textfeld 17">
              <a:extLst>
                <a:ext uri="{FF2B5EF4-FFF2-40B4-BE49-F238E27FC236}">
                  <a16:creationId xmlns:a16="http://schemas.microsoft.com/office/drawing/2014/main" id="{65C675AF-8E56-41C5-11C4-03C87E111382}"/>
                </a:ext>
              </a:extLst>
            </p:cNvPr>
            <p:cNvSpPr txBox="1"/>
            <p:nvPr/>
          </p:nvSpPr>
          <p:spPr>
            <a:xfrm>
              <a:off x="8496319" y="1024996"/>
              <a:ext cx="622143" cy="288300"/>
            </a:xfrm>
            <a:prstGeom prst="rect">
              <a:avLst/>
            </a:prstGeom>
            <a:noFill/>
          </p:spPr>
          <p:txBody>
            <a:bodyPr wrap="none" rtlCol="0">
              <a:spAutoFit/>
            </a:bodyPr>
            <a:lstStyle/>
            <a:p>
              <a:r>
                <a:rPr lang="es-ES_tradnl" sz="1100"/>
                <a:t>(TD3)</a:t>
              </a:r>
            </a:p>
          </p:txBody>
        </p:sp>
      </p:gr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hasCustomPrompt="1"/>
          </p:nvPr>
        </p:nvSpPr>
        <p:spPr>
          <a:xfrm>
            <a:off x="1328880" y="1446792"/>
            <a:ext cx="6186487" cy="449263"/>
          </a:xfrm>
        </p:spPr>
        <p:txBody>
          <a:bodyPr/>
          <a:lstStyle>
            <a:lvl1pPr>
              <a:buNone/>
              <a:defRPr sz="2000">
                <a:latin typeface="Times New Roman" panose="02020603050405020304" pitchFamily="18" charset="0"/>
                <a:cs typeface="Times New Roman" panose="02020603050405020304" pitchFamily="18" charset="0"/>
              </a:defRPr>
            </a:lvl1pPr>
          </a:lstStyle>
          <a:p>
            <a:r>
              <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rPr>
              <a:t>Respuesta dinámica del Sector X</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94482" y="5095056"/>
            <a:ext cx="10532960" cy="1092366"/>
          </a:xfrm>
        </p:spPr>
        <p:txBody>
          <a:bodyPr/>
          <a:lstStyle>
            <a:lvl1pPr algn="ctr">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
        <p:nvSpPr>
          <p:cNvPr id="8" name="Onlinebild-Platzhalter 7">
            <a:extLst>
              <a:ext uri="{FF2B5EF4-FFF2-40B4-BE49-F238E27FC236}">
                <a16:creationId xmlns:a16="http://schemas.microsoft.com/office/drawing/2014/main" id="{FAA78FF5-2A44-C038-8C33-581E4612C4B9}"/>
              </a:ext>
            </a:extLst>
          </p:cNvPr>
          <p:cNvSpPr>
            <a:spLocks noGrp="1"/>
          </p:cNvSpPr>
          <p:nvPr>
            <p:ph type="clipArt" sz="quarter" idx="15"/>
          </p:nvPr>
        </p:nvSpPr>
        <p:spPr>
          <a:xfrm>
            <a:off x="1314868" y="2161890"/>
            <a:ext cx="9198825" cy="2744787"/>
          </a:xfrm>
        </p:spPr>
        <p:txBody>
          <a:bodyPr/>
          <a:lstStyle/>
          <a:p>
            <a:endParaRPr lang="es-ES_tradnl"/>
          </a:p>
        </p:txBody>
      </p:sp>
    </p:spTree>
    <p:extLst>
      <p:ext uri="{BB962C8B-B14F-4D97-AF65-F5344CB8AC3E}">
        <p14:creationId xmlns:p14="http://schemas.microsoft.com/office/powerpoint/2010/main" val="962637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49FD0E4-C1B7-EF1B-9D1E-24EBBF915E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6C6D2BF4-33DE-003B-E224-FAFBA571BF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3EBAEAFD-9FE1-0F50-9511-F0C4D0DCB2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897705-1F83-8E48-8CCA-1D274F213178}" type="datetimeFigureOut">
              <a:rPr lang="es-ES_tradnl" smtClean="0"/>
              <a:t>28/3/26</a:t>
            </a:fld>
            <a:endParaRPr lang="es-ES_tradnl"/>
          </a:p>
        </p:txBody>
      </p:sp>
      <p:sp>
        <p:nvSpPr>
          <p:cNvPr id="5" name="Fußzeilenplatzhalter 4">
            <a:extLst>
              <a:ext uri="{FF2B5EF4-FFF2-40B4-BE49-F238E27FC236}">
                <a16:creationId xmlns:a16="http://schemas.microsoft.com/office/drawing/2014/main" id="{6E49B452-8D1E-E66D-6957-A72068A398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Foliennummernplatzhalter 5">
            <a:extLst>
              <a:ext uri="{FF2B5EF4-FFF2-40B4-BE49-F238E27FC236}">
                <a16:creationId xmlns:a16="http://schemas.microsoft.com/office/drawing/2014/main" id="{54412596-168D-FF1B-53FF-0CB18F6386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97E5B8-F332-7A45-8E81-4C9FE38EAD7E}" type="slidenum">
              <a:rPr lang="es-ES_tradnl" smtClean="0"/>
              <a:t>‹Nr.›</a:t>
            </a:fld>
            <a:endParaRPr lang="es-ES_tradnl"/>
          </a:p>
        </p:txBody>
      </p:sp>
    </p:spTree>
    <p:extLst>
      <p:ext uri="{BB962C8B-B14F-4D97-AF65-F5344CB8AC3E}">
        <p14:creationId xmlns:p14="http://schemas.microsoft.com/office/powerpoint/2010/main" val="1039794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4.xml"/><Relationship Id="rId5" Type="http://schemas.openxmlformats.org/officeDocument/2006/relationships/image" Target="../media/image11.emf"/><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5.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72741-05F6-37C6-5526-299D6F0C69A4}"/>
            </a:ext>
          </a:extLst>
        </p:cNvPr>
        <p:cNvGrpSpPr/>
        <p:nvPr/>
      </p:nvGrpSpPr>
      <p:grpSpPr>
        <a:xfrm>
          <a:off x="0" y="0"/>
          <a:ext cx="0" cy="0"/>
          <a:chOff x="0" y="0"/>
          <a:chExt cx="0" cy="0"/>
        </a:xfrm>
      </p:grpSpPr>
      <p:sp>
        <p:nvSpPr>
          <p:cNvPr id="49" name="Rechteck 48">
            <a:extLst>
              <a:ext uri="{FF2B5EF4-FFF2-40B4-BE49-F238E27FC236}">
                <a16:creationId xmlns:a16="http://schemas.microsoft.com/office/drawing/2014/main" id="{BFABD841-F6FC-13AC-BA75-29827B9CC081}"/>
              </a:ext>
            </a:extLst>
          </p:cNvPr>
          <p:cNvSpPr/>
          <p:nvPr/>
        </p:nvSpPr>
        <p:spPr>
          <a:xfrm>
            <a:off x="-3818" y="-7820"/>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pic>
        <p:nvPicPr>
          <p:cNvPr id="16" name="Imagen3">
            <a:extLst>
              <a:ext uri="{FF2B5EF4-FFF2-40B4-BE49-F238E27FC236}">
                <a16:creationId xmlns:a16="http://schemas.microsoft.com/office/drawing/2014/main" id="{02D2B05F-8E46-70E8-1636-AC077B868580}"/>
              </a:ext>
            </a:extLst>
          </p:cNvPr>
          <p:cNvPicPr>
            <a:picLocks noChangeAspect="1"/>
          </p:cNvPicPr>
          <p:nvPr/>
        </p:nvPicPr>
        <p:blipFill>
          <a:blip r:embed="rId3"/>
          <a:stretch>
            <a:fillRect/>
          </a:stretch>
        </p:blipFill>
        <p:spPr bwMode="auto">
          <a:xfrm>
            <a:off x="9727160" y="198439"/>
            <a:ext cx="1732790" cy="866395"/>
          </a:xfrm>
          <a:prstGeom prst="rect">
            <a:avLst/>
          </a:prstGeom>
        </p:spPr>
      </p:pic>
      <p:sp>
        <p:nvSpPr>
          <p:cNvPr id="15" name="Textfeld 14">
            <a:extLst>
              <a:ext uri="{FF2B5EF4-FFF2-40B4-BE49-F238E27FC236}">
                <a16:creationId xmlns:a16="http://schemas.microsoft.com/office/drawing/2014/main" id="{96FDC0C5-0FC8-E3B9-5BB1-DA640247CEE0}"/>
              </a:ext>
            </a:extLst>
          </p:cNvPr>
          <p:cNvSpPr txBox="1"/>
          <p:nvPr/>
        </p:nvSpPr>
        <p:spPr>
          <a:xfrm>
            <a:off x="-543697" y="5622324"/>
            <a:ext cx="184731" cy="369332"/>
          </a:xfrm>
          <a:prstGeom prst="rect">
            <a:avLst/>
          </a:prstGeom>
          <a:noFill/>
        </p:spPr>
        <p:txBody>
          <a:bodyPr wrap="none" rtlCol="0">
            <a:spAutoFit/>
          </a:bodyPr>
          <a:lstStyle/>
          <a:p>
            <a:endParaRPr lang="es-ES_tradnl" noProof="1"/>
          </a:p>
        </p:txBody>
      </p:sp>
      <p:cxnSp>
        <p:nvCxnSpPr>
          <p:cNvPr id="27" name="Gerade Verbindung 26">
            <a:extLst>
              <a:ext uri="{FF2B5EF4-FFF2-40B4-BE49-F238E27FC236}">
                <a16:creationId xmlns:a16="http://schemas.microsoft.com/office/drawing/2014/main" id="{BFD26AC2-48DD-A760-5465-96ABF0644F62}"/>
              </a:ext>
            </a:extLst>
          </p:cNvPr>
          <p:cNvCxnSpPr>
            <a:cxnSpLocks/>
          </p:cNvCxnSpPr>
          <p:nvPr/>
        </p:nvCxnSpPr>
        <p:spPr>
          <a:xfrm>
            <a:off x="376884" y="1796587"/>
            <a:ext cx="9900837"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pic>
        <p:nvPicPr>
          <p:cNvPr id="2" name="Grafik 1">
            <a:extLst>
              <a:ext uri="{FF2B5EF4-FFF2-40B4-BE49-F238E27FC236}">
                <a16:creationId xmlns:a16="http://schemas.microsoft.com/office/drawing/2014/main" id="{223D7864-AB60-2936-AFF4-80DCB9ADC14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5429" t="14728" r="25176" b="10832"/>
          <a:stretch>
            <a:fillRect/>
          </a:stretch>
        </p:blipFill>
        <p:spPr>
          <a:xfrm>
            <a:off x="10593555" y="1347883"/>
            <a:ext cx="1142114" cy="824422"/>
          </a:xfrm>
          <a:prstGeom prst="rect">
            <a:avLst/>
          </a:prstGeom>
        </p:spPr>
      </p:pic>
      <p:sp>
        <p:nvSpPr>
          <p:cNvPr id="22" name="Textfeld 21">
            <a:extLst>
              <a:ext uri="{FF2B5EF4-FFF2-40B4-BE49-F238E27FC236}">
                <a16:creationId xmlns:a16="http://schemas.microsoft.com/office/drawing/2014/main" id="{B9C4445B-B584-E788-0B32-7A06FB1A6B5E}"/>
              </a:ext>
            </a:extLst>
          </p:cNvPr>
          <p:cNvSpPr txBox="1"/>
          <p:nvPr/>
        </p:nvSpPr>
        <p:spPr>
          <a:xfrm>
            <a:off x="340469" y="1382633"/>
            <a:ext cx="10169848" cy="400110"/>
          </a:xfrm>
          <a:prstGeom prst="rect">
            <a:avLst/>
          </a:prstGeom>
          <a:noFill/>
        </p:spPr>
        <p:txBody>
          <a:bodyPr wrap="square" rtlCol="0">
            <a:spAutoFit/>
          </a:bodyPr>
          <a:lstStyle/>
          <a:p>
            <a:r>
              <a:rPr lang="es-ES_tradnl" sz="2000" noProof="1">
                <a:solidFill>
                  <a:schemeClr val="tx1">
                    <a:lumMod val="75000"/>
                    <a:lumOff val="25000"/>
                  </a:schemeClr>
                </a:solidFill>
                <a:latin typeface="Times New Roman" panose="02020603050405020304" pitchFamily="18" charset="0"/>
                <a:cs typeface="Times New Roman" panose="02020603050405020304" pitchFamily="18" charset="0"/>
              </a:rPr>
              <a:t>Seguimiento y Curriculum</a:t>
            </a:r>
            <a:endParaRPr lang="es-ES_tradnl" sz="2000" b="1" noProof="1">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nvGrpSpPr>
          <p:cNvPr id="23" name="Gruppieren 22">
            <a:extLst>
              <a:ext uri="{FF2B5EF4-FFF2-40B4-BE49-F238E27FC236}">
                <a16:creationId xmlns:a16="http://schemas.microsoft.com/office/drawing/2014/main" id="{0FF11790-6EE4-F908-AE0A-369652B2C5A0}"/>
              </a:ext>
            </a:extLst>
          </p:cNvPr>
          <p:cNvGrpSpPr/>
          <p:nvPr/>
        </p:nvGrpSpPr>
        <p:grpSpPr>
          <a:xfrm>
            <a:off x="5045745" y="2137068"/>
            <a:ext cx="1625001" cy="1248093"/>
            <a:chOff x="2471323" y="3073037"/>
            <a:chExt cx="1625001" cy="1248093"/>
          </a:xfrm>
        </p:grpSpPr>
        <p:grpSp>
          <p:nvGrpSpPr>
            <p:cNvPr id="24" name="Gruppieren 23">
              <a:extLst>
                <a:ext uri="{FF2B5EF4-FFF2-40B4-BE49-F238E27FC236}">
                  <a16:creationId xmlns:a16="http://schemas.microsoft.com/office/drawing/2014/main" id="{01FD29A6-E835-AE56-BA8B-D0C94FDE972F}"/>
                </a:ext>
              </a:extLst>
            </p:cNvPr>
            <p:cNvGrpSpPr/>
            <p:nvPr/>
          </p:nvGrpSpPr>
          <p:grpSpPr>
            <a:xfrm>
              <a:off x="2471323" y="3278090"/>
              <a:ext cx="1039143" cy="1043040"/>
              <a:chOff x="7954338" y="203337"/>
              <a:chExt cx="1275466" cy="1149452"/>
            </a:xfrm>
          </p:grpSpPr>
          <p:pic>
            <p:nvPicPr>
              <p:cNvPr id="26" name="Grafik 25">
                <a:extLst>
                  <a:ext uri="{FF2B5EF4-FFF2-40B4-BE49-F238E27FC236}">
                    <a16:creationId xmlns:a16="http://schemas.microsoft.com/office/drawing/2014/main" id="{A5F73D82-4710-4979-3583-5A1F11FB8185}"/>
                  </a:ext>
                </a:extLst>
              </p:cNvPr>
              <p:cNvPicPr>
                <a:picLocks noChangeAspect="1"/>
              </p:cNvPicPr>
              <p:nvPr/>
            </p:nvPicPr>
            <p:blipFill>
              <a:blip r:embed="rId6"/>
              <a:srcRect l="22679" t="14811" r="19766" b="18544"/>
              <a:stretch>
                <a:fillRect/>
              </a:stretch>
            </p:blipFill>
            <p:spPr>
              <a:xfrm>
                <a:off x="7954338" y="203337"/>
                <a:ext cx="1275466" cy="1149452"/>
              </a:xfrm>
              <a:prstGeom prst="rect">
                <a:avLst/>
              </a:prstGeom>
            </p:spPr>
          </p:pic>
          <p:sp>
            <p:nvSpPr>
              <p:cNvPr id="29" name="Textfeld 28">
                <a:extLst>
                  <a:ext uri="{FF2B5EF4-FFF2-40B4-BE49-F238E27FC236}">
                    <a16:creationId xmlns:a16="http://schemas.microsoft.com/office/drawing/2014/main" id="{8FC0658C-4CC1-5226-0E98-9943CEFB2644}"/>
                  </a:ext>
                </a:extLst>
              </p:cNvPr>
              <p:cNvSpPr txBox="1"/>
              <p:nvPr/>
            </p:nvSpPr>
            <p:spPr>
              <a:xfrm>
                <a:off x="8496319" y="1024996"/>
                <a:ext cx="622143" cy="288300"/>
              </a:xfrm>
              <a:prstGeom prst="rect">
                <a:avLst/>
              </a:prstGeom>
              <a:noFill/>
            </p:spPr>
            <p:txBody>
              <a:bodyPr wrap="none" rtlCol="0">
                <a:spAutoFit/>
              </a:bodyPr>
              <a:lstStyle/>
              <a:p>
                <a:r>
                  <a:rPr lang="es-ES_tradnl" sz="1100" noProof="1"/>
                  <a:t>(TD3)</a:t>
                </a:r>
              </a:p>
            </p:txBody>
          </p:sp>
        </p:grpSp>
        <p:sp>
          <p:nvSpPr>
            <p:cNvPr id="25" name="Textfeld 24">
              <a:extLst>
                <a:ext uri="{FF2B5EF4-FFF2-40B4-BE49-F238E27FC236}">
                  <a16:creationId xmlns:a16="http://schemas.microsoft.com/office/drawing/2014/main" id="{74D30B46-3761-D8C4-AF2F-CC8856485BDB}"/>
                </a:ext>
              </a:extLst>
            </p:cNvPr>
            <p:cNvSpPr txBox="1"/>
            <p:nvPr/>
          </p:nvSpPr>
          <p:spPr>
            <a:xfrm>
              <a:off x="2686964" y="3073037"/>
              <a:ext cx="1409360" cy="261610"/>
            </a:xfrm>
            <a:prstGeom prst="rect">
              <a:avLst/>
            </a:prstGeom>
            <a:noFill/>
          </p:spPr>
          <p:txBody>
            <a:bodyPr wrap="none" rtlCol="0">
              <a:spAutoFit/>
            </a:bodyPr>
            <a:lstStyle/>
            <a:p>
              <a:r>
                <a:rPr lang="es-ES_tradnl" sz="1100" noProof="1"/>
                <a:t>Agente RL untrained</a:t>
              </a:r>
            </a:p>
          </p:txBody>
        </p:sp>
      </p:grpSp>
      <p:sp>
        <p:nvSpPr>
          <p:cNvPr id="30" name="Textfeld 29">
            <a:extLst>
              <a:ext uri="{FF2B5EF4-FFF2-40B4-BE49-F238E27FC236}">
                <a16:creationId xmlns:a16="http://schemas.microsoft.com/office/drawing/2014/main" id="{11C3FF77-4662-274A-069C-0BD1D146A6DE}"/>
              </a:ext>
            </a:extLst>
          </p:cNvPr>
          <p:cNvSpPr txBox="1"/>
          <p:nvPr/>
        </p:nvSpPr>
        <p:spPr>
          <a:xfrm>
            <a:off x="374790" y="256347"/>
            <a:ext cx="8271360" cy="523220"/>
          </a:xfrm>
          <a:prstGeom prst="rect">
            <a:avLst/>
          </a:prstGeom>
          <a:noFill/>
        </p:spPr>
        <p:txBody>
          <a:bodyPr wrap="square" rtlCol="0">
            <a:spAutoFit/>
          </a:bodyPr>
          <a:lstStyle/>
          <a:p>
            <a:r>
              <a:rPr lang="es-ES_tradnl" sz="2800" b="1" noProof="1">
                <a:solidFill>
                  <a:schemeClr val="bg2">
                    <a:lumMod val="10000"/>
                  </a:schemeClr>
                </a:solidFill>
                <a:latin typeface="Times New Roman" panose="02020603050405020304" pitchFamily="18" charset="0"/>
                <a:cs typeface="Times New Roman" panose="02020603050405020304" pitchFamily="18" charset="0"/>
              </a:rPr>
              <a:t>Curriculum </a:t>
            </a:r>
          </a:p>
        </p:txBody>
      </p:sp>
      <p:grpSp>
        <p:nvGrpSpPr>
          <p:cNvPr id="65" name="Gruppieren 64">
            <a:extLst>
              <a:ext uri="{FF2B5EF4-FFF2-40B4-BE49-F238E27FC236}">
                <a16:creationId xmlns:a16="http://schemas.microsoft.com/office/drawing/2014/main" id="{42ED6FD1-AC6C-E50C-EABE-AF3DECBEDB16}"/>
              </a:ext>
            </a:extLst>
          </p:cNvPr>
          <p:cNvGrpSpPr/>
          <p:nvPr/>
        </p:nvGrpSpPr>
        <p:grpSpPr>
          <a:xfrm>
            <a:off x="3540019" y="4150280"/>
            <a:ext cx="3181554" cy="2054349"/>
            <a:chOff x="6169323" y="3763075"/>
            <a:chExt cx="3181554" cy="2054349"/>
          </a:xfrm>
        </p:grpSpPr>
        <p:grpSp>
          <p:nvGrpSpPr>
            <p:cNvPr id="41" name="Gruppieren 40">
              <a:extLst>
                <a:ext uri="{FF2B5EF4-FFF2-40B4-BE49-F238E27FC236}">
                  <a16:creationId xmlns:a16="http://schemas.microsoft.com/office/drawing/2014/main" id="{010B30FE-8CAD-848A-6655-2F476F6514B0}"/>
                </a:ext>
              </a:extLst>
            </p:cNvPr>
            <p:cNvGrpSpPr/>
            <p:nvPr/>
          </p:nvGrpSpPr>
          <p:grpSpPr>
            <a:xfrm>
              <a:off x="7686988" y="4590533"/>
              <a:ext cx="1039143" cy="1226891"/>
              <a:chOff x="2340512" y="2888303"/>
              <a:chExt cx="1039143" cy="1226891"/>
            </a:xfrm>
          </p:grpSpPr>
          <p:grpSp>
            <p:nvGrpSpPr>
              <p:cNvPr id="44" name="Gruppieren 43">
                <a:extLst>
                  <a:ext uri="{FF2B5EF4-FFF2-40B4-BE49-F238E27FC236}">
                    <a16:creationId xmlns:a16="http://schemas.microsoft.com/office/drawing/2014/main" id="{B3E6F06A-EF8C-BCDF-7A42-2770C968CF6A}"/>
                  </a:ext>
                </a:extLst>
              </p:cNvPr>
              <p:cNvGrpSpPr/>
              <p:nvPr/>
            </p:nvGrpSpPr>
            <p:grpSpPr>
              <a:xfrm>
                <a:off x="2340512" y="3072154"/>
                <a:ext cx="1039143" cy="1043040"/>
                <a:chOff x="7793778" y="-23609"/>
                <a:chExt cx="1275466" cy="1149452"/>
              </a:xfrm>
            </p:grpSpPr>
            <p:pic>
              <p:nvPicPr>
                <p:cNvPr id="47" name="Grafik 46">
                  <a:extLst>
                    <a:ext uri="{FF2B5EF4-FFF2-40B4-BE49-F238E27FC236}">
                      <a16:creationId xmlns:a16="http://schemas.microsoft.com/office/drawing/2014/main" id="{ED5F4B8A-6508-42C3-6066-3DF0E7088638}"/>
                    </a:ext>
                  </a:extLst>
                </p:cNvPr>
                <p:cNvPicPr>
                  <a:picLocks noChangeAspect="1"/>
                </p:cNvPicPr>
                <p:nvPr/>
              </p:nvPicPr>
              <p:blipFill>
                <a:blip r:embed="rId6"/>
                <a:srcRect l="22679" t="14811" r="19766" b="18544"/>
                <a:stretch>
                  <a:fillRect/>
                </a:stretch>
              </p:blipFill>
              <p:spPr>
                <a:xfrm>
                  <a:off x="7793778" y="-23609"/>
                  <a:ext cx="1275466" cy="1149452"/>
                </a:xfrm>
                <a:prstGeom prst="rect">
                  <a:avLst/>
                </a:prstGeom>
              </p:spPr>
            </p:pic>
            <p:sp>
              <p:nvSpPr>
                <p:cNvPr id="48" name="Textfeld 47">
                  <a:extLst>
                    <a:ext uri="{FF2B5EF4-FFF2-40B4-BE49-F238E27FC236}">
                      <a16:creationId xmlns:a16="http://schemas.microsoft.com/office/drawing/2014/main" id="{84A38262-5BF8-D985-9E3A-4C2C7F1D1431}"/>
                    </a:ext>
                  </a:extLst>
                </p:cNvPr>
                <p:cNvSpPr txBox="1"/>
                <p:nvPr/>
              </p:nvSpPr>
              <p:spPr>
                <a:xfrm>
                  <a:off x="8402980" y="809204"/>
                  <a:ext cx="622143" cy="288300"/>
                </a:xfrm>
                <a:prstGeom prst="rect">
                  <a:avLst/>
                </a:prstGeom>
                <a:noFill/>
              </p:spPr>
              <p:txBody>
                <a:bodyPr wrap="none" rtlCol="0">
                  <a:spAutoFit/>
                </a:bodyPr>
                <a:lstStyle/>
                <a:p>
                  <a:r>
                    <a:rPr lang="es-ES_tradnl" sz="1100" noProof="1"/>
                    <a:t>(TD3)</a:t>
                  </a:r>
                </a:p>
              </p:txBody>
            </p:sp>
          </p:grpSp>
          <p:sp>
            <p:nvSpPr>
              <p:cNvPr id="45" name="Textfeld 44">
                <a:extLst>
                  <a:ext uri="{FF2B5EF4-FFF2-40B4-BE49-F238E27FC236}">
                    <a16:creationId xmlns:a16="http://schemas.microsoft.com/office/drawing/2014/main" id="{9C1203C1-F0A8-B831-0F38-2301F67D0F96}"/>
                  </a:ext>
                </a:extLst>
              </p:cNvPr>
              <p:cNvSpPr txBox="1"/>
              <p:nvPr/>
            </p:nvSpPr>
            <p:spPr>
              <a:xfrm>
                <a:off x="2405471" y="2888303"/>
                <a:ext cx="862737" cy="261610"/>
              </a:xfrm>
              <a:prstGeom prst="rect">
                <a:avLst/>
              </a:prstGeom>
              <a:noFill/>
            </p:spPr>
            <p:txBody>
              <a:bodyPr wrap="none" rtlCol="0">
                <a:spAutoFit/>
              </a:bodyPr>
              <a:lstStyle/>
              <a:p>
                <a:r>
                  <a:rPr lang="es-ES_tradnl" sz="1100" noProof="1"/>
                  <a:t>Agente 100</a:t>
                </a:r>
              </a:p>
            </p:txBody>
          </p:sp>
        </p:grpSp>
        <p:sp>
          <p:nvSpPr>
            <p:cNvPr id="43" name="Textfeld 42">
              <a:extLst>
                <a:ext uri="{FF2B5EF4-FFF2-40B4-BE49-F238E27FC236}">
                  <a16:creationId xmlns:a16="http://schemas.microsoft.com/office/drawing/2014/main" id="{A808D9AA-5132-E2F1-5528-8FE0F05DFFAE}"/>
                </a:ext>
              </a:extLst>
            </p:cNvPr>
            <p:cNvSpPr txBox="1"/>
            <p:nvPr/>
          </p:nvSpPr>
          <p:spPr>
            <a:xfrm>
              <a:off x="6169323" y="5103715"/>
              <a:ext cx="1529586" cy="430887"/>
            </a:xfrm>
            <a:prstGeom prst="rect">
              <a:avLst/>
            </a:prstGeom>
            <a:noFill/>
          </p:spPr>
          <p:txBody>
            <a:bodyPr wrap="none" rtlCol="0">
              <a:spAutoFit/>
            </a:bodyPr>
            <a:lstStyle/>
            <a:p>
              <a:r>
                <a:rPr lang="es-ES_tradnl" sz="1100" b="1" noProof="1"/>
                <a:t>Agente seleccionado</a:t>
              </a:r>
            </a:p>
            <a:p>
              <a:r>
                <a:rPr lang="es-ES_tradnl" sz="1100" noProof="1"/>
                <a:t>Checkpoint100</a:t>
              </a:r>
            </a:p>
          </p:txBody>
        </p:sp>
        <p:sp>
          <p:nvSpPr>
            <p:cNvPr id="57" name="Textfeld 56">
              <a:extLst>
                <a:ext uri="{FF2B5EF4-FFF2-40B4-BE49-F238E27FC236}">
                  <a16:creationId xmlns:a16="http://schemas.microsoft.com/office/drawing/2014/main" id="{76CDE660-5C96-A272-42A1-9BCE0B9B57D5}"/>
                </a:ext>
              </a:extLst>
            </p:cNvPr>
            <p:cNvSpPr txBox="1"/>
            <p:nvPr/>
          </p:nvSpPr>
          <p:spPr>
            <a:xfrm>
              <a:off x="7015754" y="3763075"/>
              <a:ext cx="2335123" cy="600164"/>
            </a:xfrm>
            <a:prstGeom prst="rect">
              <a:avLst/>
            </a:prstGeom>
            <a:solidFill>
              <a:schemeClr val="accent6">
                <a:lumMod val="20000"/>
                <a:lumOff val="80000"/>
              </a:schemeClr>
            </a:solidFill>
            <a:ln>
              <a:noFill/>
            </a:ln>
          </p:spPr>
          <p:txBody>
            <a:bodyPr wrap="square" rtlCol="0">
              <a:spAutoFit/>
            </a:bodyPr>
            <a:lstStyle/>
            <a:p>
              <a:r>
                <a:rPr lang="es-ES_tradnl" sz="1100" noProof="1"/>
                <a:t>Entrenamiento: </a:t>
              </a:r>
            </a:p>
            <a:p>
              <a:r>
                <a:rPr lang="es-ES_tradnl" sz="1100" noProof="1"/>
                <a:t>Scen32, Reward_SystemF2</a:t>
              </a:r>
            </a:p>
            <a:p>
              <a:r>
                <a:rPr lang="es-ES_tradnl" sz="1100" noProof="1"/>
                <a:t>Run_x316, 1100eps</a:t>
              </a:r>
            </a:p>
          </p:txBody>
        </p:sp>
      </p:grpSp>
      <p:cxnSp>
        <p:nvCxnSpPr>
          <p:cNvPr id="8" name="Gerade Verbindung mit Pfeil 7">
            <a:extLst>
              <a:ext uri="{FF2B5EF4-FFF2-40B4-BE49-F238E27FC236}">
                <a16:creationId xmlns:a16="http://schemas.microsoft.com/office/drawing/2014/main" id="{61FC2078-E3EC-1F4C-C929-D272F3008CEF}"/>
              </a:ext>
            </a:extLst>
          </p:cNvPr>
          <p:cNvCxnSpPr>
            <a:stCxn id="26" idx="2"/>
            <a:endCxn id="57" idx="0"/>
          </p:cNvCxnSpPr>
          <p:nvPr/>
        </p:nvCxnSpPr>
        <p:spPr>
          <a:xfrm flipH="1">
            <a:off x="5554012" y="3385161"/>
            <a:ext cx="11305" cy="765119"/>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Fußzeilenplatzhalter 2">
            <a:extLst>
              <a:ext uri="{FF2B5EF4-FFF2-40B4-BE49-F238E27FC236}">
                <a16:creationId xmlns:a16="http://schemas.microsoft.com/office/drawing/2014/main" id="{F1626368-2EFD-707B-112E-F82990B6D6B4}"/>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902862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C2FEFAB5-5D5F-F77E-447A-47A2BC745DEB}"/>
              </a:ext>
            </a:extLst>
          </p:cNvPr>
          <p:cNvSpPr>
            <a:spLocks noGrp="1"/>
          </p:cNvSpPr>
          <p:nvPr>
            <p:ph type="body" sz="quarter" idx="12"/>
          </p:nvPr>
        </p:nvSpPr>
        <p:spPr/>
        <p:txBody>
          <a:bodyPr/>
          <a:lstStyle/>
          <a:p>
            <a:r>
              <a:rPr lang="es-ES_tradnl" noProof="1">
                <a:solidFill>
                  <a:schemeClr val="tx1">
                    <a:lumMod val="75000"/>
                    <a:lumOff val="25000"/>
                  </a:schemeClr>
                </a:solidFill>
              </a:rPr>
              <a:t>Curva de Aprendizaje y Métricas. Agente1100</a:t>
            </a:r>
          </a:p>
          <a:p>
            <a:endParaRPr lang="es-ES_tradnl" dirty="0"/>
          </a:p>
        </p:txBody>
      </p:sp>
      <p:pic>
        <p:nvPicPr>
          <p:cNvPr id="6" name="Onlinebild-Platzhalter 5">
            <a:extLst>
              <a:ext uri="{FF2B5EF4-FFF2-40B4-BE49-F238E27FC236}">
                <a16:creationId xmlns:a16="http://schemas.microsoft.com/office/drawing/2014/main" id="{20260023-7373-E52D-A542-FDD75B97C373}"/>
              </a:ext>
            </a:extLst>
          </p:cNvPr>
          <p:cNvPicPr>
            <a:picLocks noGrp="1" noChangeAspect="1"/>
          </p:cNvPicPr>
          <p:nvPr>
            <p:ph type="clipArt" sz="quarter" idx="15"/>
          </p:nvPr>
        </p:nvPicPr>
        <p:blipFill>
          <a:blip r:embed="rId2"/>
          <a:stretch>
            <a:fillRect/>
          </a:stretch>
        </p:blipFill>
        <p:spPr>
          <a:xfrm>
            <a:off x="374650" y="2970357"/>
            <a:ext cx="5991225" cy="2611148"/>
          </a:xfrm>
          <a:prstGeom prst="rect">
            <a:avLst/>
          </a:prstGeom>
        </p:spPr>
      </p:pic>
      <mc:AlternateContent xmlns:mc="http://schemas.openxmlformats.org/markup-compatibility/2006">
        <mc:Choice xmlns:a14="http://schemas.microsoft.com/office/drawing/2010/main" Requires="a14">
          <p:graphicFrame>
            <p:nvGraphicFramePr>
              <p:cNvPr id="5" name="Inhaltsplatzhalter 28">
                <a:extLst>
                  <a:ext uri="{FF2B5EF4-FFF2-40B4-BE49-F238E27FC236}">
                    <a16:creationId xmlns:a16="http://schemas.microsoft.com/office/drawing/2014/main" id="{9FB6A279-E7FB-46F4-1FFA-045C13CF3190}"/>
                  </a:ext>
                </a:extLst>
              </p:cNvPr>
              <p:cNvGraphicFramePr>
                <a:graphicFrameLocks noGrp="1"/>
              </p:cNvGraphicFramePr>
              <p:nvPr>
                <p:ph sz="quarter" idx="14"/>
              </p:nvPr>
            </p:nvGraphicFramePr>
            <p:xfrm>
              <a:off x="6556375" y="2636838"/>
              <a:ext cx="5190134" cy="3587242"/>
            </p:xfrm>
            <a:graphic>
              <a:graphicData uri="http://schemas.openxmlformats.org/drawingml/2006/table">
                <a:tbl>
                  <a:tblPr firstRow="1" firstCol="1" bandRow="1">
                    <a:tableStyleId>{5C22544A-7EE6-4342-B048-85BDC9FD1C3A}</a:tableStyleId>
                  </a:tblPr>
                  <a:tblGrid>
                    <a:gridCol w="1212478">
                      <a:extLst>
                        <a:ext uri="{9D8B030D-6E8A-4147-A177-3AD203B41FA5}">
                          <a16:colId xmlns:a16="http://schemas.microsoft.com/office/drawing/2014/main" val="2405561049"/>
                        </a:ext>
                      </a:extLst>
                    </a:gridCol>
                    <a:gridCol w="605933">
                      <a:extLst>
                        <a:ext uri="{9D8B030D-6E8A-4147-A177-3AD203B41FA5}">
                          <a16:colId xmlns:a16="http://schemas.microsoft.com/office/drawing/2014/main" val="488062266"/>
                        </a:ext>
                      </a:extLst>
                    </a:gridCol>
                    <a:gridCol w="678620">
                      <a:extLst>
                        <a:ext uri="{9D8B030D-6E8A-4147-A177-3AD203B41FA5}">
                          <a16:colId xmlns:a16="http://schemas.microsoft.com/office/drawing/2014/main" val="1893478119"/>
                        </a:ext>
                      </a:extLst>
                    </a:gridCol>
                    <a:gridCol w="244939">
                      <a:extLst>
                        <a:ext uri="{9D8B030D-6E8A-4147-A177-3AD203B41FA5}">
                          <a16:colId xmlns:a16="http://schemas.microsoft.com/office/drawing/2014/main" val="3116834067"/>
                        </a:ext>
                      </a:extLst>
                    </a:gridCol>
                    <a:gridCol w="1308376">
                      <a:extLst>
                        <a:ext uri="{9D8B030D-6E8A-4147-A177-3AD203B41FA5}">
                          <a16:colId xmlns:a16="http://schemas.microsoft.com/office/drawing/2014/main" val="2774520855"/>
                        </a:ext>
                      </a:extLst>
                    </a:gridCol>
                    <a:gridCol w="538742">
                      <a:extLst>
                        <a:ext uri="{9D8B030D-6E8A-4147-A177-3AD203B41FA5}">
                          <a16:colId xmlns:a16="http://schemas.microsoft.com/office/drawing/2014/main" val="1733927255"/>
                        </a:ext>
                      </a:extLst>
                    </a:gridCol>
                    <a:gridCol w="601046">
                      <a:extLst>
                        <a:ext uri="{9D8B030D-6E8A-4147-A177-3AD203B41FA5}">
                          <a16:colId xmlns:a16="http://schemas.microsoft.com/office/drawing/2014/main" val="798805586"/>
                        </a:ext>
                      </a:extLst>
                    </a:gridCol>
                  </a:tblGrid>
                  <a:tr h="0">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Training Stats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Advanced Agent Options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757476921"/>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49351327"/>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Total de episodios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𝑁</m:t>
                                    </m:r>
                                  </m:e>
                                  <m:sub>
                                    <m:r>
                                      <a:rPr lang="es-ES_tradnl" sz="900" noProof="1" dirty="0" smtClean="0">
                                        <a:solidFill>
                                          <a:schemeClr val="tx1"/>
                                        </a:solidFill>
                                        <a:effectLst/>
                                        <a:latin typeface="Cambria Math" panose="02040503050406030204" pitchFamily="18" charset="0"/>
                                      </a:rPr>
                                      <m:t>𝑒𝑝</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1100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Tiempo muestreo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𝑇</m:t>
                                    </m:r>
                                  </m:e>
                                  <m:sub>
                                    <m:r>
                                      <a:rPr lang="es-ES_tradnl" sz="900" noProof="1" dirty="0" smtClean="0">
                                        <a:solidFill>
                                          <a:schemeClr val="tx1"/>
                                        </a:solidFill>
                                        <a:effectLst/>
                                        <a:latin typeface="Cambria Math" panose="02040503050406030204" pitchFamily="18" charset="0"/>
                                      </a:rPr>
                                      <m:t>𝑠</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oFill/>
                      </a:tcPr>
                    </a:tc>
                    <a:extLst>
                      <a:ext uri="{0D108BD9-81ED-4DB2-BD59-A6C34878D82A}">
                        <a16:rowId xmlns:a16="http://schemas.microsoft.com/office/drawing/2014/main" val="3651999875"/>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total último episodio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𝑅</m:t>
                                    </m:r>
                                  </m:e>
                                  <m:sub>
                                    <m:r>
                                      <a:rPr lang="es-ES_tradnl" sz="900" noProof="1" dirty="0" smtClean="0">
                                        <a:solidFill>
                                          <a:schemeClr val="tx1"/>
                                        </a:solidFill>
                                        <a:effectLst/>
                                        <a:latin typeface="Cambria Math" panose="02040503050406030204" pitchFamily="18" charset="0"/>
                                      </a:rPr>
                                      <m:t>𝑒𝑝</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-495.652</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Factor descuento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𝛾</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0.99</a:t>
                          </a:r>
                        </a:p>
                      </a:txBody>
                      <a:tcPr marL="68580" marR="68580" marT="0" marB="0">
                        <a:noFill/>
                      </a:tcPr>
                    </a:tc>
                    <a:extLst>
                      <a:ext uri="{0D108BD9-81ED-4DB2-BD59-A6C34878D82A}">
                        <a16:rowId xmlns:a16="http://schemas.microsoft.com/office/drawing/2014/main" val="155318919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Media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acc>
                                  <m:accPr>
                                    <m:chr m:val="̅"/>
                                    <m:ctrlPr>
                                      <a:rPr lang="es-ES_tradnl" sz="900" i="1" noProof="1" dirty="0" smtClean="0">
                                        <a:solidFill>
                                          <a:schemeClr val="tx1"/>
                                        </a:solidFill>
                                        <a:effectLst/>
                                        <a:latin typeface="Cambria Math" panose="02040503050406030204" pitchFamily="18" charset="0"/>
                                      </a:rPr>
                                    </m:ctrlPr>
                                  </m:accPr>
                                  <m:e>
                                    <m:r>
                                      <a:rPr lang="es-ES_tradnl" sz="900" noProof="1" dirty="0" smtClean="0">
                                        <a:solidFill>
                                          <a:schemeClr val="tx1"/>
                                        </a:solidFill>
                                        <a:effectLst/>
                                        <a:latin typeface="Cambria Math" panose="02040503050406030204" pitchFamily="18" charset="0"/>
                                      </a:rPr>
                                      <m:t>𝑅</m:t>
                                    </m:r>
                                  </m:e>
                                </m:acc>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-528.005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Batchize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𝐵</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64</a:t>
                          </a:r>
                        </a:p>
                      </a:txBody>
                      <a:tcPr marL="68580" marR="68580" marT="0" marB="0">
                        <a:noFill/>
                      </a:tcPr>
                    </a:tc>
                    <a:extLst>
                      <a:ext uri="{0D108BD9-81ED-4DB2-BD59-A6C34878D82A}">
                        <a16:rowId xmlns:a16="http://schemas.microsoft.com/office/drawing/2014/main" val="236950445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Pasos último episodio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Exp. Buffer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oFill/>
                      </a:tcPr>
                    </a:tc>
                    <a:extLst>
                      <a:ext uri="{0D108BD9-81ED-4DB2-BD59-A6C34878D82A}">
                        <a16:rowId xmlns:a16="http://schemas.microsoft.com/office/drawing/2014/main" val="221870570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Número total de pasos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𝑁</m:t>
                                    </m:r>
                                  </m:e>
                                  <m:sub>
                                    <m:r>
                                      <a:rPr lang="es-ES_tradnl" sz="900" noProof="1" dirty="0" smtClean="0">
                                        <a:solidFill>
                                          <a:schemeClr val="tx1"/>
                                        </a:solidFill>
                                        <a:effectLst/>
                                        <a:latin typeface="Cambria Math" panose="02040503050406030204" pitchFamily="18" charset="0"/>
                                      </a:rPr>
                                      <m:t>𝑠𝑡𝑒𝑝𝑠</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660000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Modo del Buffer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Reset</a:t>
                          </a:r>
                        </a:p>
                      </a:txBody>
                      <a:tcPr marL="68580" marR="68580" marT="0" marB="0">
                        <a:noFill/>
                      </a:tcPr>
                    </a:tc>
                    <a:extLst>
                      <a:ext uri="{0D108BD9-81ED-4DB2-BD59-A6C34878D82A}">
                        <a16:rowId xmlns:a16="http://schemas.microsoft.com/office/drawing/2014/main" val="162980202"/>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Promedio pasos/eps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𝛼</m:t>
                                    </m:r>
                                  </m:e>
                                  <m:sub>
                                    <m:r>
                                      <a:rPr lang="es-ES_tradnl" sz="900" noProof="1" dirty="0" smtClean="0">
                                        <a:solidFill>
                                          <a:schemeClr val="tx1"/>
                                        </a:solidFill>
                                        <a:effectLst/>
                                        <a:latin typeface="Cambria Math" panose="02040503050406030204" pitchFamily="18" charset="0"/>
                                      </a:rPr>
                                      <m:t>𝑎</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1.0000e-04</a:t>
                          </a:r>
                        </a:p>
                      </a:txBody>
                      <a:tcPr marL="68580" marR="68580" marT="0" marB="0">
                        <a:noFill/>
                      </a:tcPr>
                    </a:tc>
                    <a:extLst>
                      <a:ext uri="{0D108BD9-81ED-4DB2-BD59-A6C34878D82A}">
                        <a16:rowId xmlns:a16="http://schemas.microsoft.com/office/drawing/2014/main" val="2246294582"/>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Valor Q estimado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𝑄</m:t>
                                    </m:r>
                                  </m:e>
                                  <m:sub>
                                    <m:r>
                                      <a:rPr lang="es-ES_tradnl" sz="900" noProof="1" dirty="0" smtClean="0">
                                        <a:solidFill>
                                          <a:schemeClr val="tx1"/>
                                        </a:solidFill>
                                        <a:effectLst/>
                                        <a:latin typeface="Cambria Math" panose="02040503050406030204" pitchFamily="18" charset="0"/>
                                      </a:rPr>
                                      <m:t>0</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-129.333</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2461838232"/>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𝛼</m:t>
                                    </m:r>
                                  </m:e>
                                  <m:sub>
                                    <m:r>
                                      <a:rPr lang="es-ES_tradnl" sz="900" noProof="1" dirty="0" smtClean="0">
                                        <a:solidFill>
                                          <a:schemeClr val="tx1"/>
                                        </a:solidFill>
                                        <a:effectLst/>
                                        <a:latin typeface="Cambria Math" panose="02040503050406030204" pitchFamily="18" charset="0"/>
                                      </a:rPr>
                                      <m:t>𝑐</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7.0000e-04</a:t>
                          </a:r>
                        </a:p>
                      </a:txBody>
                      <a:tcPr marL="68580" marR="68580" marT="0" marB="0">
                        <a:noFill/>
                      </a:tcPr>
                    </a:tc>
                    <a:extLst>
                      <a:ext uri="{0D108BD9-81ED-4DB2-BD59-A6C34878D82A}">
                        <a16:rowId xmlns:a16="http://schemas.microsoft.com/office/drawing/2014/main" val="1074147338"/>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1323057893"/>
                      </a:ext>
                    </a:extLst>
                  </a:tr>
                  <a:tr h="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Coeficiente actualización suave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𝜏</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0.005</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763709122"/>
                      </a:ext>
                    </a:extLst>
                  </a:tr>
                  <a:tr h="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gridSpan="5">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91244666"/>
                      </a:ext>
                    </a:extLst>
                  </a:tr>
                  <a:tr h="0">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Exploration Gaussian Model</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 </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Target Policy Smoothing</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292615868"/>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0.3162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5791803"/>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𝜎</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𝜎</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0.2</a:t>
                          </a:r>
                        </a:p>
                      </a:txBody>
                      <a:tcPr marL="68580" marR="68580" marT="0" marB="0">
                        <a:noFill/>
                      </a:tcPr>
                    </a:tc>
                    <a:extLst>
                      <a:ext uri="{0D108BD9-81ED-4DB2-BD59-A6C34878D82A}">
                        <a16:rowId xmlns:a16="http://schemas.microsoft.com/office/drawing/2014/main" val="2266937107"/>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Mean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𝜇</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Mean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𝜇</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extLst>
                      <a:ext uri="{0D108BD9-81ED-4DB2-BD59-A6C34878D82A}">
                        <a16:rowId xmlns:a16="http://schemas.microsoft.com/office/drawing/2014/main" val="202302959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Lower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Lower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1473547265"/>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Upper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1.7442e-06</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Upper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212754715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𝜆</m:t>
                                    </m:r>
                                  </m:e>
                                  <m:sub>
                                    <m:r>
                                      <a:rPr lang="es-ES_tradnl" sz="900" noProof="1" dirty="0" smtClean="0">
                                        <a:solidFill>
                                          <a:schemeClr val="tx1"/>
                                        </a:solidFill>
                                        <a:effectLst/>
                                        <a:latin typeface="Cambria Math" panose="02040503050406030204" pitchFamily="18" charset="0"/>
                                      </a:rPr>
                                      <m:t>𝜎</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𝜆</m:t>
                                    </m:r>
                                  </m:e>
                                  <m:sub>
                                    <m:r>
                                      <a:rPr lang="es-ES_tradnl" sz="900" noProof="1" dirty="0" smtClean="0">
                                        <a:solidFill>
                                          <a:schemeClr val="tx1"/>
                                        </a:solidFill>
                                        <a:effectLst/>
                                        <a:latin typeface="Cambria Math" panose="02040503050406030204" pitchFamily="18" charset="0"/>
                                      </a:rPr>
                                      <m:t>𝜎</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4.9929e-06</a:t>
                          </a:r>
                        </a:p>
                      </a:txBody>
                      <a:tcPr marL="68580" marR="68580" marT="0" marB="0">
                        <a:noFill/>
                      </a:tcPr>
                    </a:tc>
                    <a:extLst>
                      <a:ext uri="{0D108BD9-81ED-4DB2-BD59-A6C34878D82A}">
                        <a16:rowId xmlns:a16="http://schemas.microsoft.com/office/drawing/2014/main" val="1513717025"/>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min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𝜎</m:t>
                                    </m:r>
                                  </m:e>
                                  <m:sub>
                                    <m:r>
                                      <a:rPr lang="es-ES_tradnl" sz="900" noProof="1" dirty="0" smtClean="0">
                                        <a:solidFill>
                                          <a:schemeClr val="tx1"/>
                                        </a:solidFill>
                                        <a:effectLst/>
                                        <a:latin typeface="Cambria Math" panose="02040503050406030204" pitchFamily="18" charset="0"/>
                                      </a:rPr>
                                      <m:t>𝑚𝑖𝑛</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0.3162</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min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𝜎</m:t>
                                    </m:r>
                                  </m:e>
                                  <m:sub>
                                    <m:r>
                                      <a:rPr lang="es-ES_tradnl" sz="900" noProof="1" dirty="0" smtClean="0">
                                        <a:solidFill>
                                          <a:schemeClr val="tx1"/>
                                        </a:solidFill>
                                        <a:effectLst/>
                                        <a:latin typeface="Cambria Math" panose="02040503050406030204" pitchFamily="18" charset="0"/>
                                      </a:rPr>
                                      <m:t>𝑚𝑖𝑛</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oFill/>
                      </a:tcPr>
                    </a:tc>
                    <a:extLst>
                      <a:ext uri="{0D108BD9-81ED-4DB2-BD59-A6C34878D82A}">
                        <a16:rowId xmlns:a16="http://schemas.microsoft.com/office/drawing/2014/main" val="136909902"/>
                      </a:ext>
                    </a:extLst>
                  </a:tr>
                </a:tbl>
              </a:graphicData>
            </a:graphic>
          </p:graphicFrame>
        </mc:Choice>
        <mc:Fallback>
          <p:graphicFrame>
            <p:nvGraphicFramePr>
              <p:cNvPr id="5" name="Inhaltsplatzhalter 28">
                <a:extLst>
                  <a:ext uri="{FF2B5EF4-FFF2-40B4-BE49-F238E27FC236}">
                    <a16:creationId xmlns:a16="http://schemas.microsoft.com/office/drawing/2014/main" id="{9FB6A279-E7FB-46F4-1FFA-045C13CF3190}"/>
                  </a:ext>
                </a:extLst>
              </p:cNvPr>
              <p:cNvGraphicFramePr>
                <a:graphicFrameLocks noGrp="1"/>
              </p:cNvGraphicFramePr>
              <p:nvPr>
                <p:ph sz="quarter" idx="14"/>
              </p:nvPr>
            </p:nvGraphicFramePr>
            <p:xfrm>
              <a:off x="6556375" y="2636838"/>
              <a:ext cx="5190134" cy="3587242"/>
            </p:xfrm>
            <a:graphic>
              <a:graphicData uri="http://schemas.openxmlformats.org/drawingml/2006/table">
                <a:tbl>
                  <a:tblPr firstRow="1" firstCol="1" bandRow="1">
                    <a:tableStyleId>{5C22544A-7EE6-4342-B048-85BDC9FD1C3A}</a:tableStyleId>
                  </a:tblPr>
                  <a:tblGrid>
                    <a:gridCol w="1212478">
                      <a:extLst>
                        <a:ext uri="{9D8B030D-6E8A-4147-A177-3AD203B41FA5}">
                          <a16:colId xmlns:a16="http://schemas.microsoft.com/office/drawing/2014/main" val="2405561049"/>
                        </a:ext>
                      </a:extLst>
                    </a:gridCol>
                    <a:gridCol w="605933">
                      <a:extLst>
                        <a:ext uri="{9D8B030D-6E8A-4147-A177-3AD203B41FA5}">
                          <a16:colId xmlns:a16="http://schemas.microsoft.com/office/drawing/2014/main" val="488062266"/>
                        </a:ext>
                      </a:extLst>
                    </a:gridCol>
                    <a:gridCol w="678620">
                      <a:extLst>
                        <a:ext uri="{9D8B030D-6E8A-4147-A177-3AD203B41FA5}">
                          <a16:colId xmlns:a16="http://schemas.microsoft.com/office/drawing/2014/main" val="1893478119"/>
                        </a:ext>
                      </a:extLst>
                    </a:gridCol>
                    <a:gridCol w="244939">
                      <a:extLst>
                        <a:ext uri="{9D8B030D-6E8A-4147-A177-3AD203B41FA5}">
                          <a16:colId xmlns:a16="http://schemas.microsoft.com/office/drawing/2014/main" val="3116834067"/>
                        </a:ext>
                      </a:extLst>
                    </a:gridCol>
                    <a:gridCol w="1308376">
                      <a:extLst>
                        <a:ext uri="{9D8B030D-6E8A-4147-A177-3AD203B41FA5}">
                          <a16:colId xmlns:a16="http://schemas.microsoft.com/office/drawing/2014/main" val="2774520855"/>
                        </a:ext>
                      </a:extLst>
                    </a:gridCol>
                    <a:gridCol w="538742">
                      <a:extLst>
                        <a:ext uri="{9D8B030D-6E8A-4147-A177-3AD203B41FA5}">
                          <a16:colId xmlns:a16="http://schemas.microsoft.com/office/drawing/2014/main" val="1733927255"/>
                        </a:ext>
                      </a:extLst>
                    </a:gridCol>
                    <a:gridCol w="601046">
                      <a:extLst>
                        <a:ext uri="{9D8B030D-6E8A-4147-A177-3AD203B41FA5}">
                          <a16:colId xmlns:a16="http://schemas.microsoft.com/office/drawing/2014/main" val="798805586"/>
                        </a:ext>
                      </a:extLst>
                    </a:gridCol>
                  </a:tblGrid>
                  <a:tr h="137160">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Training Stats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Advanced Agent Options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757476921"/>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49351327"/>
                      </a:ext>
                    </a:extLst>
                  </a:tr>
                  <a:tr h="147701">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Total de episodios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3"/>
                          <a:stretch>
                            <a:fillRect l="-206383" t="-227273" r="-570213" b="-232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1100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Tiempo muestreo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227273" r="-113953" b="-232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oFill/>
                      </a:tcPr>
                    </a:tc>
                    <a:extLst>
                      <a:ext uri="{0D108BD9-81ED-4DB2-BD59-A6C34878D82A}">
                        <a16:rowId xmlns:a16="http://schemas.microsoft.com/office/drawing/2014/main" val="3651999875"/>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total último episodio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3"/>
                          <a:stretch>
                            <a:fillRect l="-206383" t="-163636" r="-570213" b="-1063636"/>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-495.652</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Factor descuento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163636" r="-113953" b="-1063636"/>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0.99</a:t>
                          </a:r>
                        </a:p>
                      </a:txBody>
                      <a:tcPr marL="68580" marR="68580" marT="0" marB="0">
                        <a:noFill/>
                      </a:tcPr>
                    </a:tc>
                    <a:extLst>
                      <a:ext uri="{0D108BD9-81ED-4DB2-BD59-A6C34878D82A}">
                        <a16:rowId xmlns:a16="http://schemas.microsoft.com/office/drawing/2014/main" val="1553189194"/>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Media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3"/>
                          <a:stretch>
                            <a:fillRect l="-206383" t="-527273" r="-570213" b="-202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-528.005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Batchize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527273" r="-113953" b="-202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64</a:t>
                          </a:r>
                        </a:p>
                      </a:txBody>
                      <a:tcPr marL="68580" marR="68580" marT="0" marB="0">
                        <a:noFill/>
                      </a:tcPr>
                    </a:tc>
                    <a:extLst>
                      <a:ext uri="{0D108BD9-81ED-4DB2-BD59-A6C34878D82A}">
                        <a16:rowId xmlns:a16="http://schemas.microsoft.com/office/drawing/2014/main" val="2369504454"/>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Pasos último episodio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Exp. Buffer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oFill/>
                      </a:tcPr>
                    </a:tc>
                    <a:extLst>
                      <a:ext uri="{0D108BD9-81ED-4DB2-BD59-A6C34878D82A}">
                        <a16:rowId xmlns:a16="http://schemas.microsoft.com/office/drawing/2014/main" val="2218705704"/>
                      </a:ext>
                    </a:extLst>
                  </a:tr>
                  <a:tr h="147701">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Número total de pasos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3"/>
                          <a:stretch>
                            <a:fillRect l="-206383" t="-666667" r="-570213" b="-1666667"/>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660000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Modo del Buffer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Reset</a:t>
                          </a:r>
                        </a:p>
                      </a:txBody>
                      <a:tcPr marL="68580" marR="68580" marT="0" marB="0">
                        <a:noFill/>
                      </a:tcPr>
                    </a:tc>
                    <a:extLst>
                      <a:ext uri="{0D108BD9-81ED-4DB2-BD59-A6C34878D82A}">
                        <a16:rowId xmlns:a16="http://schemas.microsoft.com/office/drawing/2014/main" val="162980202"/>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Promedio pasos/eps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438095" r="-113953" b="-852381"/>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1.0000e-04</a:t>
                          </a:r>
                        </a:p>
                      </a:txBody>
                      <a:tcPr marL="68580" marR="68580" marT="0" marB="0">
                        <a:noFill/>
                      </a:tcPr>
                    </a:tc>
                    <a:extLst>
                      <a:ext uri="{0D108BD9-81ED-4DB2-BD59-A6C34878D82A}">
                        <a16:rowId xmlns:a16="http://schemas.microsoft.com/office/drawing/2014/main" val="2246294582"/>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Valor Q estimado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3"/>
                          <a:stretch>
                            <a:fillRect l="-206383" t="-1027273" r="-570213" b="-152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-129.333</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2461838232"/>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563636" r="-113953" b="-663636"/>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7.0000e-04</a:t>
                          </a:r>
                        </a:p>
                      </a:txBody>
                      <a:tcPr marL="68580" marR="68580" marT="0" marB="0">
                        <a:noFill/>
                      </a:tcPr>
                    </a:tc>
                    <a:extLst>
                      <a:ext uri="{0D108BD9-81ED-4DB2-BD59-A6C34878D82A}">
                        <a16:rowId xmlns:a16="http://schemas.microsoft.com/office/drawing/2014/main" val="1074147338"/>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1323057893"/>
                      </a:ext>
                    </a:extLst>
                  </a:tr>
                  <a:tr h="27432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Coeficiente actualización suave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747619" r="-113953" b="-542857"/>
                          </a:stretch>
                        </a:blip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0.005</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763709122"/>
                      </a:ext>
                    </a:extLst>
                  </a:tr>
                  <a:tr h="13716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gridSpan="5">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91244666"/>
                      </a:ext>
                    </a:extLst>
                  </a:tr>
                  <a:tr h="137160">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Exploration Gaussian Model</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 </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Target Policy Smoothing</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292615868"/>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0.3162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5791803"/>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206383" t="-1918182" r="-570213" b="-6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1918182" r="-113953" b="-6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0.2</a:t>
                          </a:r>
                        </a:p>
                      </a:txBody>
                      <a:tcPr marL="68580" marR="68580" marT="0" marB="0">
                        <a:noFill/>
                      </a:tcPr>
                    </a:tc>
                    <a:extLst>
                      <a:ext uri="{0D108BD9-81ED-4DB2-BD59-A6C34878D82A}">
                        <a16:rowId xmlns:a16="http://schemas.microsoft.com/office/drawing/2014/main" val="2266937107"/>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Mean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206383" t="-2018182" r="-570213" b="-5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Mean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2018182" r="-113953" b="-5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extLst>
                      <a:ext uri="{0D108BD9-81ED-4DB2-BD59-A6C34878D82A}">
                        <a16:rowId xmlns:a16="http://schemas.microsoft.com/office/drawing/2014/main" val="2023029594"/>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Lower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Lower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1473547265"/>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Upper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1.7442e-06</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Upper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2127547154"/>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206383" t="-1154545" r="-570213" b="-72727"/>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1154545" r="-113953" b="-72727"/>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4.9929e-06</a:t>
                          </a:r>
                        </a:p>
                      </a:txBody>
                      <a:tcPr marL="68580" marR="68580" marT="0" marB="0">
                        <a:noFill/>
                      </a:tcPr>
                    </a:tc>
                    <a:extLst>
                      <a:ext uri="{0D108BD9-81ED-4DB2-BD59-A6C34878D82A}">
                        <a16:rowId xmlns:a16="http://schemas.microsoft.com/office/drawing/2014/main" val="1513717025"/>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min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206383" t="-2509091" r="-570213" b="-4545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0.3162</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min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3"/>
                          <a:stretch>
                            <a:fillRect l="-744186" t="-2509091" r="-113953" b="-4545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oFill/>
                      </a:tcPr>
                    </a:tc>
                    <a:extLst>
                      <a:ext uri="{0D108BD9-81ED-4DB2-BD59-A6C34878D82A}">
                        <a16:rowId xmlns:a16="http://schemas.microsoft.com/office/drawing/2014/main" val="136909902"/>
                      </a:ext>
                    </a:extLst>
                  </a:tr>
                </a:tbl>
              </a:graphicData>
            </a:graphic>
          </p:graphicFrame>
        </mc:Fallback>
      </mc:AlternateContent>
      <p:sp>
        <p:nvSpPr>
          <p:cNvPr id="8" name="Textfeld 7">
            <a:extLst>
              <a:ext uri="{FF2B5EF4-FFF2-40B4-BE49-F238E27FC236}">
                <a16:creationId xmlns:a16="http://schemas.microsoft.com/office/drawing/2014/main" id="{CFD89425-E0BF-44B1-F45A-B09CDD8E664C}"/>
              </a:ext>
            </a:extLst>
          </p:cNvPr>
          <p:cNvSpPr txBox="1"/>
          <p:nvPr/>
        </p:nvSpPr>
        <p:spPr>
          <a:xfrm>
            <a:off x="520862" y="5747954"/>
            <a:ext cx="5845013" cy="646331"/>
          </a:xfrm>
          <a:prstGeom prst="rect">
            <a:avLst/>
          </a:prstGeom>
          <a:noFill/>
        </p:spPr>
        <p:txBody>
          <a:bodyPr wrap="square">
            <a:spAutoFit/>
          </a:bodyPr>
          <a:lstStyle/>
          <a:p>
            <a:r>
              <a:rPr lang="es-ES_tradnl" sz="1200" dirty="0">
                <a:solidFill>
                  <a:srgbClr val="0E0E0E"/>
                </a:solidFill>
                <a:effectLst/>
                <a:latin typeface="Times New Roman" panose="02020603050405020304" pitchFamily="18" charset="0"/>
                <a:cs typeface="Times New Roman" panose="02020603050405020304" pitchFamily="18" charset="0"/>
              </a:rPr>
              <a:t>La Fase 2 con </a:t>
            </a:r>
            <a:r>
              <a:rPr lang="es-ES_tradnl" sz="1200" dirty="0">
                <a:latin typeface="Times New Roman" panose="02020603050405020304" pitchFamily="18" charset="0"/>
                <a:cs typeface="Times New Roman" panose="02020603050405020304" pitchFamily="18" charset="0"/>
              </a:rPr>
              <a:t>recompensa basada principalmente en el error de seguimiento</a:t>
            </a:r>
          </a:p>
          <a:p>
            <a:pPr>
              <a:buNone/>
            </a:pPr>
            <a:r>
              <a:rPr lang="es-ES_tradnl" sz="1200" dirty="0">
                <a:solidFill>
                  <a:srgbClr val="0E0E0E"/>
                </a:solidFill>
                <a:effectLst/>
                <a:latin typeface="Times New Roman" panose="02020603050405020304" pitchFamily="18" charset="0"/>
                <a:cs typeface="Times New Roman" panose="02020603050405020304" pitchFamily="18" charset="0"/>
              </a:rPr>
              <a:t>evidencia una convergencia progresiva del retorno acumulado, con mejora sostenida del desempeño y estabilidad creciente del agente a lo largo del entrenamiento.</a:t>
            </a:r>
          </a:p>
        </p:txBody>
      </p:sp>
      <p:sp>
        <p:nvSpPr>
          <p:cNvPr id="2" name="Fußzeilenplatzhalter 2">
            <a:extLst>
              <a:ext uri="{FF2B5EF4-FFF2-40B4-BE49-F238E27FC236}">
                <a16:creationId xmlns:a16="http://schemas.microsoft.com/office/drawing/2014/main" id="{43BCDEA8-F0E2-F9A4-21B1-20E871FC1A63}"/>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397244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33D9E-CF1F-1D4A-E6B0-9FBA072C4E36}"/>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830F202-349E-18DD-9C41-8AE7EE7D7E2D}"/>
              </a:ext>
            </a:extLst>
          </p:cNvPr>
          <p:cNvSpPr>
            <a:spLocks noGrp="1"/>
          </p:cNvSpPr>
          <p:nvPr>
            <p:ph type="body" sz="quarter" idx="12"/>
          </p:nvPr>
        </p:nvSpPr>
        <p:spPr>
          <a:xfrm>
            <a:off x="520861" y="1446790"/>
            <a:ext cx="7789762" cy="449263"/>
          </a:xfrm>
        </p:spPr>
        <p:txBody>
          <a:bodyPr>
            <a:normAutofit/>
          </a:bodyPr>
          <a:lstStyle/>
          <a:p>
            <a:r>
              <a:rPr lang="es-ES_tradnl" noProof="1">
                <a:solidFill>
                  <a:schemeClr val="tx1">
                    <a:lumMod val="75000"/>
                    <a:lumOff val="25000"/>
                  </a:schemeClr>
                </a:solidFill>
              </a:rPr>
              <a:t>Top3 Curvas RMSE en el Dominio Angular</a:t>
            </a:r>
            <a:endParaRPr lang="es-ES_tradnl" b="1" noProof="1">
              <a:solidFill>
                <a:schemeClr val="tx1">
                  <a:lumMod val="75000"/>
                  <a:lumOff val="25000"/>
                </a:schemeClr>
              </a:solidFill>
            </a:endParaRPr>
          </a:p>
          <a:p>
            <a:endParaRPr lang="es-ES_tradnl" noProof="1"/>
          </a:p>
        </p:txBody>
      </p:sp>
      <p:sp>
        <p:nvSpPr>
          <p:cNvPr id="3" name="Inhaltsplatzhalter 2">
            <a:extLst>
              <a:ext uri="{FF2B5EF4-FFF2-40B4-BE49-F238E27FC236}">
                <a16:creationId xmlns:a16="http://schemas.microsoft.com/office/drawing/2014/main" id="{ED1C35A6-647A-2898-EFEF-0DB2614ACDC5}"/>
              </a:ext>
            </a:extLst>
          </p:cNvPr>
          <p:cNvSpPr>
            <a:spLocks noGrp="1"/>
          </p:cNvSpPr>
          <p:nvPr>
            <p:ph sz="quarter" idx="14"/>
          </p:nvPr>
        </p:nvSpPr>
        <p:spPr/>
        <p:txBody>
          <a:bodyPr>
            <a:normAutofit/>
          </a:bodyPr>
          <a:lstStyle/>
          <a:p>
            <a:r>
              <a:rPr lang="es-ES_tradnl" sz="1400" dirty="0"/>
              <a:t>La figura muestra el RMSE global de los tres mejores agentes en todo el dominio angular. Se observa un incremento del error hacia los extremos (±180°); sin embargo, no existe simetría en la distribución del RMSE, lo que indica un desbalance en el desempeño del agente según la región angular evaluada.</a:t>
            </a:r>
          </a:p>
          <a:p>
            <a:endParaRPr lang="es-ES_tradnl" sz="1400" noProof="1"/>
          </a:p>
        </p:txBody>
      </p:sp>
      <p:pic>
        <p:nvPicPr>
          <p:cNvPr id="11" name="Onlinebild-Platzhalter 10">
            <a:extLst>
              <a:ext uri="{FF2B5EF4-FFF2-40B4-BE49-F238E27FC236}">
                <a16:creationId xmlns:a16="http://schemas.microsoft.com/office/drawing/2014/main" id="{D4A1DE54-0282-AD17-49BA-A00F2952BD79}"/>
              </a:ext>
            </a:extLst>
          </p:cNvPr>
          <p:cNvPicPr>
            <a:picLocks noGrp="1" noChangeAspect="1"/>
          </p:cNvPicPr>
          <p:nvPr>
            <p:ph type="clipArt" sz="quarter" idx="15"/>
          </p:nvPr>
        </p:nvPicPr>
        <p:blipFill>
          <a:blip r:embed="rId2"/>
          <a:stretch>
            <a:fillRect/>
          </a:stretch>
        </p:blipFill>
        <p:spPr>
          <a:xfrm>
            <a:off x="3306852" y="2254250"/>
            <a:ext cx="5346521" cy="3098800"/>
          </a:xfrm>
          <a:prstGeom prst="rect">
            <a:avLst/>
          </a:prstGeom>
        </p:spPr>
      </p:pic>
      <p:sp>
        <p:nvSpPr>
          <p:cNvPr id="4" name="Fußzeilenplatzhalter 2">
            <a:extLst>
              <a:ext uri="{FF2B5EF4-FFF2-40B4-BE49-F238E27FC236}">
                <a16:creationId xmlns:a16="http://schemas.microsoft.com/office/drawing/2014/main" id="{81777199-9FC0-5707-EDA0-4920B8DD9382}"/>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418922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FF713-C17F-C686-4FE3-1EF7B5C4EDD3}"/>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1DBDBE0-034B-E7DC-5E17-82075DF4B012}"/>
              </a:ext>
            </a:extLst>
          </p:cNvPr>
          <p:cNvSpPr>
            <a:spLocks noGrp="1"/>
          </p:cNvSpPr>
          <p:nvPr>
            <p:ph type="body" sz="quarter" idx="12"/>
          </p:nvPr>
        </p:nvSpPr>
        <p:spPr>
          <a:xfrm>
            <a:off x="520861" y="1446790"/>
            <a:ext cx="7789762" cy="449263"/>
          </a:xfrm>
        </p:spPr>
        <p:txBody>
          <a:bodyPr>
            <a:normAutofit/>
          </a:bodyPr>
          <a:lstStyle/>
          <a:p>
            <a:r>
              <a:rPr lang="es-ES_tradnl" noProof="1">
                <a:solidFill>
                  <a:schemeClr val="tx1">
                    <a:lumMod val="75000"/>
                    <a:lumOff val="25000"/>
                  </a:schemeClr>
                </a:solidFill>
              </a:rPr>
              <a:t>Progresión del RMSE durante el entrenamiento</a:t>
            </a:r>
            <a:endParaRPr lang="es-ES_tradnl" b="1" noProof="1">
              <a:solidFill>
                <a:schemeClr val="tx1">
                  <a:lumMod val="75000"/>
                  <a:lumOff val="25000"/>
                </a:schemeClr>
              </a:solidFill>
            </a:endParaRPr>
          </a:p>
          <a:p>
            <a:endParaRPr lang="es-ES_tradnl" noProof="1"/>
          </a:p>
        </p:txBody>
      </p:sp>
      <p:sp>
        <p:nvSpPr>
          <p:cNvPr id="10" name="Inhaltsplatzhalter 9">
            <a:extLst>
              <a:ext uri="{FF2B5EF4-FFF2-40B4-BE49-F238E27FC236}">
                <a16:creationId xmlns:a16="http://schemas.microsoft.com/office/drawing/2014/main" id="{34859188-77D5-5AAB-E49E-583E3775E281}"/>
              </a:ext>
            </a:extLst>
          </p:cNvPr>
          <p:cNvSpPr>
            <a:spLocks noGrp="1"/>
          </p:cNvSpPr>
          <p:nvPr>
            <p:ph sz="quarter" idx="14"/>
          </p:nvPr>
        </p:nvSpPr>
        <p:spPr/>
        <p:txBody>
          <a:bodyPr/>
          <a:lstStyle/>
          <a:p>
            <a:r>
              <a:rPr lang="es-ES_tradnl" dirty="0"/>
              <a:t>La evolución del RMSE demuestra que extender el entrenamiento no conduce a mejoras sostenidas del desempeño, evidenciando un punto de saturación en la capacidad de generalización del agente</a:t>
            </a:r>
          </a:p>
          <a:p>
            <a:endParaRPr lang="es-ES_tradnl" noProof="1"/>
          </a:p>
        </p:txBody>
      </p:sp>
      <p:pic>
        <p:nvPicPr>
          <p:cNvPr id="9" name="Onlinebild-Platzhalter 8">
            <a:extLst>
              <a:ext uri="{FF2B5EF4-FFF2-40B4-BE49-F238E27FC236}">
                <a16:creationId xmlns:a16="http://schemas.microsoft.com/office/drawing/2014/main" id="{FD49F66F-9AD0-7B3F-7BDD-B878814E3F6B}"/>
              </a:ext>
            </a:extLst>
          </p:cNvPr>
          <p:cNvPicPr>
            <a:picLocks noGrp="1" noChangeAspect="1"/>
          </p:cNvPicPr>
          <p:nvPr>
            <p:ph type="clipArt" sz="quarter" idx="15"/>
          </p:nvPr>
        </p:nvPicPr>
        <p:blipFill>
          <a:blip r:embed="rId2"/>
          <a:stretch>
            <a:fillRect/>
          </a:stretch>
        </p:blipFill>
        <p:spPr>
          <a:xfrm>
            <a:off x="3306852" y="2254250"/>
            <a:ext cx="5346521" cy="3098800"/>
          </a:xfrm>
          <a:prstGeom prst="rect">
            <a:avLst/>
          </a:prstGeom>
        </p:spPr>
      </p:pic>
      <p:sp>
        <p:nvSpPr>
          <p:cNvPr id="3" name="Fußzeilenplatzhalter 2">
            <a:extLst>
              <a:ext uri="{FF2B5EF4-FFF2-40B4-BE49-F238E27FC236}">
                <a16:creationId xmlns:a16="http://schemas.microsoft.com/office/drawing/2014/main" id="{2EC7CB88-58B5-A347-7B8C-D71886F2E8E7}"/>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54618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23E0-DDFD-D8B7-5CE0-24766163CF3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platzhalter 1">
                <a:extLst>
                  <a:ext uri="{FF2B5EF4-FFF2-40B4-BE49-F238E27FC236}">
                    <a16:creationId xmlns:a16="http://schemas.microsoft.com/office/drawing/2014/main" id="{B3F6BE4D-5FA2-00FF-D029-EEB8A72B02D3}"/>
                  </a:ext>
                </a:extLst>
              </p:cNvPr>
              <p:cNvSpPr>
                <a:spLocks noGrp="1"/>
              </p:cNvSpPr>
              <p:nvPr>
                <p:ph type="body" sz="quarter" idx="12"/>
              </p:nvPr>
            </p:nvSpPr>
            <p:spPr/>
            <p:txBody>
              <a:bodyPr/>
              <a:lstStyle/>
              <a:p>
                <a14:m>
                  <m:oMath xmlns:m="http://schemas.openxmlformats.org/officeDocument/2006/math">
                    <m:sSub>
                      <m:sSubPr>
                        <m:ctrlPr>
                          <a:rPr lang="es-ES_tradnl" i="1" noProof="1" dirty="0" smtClean="0">
                            <a:latin typeface="Cambria Math" panose="02040503050406030204" pitchFamily="18" charset="0"/>
                          </a:rPr>
                        </m:ctrlPr>
                      </m:sSubPr>
                      <m:e>
                        <m:r>
                          <a:rPr lang="es-ES_tradnl" i="1" noProof="1" dirty="0" smtClean="0">
                            <a:latin typeface="Cambria Math" panose="02040503050406030204" pitchFamily="18" charset="0"/>
                          </a:rPr>
                          <m:t>𝑅𝑀𝑆𝐸</m:t>
                        </m:r>
                      </m:e>
                      <m:sub>
                        <m:r>
                          <a:rPr lang="es-ES_tradnl" i="1" noProof="1" dirty="0" smtClean="0">
                            <a:latin typeface="Cambria Math" panose="02040503050406030204" pitchFamily="18" charset="0"/>
                          </a:rPr>
                          <m:t>𝑖</m:t>
                        </m:r>
                      </m:sub>
                    </m:sSub>
                  </m:oMath>
                </a14:m>
                <a:r>
                  <a:rPr lang="es-ES_tradnl" noProof="1"/>
                  <a:t> en dominio angular</a:t>
                </a:r>
              </a:p>
            </p:txBody>
          </p:sp>
        </mc:Choice>
        <mc:Fallback>
          <p:sp>
            <p:nvSpPr>
              <p:cNvPr id="2" name="Textplatzhalter 1">
                <a:extLst>
                  <a:ext uri="{FF2B5EF4-FFF2-40B4-BE49-F238E27FC236}">
                    <a16:creationId xmlns:a16="http://schemas.microsoft.com/office/drawing/2014/main" id="{B3F6BE4D-5FA2-00FF-D029-EEB8A72B02D3}"/>
                  </a:ext>
                </a:extLst>
              </p:cNvPr>
              <p:cNvSpPr>
                <a:spLocks noGrp="1" noRot="1" noChangeAspect="1" noMove="1" noResize="1" noEditPoints="1" noAdjustHandles="1" noChangeArrowheads="1" noChangeShapeType="1" noTextEdit="1"/>
              </p:cNvSpPr>
              <p:nvPr>
                <p:ph type="body" sz="quarter" idx="12"/>
              </p:nvPr>
            </p:nvSpPr>
            <p:spPr>
              <a:blipFill>
                <a:blip r:embed="rId2"/>
                <a:stretch>
                  <a:fillRect t="-10811" b="-5405"/>
                </a:stretch>
              </a:blipFill>
            </p:spPr>
            <p:txBody>
              <a:bodyPr/>
              <a:lstStyle/>
              <a:p>
                <a:r>
                  <a:rPr lang="es-ES_tradnl">
                    <a:noFill/>
                  </a:rPr>
                  <a:t> </a:t>
                </a:r>
              </a:p>
            </p:txBody>
          </p:sp>
        </mc:Fallback>
      </mc:AlternateContent>
      <p:pic>
        <p:nvPicPr>
          <p:cNvPr id="8" name="Grafik 7">
            <a:extLst>
              <a:ext uri="{FF2B5EF4-FFF2-40B4-BE49-F238E27FC236}">
                <a16:creationId xmlns:a16="http://schemas.microsoft.com/office/drawing/2014/main" id="{5CE65729-A227-1065-533B-1B8DE6C23DC9}"/>
              </a:ext>
            </a:extLst>
          </p:cNvPr>
          <p:cNvPicPr>
            <a:picLocks noChangeAspect="1"/>
          </p:cNvPicPr>
          <p:nvPr/>
        </p:nvPicPr>
        <p:blipFill>
          <a:blip r:embed="rId3"/>
          <a:stretch>
            <a:fillRect/>
          </a:stretch>
        </p:blipFill>
        <p:spPr>
          <a:xfrm>
            <a:off x="9242384" y="4443286"/>
            <a:ext cx="2535869" cy="740082"/>
          </a:xfrm>
          <a:prstGeom prst="rect">
            <a:avLst/>
          </a:prstGeom>
        </p:spPr>
      </p:pic>
      <p:pic>
        <p:nvPicPr>
          <p:cNvPr id="9" name="Grafik 8">
            <a:extLst>
              <a:ext uri="{FF2B5EF4-FFF2-40B4-BE49-F238E27FC236}">
                <a16:creationId xmlns:a16="http://schemas.microsoft.com/office/drawing/2014/main" id="{BEDDC892-170E-D459-64C3-602EEA3D151E}"/>
              </a:ext>
            </a:extLst>
          </p:cNvPr>
          <p:cNvPicPr>
            <a:picLocks noChangeAspect="1"/>
          </p:cNvPicPr>
          <p:nvPr/>
        </p:nvPicPr>
        <p:blipFill>
          <a:blip r:embed="rId4"/>
          <a:stretch>
            <a:fillRect/>
          </a:stretch>
        </p:blipFill>
        <p:spPr>
          <a:xfrm>
            <a:off x="9393294" y="2736054"/>
            <a:ext cx="2152202" cy="1707232"/>
          </a:xfrm>
          <a:prstGeom prst="rect">
            <a:avLst/>
          </a:prstGeom>
        </p:spPr>
      </p:pic>
      <p:sp>
        <p:nvSpPr>
          <p:cNvPr id="10" name="Inhaltsplatzhalter 9">
            <a:extLst>
              <a:ext uri="{FF2B5EF4-FFF2-40B4-BE49-F238E27FC236}">
                <a16:creationId xmlns:a16="http://schemas.microsoft.com/office/drawing/2014/main" id="{9B056958-84B6-FEB2-FB15-38180E85EF85}"/>
              </a:ext>
            </a:extLst>
          </p:cNvPr>
          <p:cNvSpPr txBox="1">
            <a:spLocks noGrp="1"/>
          </p:cNvSpPr>
          <p:nvPr>
            <p:ph sz="quarter" idx="16"/>
          </p:nvPr>
        </p:nvSpPr>
        <p:spPr>
          <a:xfrm>
            <a:off x="836600" y="5544466"/>
            <a:ext cx="9984174" cy="923330"/>
          </a:xfrm>
          <a:prstGeom prst="rect">
            <a:avLst/>
          </a:prstGeom>
          <a:solidFill>
            <a:schemeClr val="bg1"/>
          </a:solidFill>
        </p:spPr>
        <p:txBody>
          <a:bodyPr wrap="square">
            <a:spAutoFit/>
          </a:bodyPr>
          <a:lstStyle/>
          <a:p>
            <a:r>
              <a:rPr lang="es-ES_tradnl" sz="1200" dirty="0"/>
              <a:t>el Agente100 mantiene un desempeño general en la región central, pero presenta una degradación progresiva hacia los extremos, con un comportamiento no simétrico entre sectores. Se observa una pérdida abrupta de precisión en determinados rangos angulares, lo que sugiere limitaciones en la cobertura del entrenamiento y una generalización parcial de la política aprendida.</a:t>
            </a:r>
          </a:p>
          <a:p>
            <a:pPr marL="171450" indent="-171450" algn="l">
              <a:spcBef>
                <a:spcPts val="0"/>
              </a:spcBef>
              <a:buFont typeface="Symbol" pitchFamily="2" charset="2"/>
              <a:buChar char="-"/>
            </a:pPr>
            <a:endParaRPr lang="es-ES_tradnl" sz="1200" noProof="1"/>
          </a:p>
          <a:p>
            <a:pPr>
              <a:spcBef>
                <a:spcPts val="0"/>
              </a:spcBef>
            </a:pPr>
            <a:r>
              <a:rPr lang="es-ES_tradnl" sz="1200" b="1" noProof="1">
                <a:latin typeface="Times New Roman" panose="02020603050405020304" pitchFamily="18" charset="0"/>
                <a:cs typeface="Times New Roman" panose="02020603050405020304" pitchFamily="18" charset="0"/>
              </a:rPr>
              <a:t>El agente generaliza, pero pierde precisión</a:t>
            </a:r>
          </a:p>
        </p:txBody>
      </p:sp>
      <p:pic>
        <p:nvPicPr>
          <p:cNvPr id="6" name="Inhaltsplatzhalter 5">
            <a:extLst>
              <a:ext uri="{FF2B5EF4-FFF2-40B4-BE49-F238E27FC236}">
                <a16:creationId xmlns:a16="http://schemas.microsoft.com/office/drawing/2014/main" id="{DE182639-CB44-710D-5D78-EDC6CB8265DD}"/>
              </a:ext>
            </a:extLst>
          </p:cNvPr>
          <p:cNvPicPr>
            <a:picLocks noGrp="1" noChangeAspect="1"/>
          </p:cNvPicPr>
          <p:nvPr>
            <p:ph sz="quarter" idx="14"/>
          </p:nvPr>
        </p:nvPicPr>
        <p:blipFill>
          <a:blip r:embed="rId5"/>
          <a:stretch>
            <a:fillRect/>
          </a:stretch>
        </p:blipFill>
        <p:spPr>
          <a:xfrm>
            <a:off x="2154238" y="2441462"/>
            <a:ext cx="6638925" cy="2919639"/>
          </a:xfrm>
          <a:prstGeom prst="rect">
            <a:avLst/>
          </a:prstGeom>
        </p:spPr>
      </p:pic>
      <p:sp>
        <p:nvSpPr>
          <p:cNvPr id="3" name="Fußzeilenplatzhalter 2">
            <a:extLst>
              <a:ext uri="{FF2B5EF4-FFF2-40B4-BE49-F238E27FC236}">
                <a16:creationId xmlns:a16="http://schemas.microsoft.com/office/drawing/2014/main" id="{E86454C6-A8DD-156C-7D0E-58D87A58B142}"/>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980775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3032A-1580-3EE2-BBA1-88793D2537D7}"/>
            </a:ext>
          </a:extLst>
        </p:cNvPr>
        <p:cNvGrpSpPr/>
        <p:nvPr/>
      </p:nvGrpSpPr>
      <p:grpSpPr>
        <a:xfrm>
          <a:off x="0" y="0"/>
          <a:ext cx="0" cy="0"/>
          <a:chOff x="0" y="0"/>
          <a:chExt cx="0" cy="0"/>
        </a:xfrm>
      </p:grpSpPr>
      <p:sp>
        <p:nvSpPr>
          <p:cNvPr id="6" name="Inhaltsplatzhalter 11">
            <a:extLst>
              <a:ext uri="{FF2B5EF4-FFF2-40B4-BE49-F238E27FC236}">
                <a16:creationId xmlns:a16="http://schemas.microsoft.com/office/drawing/2014/main" id="{D57D66DE-14A9-C54A-E20E-F17E3F261AB2}"/>
              </a:ext>
            </a:extLst>
          </p:cNvPr>
          <p:cNvSpPr txBox="1">
            <a:spLocks noGrp="1"/>
          </p:cNvSpPr>
          <p:nvPr>
            <p:ph sz="quarter" idx="16"/>
          </p:nvPr>
        </p:nvSpPr>
        <p:spPr>
          <a:xfrm>
            <a:off x="1376643" y="5653004"/>
            <a:ext cx="9802634" cy="674031"/>
          </a:xfrm>
          <a:prstGeom prst="rect">
            <a:avLst/>
          </a:prstGeom>
          <a:noFill/>
        </p:spPr>
        <p:txBody>
          <a:bodyPr wrap="square" rtlCol="0">
            <a:spAutoFit/>
          </a:bodyPr>
          <a:lstStyle/>
          <a:p>
            <a:r>
              <a:rPr lang="es-ES_tradnl" sz="1400" dirty="0"/>
              <a:t>La evaluación determinista permite comparar objetivamente su desempeño en el dominio angular. En este escenario, el </a:t>
            </a:r>
            <a:r>
              <a:rPr lang="es-ES_tradnl" sz="1400" b="1" dirty="0"/>
              <a:t>Agent100</a:t>
            </a:r>
            <a:r>
              <a:rPr lang="es-ES_tradnl" sz="1400" dirty="0"/>
              <a:t> se posiciona como el mejor candidato, al minimizar el RMSE global y mantener un equilibrio favorable entre error máximo, dispersión angular y rendimiento global</a:t>
            </a:r>
          </a:p>
        </p:txBody>
      </p:sp>
      <p:sp>
        <p:nvSpPr>
          <p:cNvPr id="7" name="Textplatzhalter 12">
            <a:extLst>
              <a:ext uri="{FF2B5EF4-FFF2-40B4-BE49-F238E27FC236}">
                <a16:creationId xmlns:a16="http://schemas.microsoft.com/office/drawing/2014/main" id="{E6D47037-9B2C-6874-08BE-5776A72CADC1}"/>
              </a:ext>
            </a:extLst>
          </p:cNvPr>
          <p:cNvSpPr txBox="1">
            <a:spLocks noGrp="1"/>
          </p:cNvSpPr>
          <p:nvPr>
            <p:ph type="body" sz="quarter" idx="12"/>
          </p:nvPr>
        </p:nvSpPr>
        <p:spPr>
          <a:xfrm>
            <a:off x="520861" y="1446790"/>
            <a:ext cx="10185721" cy="369332"/>
          </a:xfrm>
          <a:prstGeom prst="rect">
            <a:avLst/>
          </a:prstGeom>
          <a:noFill/>
        </p:spPr>
        <p:txBody>
          <a:bodyPr wrap="square" rtlCol="0">
            <a:spAutoFit/>
          </a:bodyPr>
          <a:lstStyle/>
          <a:p>
            <a:r>
              <a:rPr lang="es-ES_tradnl" noProof="1">
                <a:solidFill>
                  <a:schemeClr val="tx1">
                    <a:lumMod val="75000"/>
                    <a:lumOff val="25000"/>
                  </a:schemeClr>
                </a:solidFill>
              </a:rPr>
              <a:t>Selección del Agente en base a su rendimiento. Evaluación Determinista en la simulación</a:t>
            </a:r>
            <a:endParaRPr lang="es-ES_tradnl" b="1" noProof="1">
              <a:solidFill>
                <a:schemeClr val="tx1">
                  <a:lumMod val="75000"/>
                  <a:lumOff val="25000"/>
                </a:schemeClr>
              </a:solidFill>
            </a:endParaRPr>
          </a:p>
        </p:txBody>
      </p:sp>
      <p:grpSp>
        <p:nvGrpSpPr>
          <p:cNvPr id="8" name="Gruppieren 7">
            <a:extLst>
              <a:ext uri="{FF2B5EF4-FFF2-40B4-BE49-F238E27FC236}">
                <a16:creationId xmlns:a16="http://schemas.microsoft.com/office/drawing/2014/main" id="{C3E15A1A-6469-F2F5-2021-10FB3541D3CD}"/>
              </a:ext>
            </a:extLst>
          </p:cNvPr>
          <p:cNvGrpSpPr/>
          <p:nvPr/>
        </p:nvGrpSpPr>
        <p:grpSpPr>
          <a:xfrm>
            <a:off x="870947" y="2560978"/>
            <a:ext cx="2335123" cy="2787389"/>
            <a:chOff x="7015754" y="3707990"/>
            <a:chExt cx="2335123" cy="2787389"/>
          </a:xfrm>
        </p:grpSpPr>
        <p:grpSp>
          <p:nvGrpSpPr>
            <p:cNvPr id="9" name="Gruppieren 8">
              <a:extLst>
                <a:ext uri="{FF2B5EF4-FFF2-40B4-BE49-F238E27FC236}">
                  <a16:creationId xmlns:a16="http://schemas.microsoft.com/office/drawing/2014/main" id="{F8C445A3-C904-E38B-ADFD-C1CC9AF76458}"/>
                </a:ext>
              </a:extLst>
            </p:cNvPr>
            <p:cNvGrpSpPr/>
            <p:nvPr/>
          </p:nvGrpSpPr>
          <p:grpSpPr>
            <a:xfrm>
              <a:off x="7686988" y="4774384"/>
              <a:ext cx="1039143" cy="1043040"/>
              <a:chOff x="7793778" y="-23609"/>
              <a:chExt cx="1275466" cy="1149452"/>
            </a:xfrm>
          </p:grpSpPr>
          <p:pic>
            <p:nvPicPr>
              <p:cNvPr id="12" name="Grafik 11">
                <a:extLst>
                  <a:ext uri="{FF2B5EF4-FFF2-40B4-BE49-F238E27FC236}">
                    <a16:creationId xmlns:a16="http://schemas.microsoft.com/office/drawing/2014/main" id="{AAC66209-1EFB-DE72-AFD8-30D08E102A86}"/>
                  </a:ext>
                </a:extLst>
              </p:cNvPr>
              <p:cNvPicPr>
                <a:picLocks noChangeAspect="1"/>
              </p:cNvPicPr>
              <p:nvPr/>
            </p:nvPicPr>
            <p:blipFill>
              <a:blip r:embed="rId2"/>
              <a:srcRect l="22679" t="14811" r="19766" b="18544"/>
              <a:stretch>
                <a:fillRect/>
              </a:stretch>
            </p:blipFill>
            <p:spPr>
              <a:xfrm>
                <a:off x="7793778" y="-23609"/>
                <a:ext cx="1275466" cy="1149452"/>
              </a:xfrm>
              <a:prstGeom prst="rect">
                <a:avLst/>
              </a:prstGeom>
            </p:spPr>
          </p:pic>
          <p:sp>
            <p:nvSpPr>
              <p:cNvPr id="13" name="Textfeld 12">
                <a:extLst>
                  <a:ext uri="{FF2B5EF4-FFF2-40B4-BE49-F238E27FC236}">
                    <a16:creationId xmlns:a16="http://schemas.microsoft.com/office/drawing/2014/main" id="{13D5E079-5C43-93A8-BA2A-693E97DE873F}"/>
                  </a:ext>
                </a:extLst>
              </p:cNvPr>
              <p:cNvSpPr txBox="1"/>
              <p:nvPr/>
            </p:nvSpPr>
            <p:spPr>
              <a:xfrm>
                <a:off x="8402980" y="809204"/>
                <a:ext cx="622143" cy="288300"/>
              </a:xfrm>
              <a:prstGeom prst="rect">
                <a:avLst/>
              </a:prstGeom>
              <a:noFill/>
            </p:spPr>
            <p:txBody>
              <a:bodyPr wrap="none" rtlCol="0">
                <a:spAutoFit/>
              </a:bodyPr>
              <a:lstStyle/>
              <a:p>
                <a:r>
                  <a:rPr lang="es-ES_tradnl" sz="1100" noProof="1"/>
                  <a:t>(TD3)</a:t>
                </a:r>
              </a:p>
            </p:txBody>
          </p:sp>
        </p:grpSp>
        <p:sp>
          <p:nvSpPr>
            <p:cNvPr id="10" name="Textfeld 9">
              <a:extLst>
                <a:ext uri="{FF2B5EF4-FFF2-40B4-BE49-F238E27FC236}">
                  <a16:creationId xmlns:a16="http://schemas.microsoft.com/office/drawing/2014/main" id="{10880BF9-2645-2350-876F-4E1DBF6198E6}"/>
                </a:ext>
              </a:extLst>
            </p:cNvPr>
            <p:cNvSpPr txBox="1"/>
            <p:nvPr/>
          </p:nvSpPr>
          <p:spPr>
            <a:xfrm>
              <a:off x="7441766" y="6064492"/>
              <a:ext cx="1529586" cy="430887"/>
            </a:xfrm>
            <a:prstGeom prst="rect">
              <a:avLst/>
            </a:prstGeom>
            <a:noFill/>
          </p:spPr>
          <p:txBody>
            <a:bodyPr wrap="none" rtlCol="0">
              <a:spAutoFit/>
            </a:bodyPr>
            <a:lstStyle/>
            <a:p>
              <a:r>
                <a:rPr lang="es-ES_tradnl" sz="1100" b="1" noProof="1"/>
                <a:t>Agente seleccionado</a:t>
              </a:r>
            </a:p>
            <a:p>
              <a:r>
                <a:rPr lang="es-ES_tradnl" sz="1100" noProof="1"/>
                <a:t>Checkpoint100</a:t>
              </a:r>
            </a:p>
          </p:txBody>
        </p:sp>
        <p:sp>
          <p:nvSpPr>
            <p:cNvPr id="11" name="Textfeld 10">
              <a:extLst>
                <a:ext uri="{FF2B5EF4-FFF2-40B4-BE49-F238E27FC236}">
                  <a16:creationId xmlns:a16="http://schemas.microsoft.com/office/drawing/2014/main" id="{22D62421-A537-7F2D-F4E0-87ECD437F111}"/>
                </a:ext>
              </a:extLst>
            </p:cNvPr>
            <p:cNvSpPr txBox="1"/>
            <p:nvPr/>
          </p:nvSpPr>
          <p:spPr>
            <a:xfrm>
              <a:off x="7015754" y="3707990"/>
              <a:ext cx="2335123" cy="769441"/>
            </a:xfrm>
            <a:prstGeom prst="rect">
              <a:avLst/>
            </a:prstGeom>
            <a:solidFill>
              <a:schemeClr val="accent6">
                <a:lumMod val="20000"/>
                <a:lumOff val="80000"/>
              </a:schemeClr>
            </a:solidFill>
            <a:ln>
              <a:noFill/>
            </a:ln>
          </p:spPr>
          <p:txBody>
            <a:bodyPr wrap="square" rtlCol="0">
              <a:spAutoFit/>
            </a:bodyPr>
            <a:lstStyle/>
            <a:p>
              <a:r>
                <a:rPr lang="es-ES_tradnl" sz="1100" noProof="1"/>
                <a:t>Entrenamiento: </a:t>
              </a:r>
            </a:p>
            <a:p>
              <a:r>
                <a:rPr lang="es-ES_tradnl" sz="1100" noProof="1"/>
                <a:t>Scen32, Reward_SystemF2</a:t>
              </a:r>
            </a:p>
            <a:p>
              <a:r>
                <a:rPr lang="es-ES_tradnl" sz="1100" noProof="1"/>
                <a:t>Run_x316, 1100eps</a:t>
              </a:r>
            </a:p>
            <a:p>
              <a:endParaRPr lang="es-ES_tradnl" sz="1100" noProof="1"/>
            </a:p>
          </p:txBody>
        </p:sp>
      </p:grpSp>
      <mc:AlternateContent xmlns:mc="http://schemas.openxmlformats.org/markup-compatibility/2006">
        <mc:Choice xmlns:a14="http://schemas.microsoft.com/office/drawing/2010/main" Requires="a14">
          <p:graphicFrame>
            <p:nvGraphicFramePr>
              <p:cNvPr id="16" name="Inhaltsplatzhalter 4">
                <a:extLst>
                  <a:ext uri="{FF2B5EF4-FFF2-40B4-BE49-F238E27FC236}">
                    <a16:creationId xmlns:a16="http://schemas.microsoft.com/office/drawing/2014/main" id="{0F7B94BE-171E-18BB-DDDF-938904EC7804}"/>
                  </a:ext>
                </a:extLst>
              </p:cNvPr>
              <p:cNvGraphicFramePr>
                <a:graphicFrameLocks noGrp="1"/>
              </p:cNvGraphicFramePr>
              <p:nvPr>
                <p:ph sz="quarter" idx="14"/>
              </p:nvPr>
            </p:nvGraphicFramePr>
            <p:xfrm>
              <a:off x="3900490" y="2449515"/>
              <a:ext cx="6748805" cy="2969333"/>
            </p:xfrm>
            <a:graphic>
              <a:graphicData uri="http://schemas.openxmlformats.org/drawingml/2006/table">
                <a:tbl>
                  <a:tblPr firstRow="1" firstCol="1" bandRow="1">
                    <a:tableStyleId>{5C22544A-7EE6-4342-B048-85BDC9FD1C3A}</a:tableStyleId>
                  </a:tblPr>
                  <a:tblGrid>
                    <a:gridCol w="746820">
                      <a:extLst>
                        <a:ext uri="{9D8B030D-6E8A-4147-A177-3AD203B41FA5}">
                          <a16:colId xmlns:a16="http://schemas.microsoft.com/office/drawing/2014/main" val="2827808625"/>
                        </a:ext>
                      </a:extLst>
                    </a:gridCol>
                    <a:gridCol w="1109204">
                      <a:extLst>
                        <a:ext uri="{9D8B030D-6E8A-4147-A177-3AD203B41FA5}">
                          <a16:colId xmlns:a16="http://schemas.microsoft.com/office/drawing/2014/main" val="2804800256"/>
                        </a:ext>
                      </a:extLst>
                    </a:gridCol>
                    <a:gridCol w="1098476">
                      <a:extLst>
                        <a:ext uri="{9D8B030D-6E8A-4147-A177-3AD203B41FA5}">
                          <a16:colId xmlns:a16="http://schemas.microsoft.com/office/drawing/2014/main" val="3404630540"/>
                        </a:ext>
                      </a:extLst>
                    </a:gridCol>
                    <a:gridCol w="1010265">
                      <a:extLst>
                        <a:ext uri="{9D8B030D-6E8A-4147-A177-3AD203B41FA5}">
                          <a16:colId xmlns:a16="http://schemas.microsoft.com/office/drawing/2014/main" val="2864191071"/>
                        </a:ext>
                      </a:extLst>
                    </a:gridCol>
                    <a:gridCol w="929205">
                      <a:extLst>
                        <a:ext uri="{9D8B030D-6E8A-4147-A177-3AD203B41FA5}">
                          <a16:colId xmlns:a16="http://schemas.microsoft.com/office/drawing/2014/main" val="878613398"/>
                        </a:ext>
                      </a:extLst>
                    </a:gridCol>
                    <a:gridCol w="844570">
                      <a:extLst>
                        <a:ext uri="{9D8B030D-6E8A-4147-A177-3AD203B41FA5}">
                          <a16:colId xmlns:a16="http://schemas.microsoft.com/office/drawing/2014/main" val="372759601"/>
                        </a:ext>
                      </a:extLst>
                    </a:gridCol>
                    <a:gridCol w="1010265">
                      <a:extLst>
                        <a:ext uri="{9D8B030D-6E8A-4147-A177-3AD203B41FA5}">
                          <a16:colId xmlns:a16="http://schemas.microsoft.com/office/drawing/2014/main" val="3930562926"/>
                        </a:ext>
                      </a:extLst>
                    </a:gridCol>
                  </a:tblGrid>
                  <a:tr h="483117">
                    <a:tc gridSpan="7">
                      <a:txBody>
                        <a:bodyPr/>
                        <a:lstStyle/>
                        <a:p>
                          <a:pPr>
                            <a:buNone/>
                          </a:pPr>
                          <a:r>
                            <a:rPr lang="es-ES_tradnl" sz="11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Tabla con posición de los agentes según sus métricas </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es-ES_tradnl" sz="11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24343187"/>
                      </a:ext>
                    </a:extLst>
                  </a:tr>
                  <a:tr h="227114">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Position</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Agente</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𝑅𝑀𝑆</m:t>
                                </m:r>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𝑔𝑙𝑜𝑏𝑎𝑙</m:t>
                                    </m:r>
                                  </m:sub>
                                </m:sSub>
                              </m:oMath>
                            </m:oMathPara>
                          </a14:m>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𝑅𝑀𝑆</m:t>
                                </m:r>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oMath>
                            </m:oMathPara>
                          </a14:m>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s-ES_tradnl" sz="900"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σ</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𝑎𝑛𝑔𝑢𝑙𝑎𝑟</m:t>
                                    </m:r>
                                  </m:sub>
                                </m:sSub>
                              </m:oMath>
                            </m:oMathPara>
                          </a14:m>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𝑅𝑎𝑡𝑖</m:t>
                                </m:r>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𝑜</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𝑒𝑥𝑡</m:t>
                                    </m:r>
                                  </m:sub>
                                </m:sSub>
                              </m:oMath>
                            </m:oMathPara>
                          </a14:m>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i="1"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AUC</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2638124"/>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Agent100.mat</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47.3593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91.9526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21.9152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1.9416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45.9488</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520458715"/>
                      </a:ext>
                    </a:extLst>
                  </a:tr>
                  <a:tr h="226818">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Agent200.mat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50.8623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84.1346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16.6631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1.6542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49.9653</a:t>
                          </a:r>
                        </a:p>
                      </a:txBody>
                      <a:tcPr marL="68580" marR="68580" marT="0" marB="0" anchor="ctr">
                        <a:noFill/>
                      </a:tcPr>
                    </a:tc>
                    <a:extLst>
                      <a:ext uri="{0D108BD9-81ED-4DB2-BD59-A6C34878D82A}">
                        <a16:rowId xmlns:a16="http://schemas.microsoft.com/office/drawing/2014/main" val="2047234824"/>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Agent600.mat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52.5019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104.5536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26.1521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1.9914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50.9272</a:t>
                          </a:r>
                        </a:p>
                      </a:txBody>
                      <a:tcPr marL="68580" marR="68580" marT="0" marB="0" anchor="ctr">
                        <a:noFill/>
                      </a:tcPr>
                    </a:tc>
                    <a:extLst>
                      <a:ext uri="{0D108BD9-81ED-4DB2-BD59-A6C34878D82A}">
                        <a16:rowId xmlns:a16="http://schemas.microsoft.com/office/drawing/2014/main" val="1544789796"/>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Agent500.mat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57.0328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104.2105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22.3312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1.8272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56.4216</a:t>
                          </a:r>
                        </a:p>
                      </a:txBody>
                      <a:tcPr marL="68580" marR="68580" marT="0" marB="0" anchor="ctr">
                        <a:noFill/>
                      </a:tcPr>
                    </a:tc>
                    <a:extLst>
                      <a:ext uri="{0D108BD9-81ED-4DB2-BD59-A6C34878D82A}">
                        <a16:rowId xmlns:a16="http://schemas.microsoft.com/office/drawing/2014/main" val="3610691002"/>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Agent300.mat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61.5651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139.2792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32.2617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2.2623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60.6632</a:t>
                          </a:r>
                        </a:p>
                      </a:txBody>
                      <a:tcPr marL="68580" marR="68580" marT="0" marB="0" anchor="ctr">
                        <a:noFill/>
                      </a:tcPr>
                    </a:tc>
                    <a:extLst>
                      <a:ext uri="{0D108BD9-81ED-4DB2-BD59-A6C34878D82A}">
                        <a16:rowId xmlns:a16="http://schemas.microsoft.com/office/drawing/2014/main" val="2592708556"/>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Agent400.mat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66.3630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137.8620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33.3298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2.0774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65.1121</a:t>
                          </a:r>
                        </a:p>
                      </a:txBody>
                      <a:tcPr marL="68580" marR="68580" marT="0" marB="0" anchor="ctr">
                        <a:noFill/>
                      </a:tcPr>
                    </a:tc>
                    <a:extLst>
                      <a:ext uri="{0D108BD9-81ED-4DB2-BD59-A6C34878D82A}">
                        <a16:rowId xmlns:a16="http://schemas.microsoft.com/office/drawing/2014/main" val="2371250826"/>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Agent800.mat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77.1289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137.6104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46.5498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1.7842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74.0597</a:t>
                          </a:r>
                        </a:p>
                      </a:txBody>
                      <a:tcPr marL="68580" marR="68580" marT="0" marB="0" anchor="ctr">
                        <a:noFill/>
                      </a:tcPr>
                    </a:tc>
                    <a:extLst>
                      <a:ext uri="{0D108BD9-81ED-4DB2-BD59-A6C34878D82A}">
                        <a16:rowId xmlns:a16="http://schemas.microsoft.com/office/drawing/2014/main" val="3072749595"/>
                      </a:ext>
                    </a:extLst>
                  </a:tr>
                  <a:tr h="210092">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8</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Agent700.mat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79.1222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150.7403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48.0584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1.9052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75.3528</a:t>
                          </a:r>
                        </a:p>
                      </a:txBody>
                      <a:tcPr marL="68580" marR="68580" marT="0" marB="0" anchor="ctr">
                        <a:noFill/>
                      </a:tcPr>
                    </a:tc>
                    <a:extLst>
                      <a:ext uri="{0D108BD9-81ED-4DB2-BD59-A6C34878D82A}">
                        <a16:rowId xmlns:a16="http://schemas.microsoft.com/office/drawing/2014/main" val="3437179832"/>
                      </a:ext>
                    </a:extLst>
                  </a:tr>
                  <a:tr h="210092">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9</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Agent1000.mat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84.0683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142.5539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45.6387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1.6957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81.6264</a:t>
                          </a:r>
                        </a:p>
                      </a:txBody>
                      <a:tcPr marL="68580" marR="68580" marT="0" marB="0" anchor="ctr">
                        <a:noFill/>
                      </a:tcPr>
                    </a:tc>
                    <a:extLst>
                      <a:ext uri="{0D108BD9-81ED-4DB2-BD59-A6C34878D82A}">
                        <a16:rowId xmlns:a16="http://schemas.microsoft.com/office/drawing/2014/main" val="3572674504"/>
                      </a:ext>
                    </a:extLst>
                  </a:tr>
                  <a:tr h="317690">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Agent1100.mat</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87.3358</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165.9936</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49.7643</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1.9006</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84.6944</a:t>
                          </a: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704188"/>
                      </a:ext>
                    </a:extLst>
                  </a:tr>
                </a:tbl>
              </a:graphicData>
            </a:graphic>
          </p:graphicFrame>
        </mc:Choice>
        <mc:Fallback>
          <p:graphicFrame>
            <p:nvGraphicFramePr>
              <p:cNvPr id="16" name="Inhaltsplatzhalter 4">
                <a:extLst>
                  <a:ext uri="{FF2B5EF4-FFF2-40B4-BE49-F238E27FC236}">
                    <a16:creationId xmlns:a16="http://schemas.microsoft.com/office/drawing/2014/main" id="{0F7B94BE-171E-18BB-DDDF-938904EC7804}"/>
                  </a:ext>
                </a:extLst>
              </p:cNvPr>
              <p:cNvGraphicFramePr>
                <a:graphicFrameLocks noGrp="1"/>
              </p:cNvGraphicFramePr>
              <p:nvPr>
                <p:ph sz="quarter" idx="14"/>
              </p:nvPr>
            </p:nvGraphicFramePr>
            <p:xfrm>
              <a:off x="3900490" y="2449515"/>
              <a:ext cx="6748805" cy="2969333"/>
            </p:xfrm>
            <a:graphic>
              <a:graphicData uri="http://schemas.openxmlformats.org/drawingml/2006/table">
                <a:tbl>
                  <a:tblPr firstRow="1" firstCol="1" bandRow="1">
                    <a:tableStyleId>{5C22544A-7EE6-4342-B048-85BDC9FD1C3A}</a:tableStyleId>
                  </a:tblPr>
                  <a:tblGrid>
                    <a:gridCol w="746820">
                      <a:extLst>
                        <a:ext uri="{9D8B030D-6E8A-4147-A177-3AD203B41FA5}">
                          <a16:colId xmlns:a16="http://schemas.microsoft.com/office/drawing/2014/main" val="2827808625"/>
                        </a:ext>
                      </a:extLst>
                    </a:gridCol>
                    <a:gridCol w="1109204">
                      <a:extLst>
                        <a:ext uri="{9D8B030D-6E8A-4147-A177-3AD203B41FA5}">
                          <a16:colId xmlns:a16="http://schemas.microsoft.com/office/drawing/2014/main" val="2804800256"/>
                        </a:ext>
                      </a:extLst>
                    </a:gridCol>
                    <a:gridCol w="1098476">
                      <a:extLst>
                        <a:ext uri="{9D8B030D-6E8A-4147-A177-3AD203B41FA5}">
                          <a16:colId xmlns:a16="http://schemas.microsoft.com/office/drawing/2014/main" val="3404630540"/>
                        </a:ext>
                      </a:extLst>
                    </a:gridCol>
                    <a:gridCol w="1010265">
                      <a:extLst>
                        <a:ext uri="{9D8B030D-6E8A-4147-A177-3AD203B41FA5}">
                          <a16:colId xmlns:a16="http://schemas.microsoft.com/office/drawing/2014/main" val="2864191071"/>
                        </a:ext>
                      </a:extLst>
                    </a:gridCol>
                    <a:gridCol w="929205">
                      <a:extLst>
                        <a:ext uri="{9D8B030D-6E8A-4147-A177-3AD203B41FA5}">
                          <a16:colId xmlns:a16="http://schemas.microsoft.com/office/drawing/2014/main" val="878613398"/>
                        </a:ext>
                      </a:extLst>
                    </a:gridCol>
                    <a:gridCol w="844570">
                      <a:extLst>
                        <a:ext uri="{9D8B030D-6E8A-4147-A177-3AD203B41FA5}">
                          <a16:colId xmlns:a16="http://schemas.microsoft.com/office/drawing/2014/main" val="372759601"/>
                        </a:ext>
                      </a:extLst>
                    </a:gridCol>
                    <a:gridCol w="1010265">
                      <a:extLst>
                        <a:ext uri="{9D8B030D-6E8A-4147-A177-3AD203B41FA5}">
                          <a16:colId xmlns:a16="http://schemas.microsoft.com/office/drawing/2014/main" val="3930562926"/>
                        </a:ext>
                      </a:extLst>
                    </a:gridCol>
                  </a:tblGrid>
                  <a:tr h="483117">
                    <a:tc gridSpan="7">
                      <a:txBody>
                        <a:bodyPr/>
                        <a:lstStyle/>
                        <a:p>
                          <a:pPr>
                            <a:buNone/>
                          </a:pPr>
                          <a:r>
                            <a:rPr lang="es-ES_tradnl" sz="11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Tabla con posición de los agentes según sus métricas </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es-ES_tradnl" sz="11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24343187"/>
                      </a:ext>
                    </a:extLst>
                  </a:tr>
                  <a:tr h="227114">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Position</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Agente</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8966" t="-227778" r="-345977" b="-1005556"/>
                          </a:stretch>
                        </a:blip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2500" t="-227778" r="-276250" b="-1005556"/>
                          </a:stretch>
                        </a:blip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30137" t="-227778" r="-202740" b="-1005556"/>
                          </a:stretch>
                        </a:blip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86364" t="-227778" r="-124242" b="-1005556"/>
                          </a:stretch>
                        </a:blipFill>
                      </a:tcPr>
                    </a:tc>
                    <a:tc>
                      <a:txBody>
                        <a:bodyPr/>
                        <a:lstStyle/>
                        <a:p>
                          <a:pPr algn="ctr">
                            <a:buNone/>
                          </a:pPr>
                          <a:r>
                            <a:rPr lang="es-ES_tradnl" sz="900" i="1"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AUC</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2638124"/>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Agent100.mat</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47.3593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91.9526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21.9152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1.9416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45.9488</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520458715"/>
                      </a:ext>
                    </a:extLst>
                  </a:tr>
                  <a:tr h="226818">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Agent200.mat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50.8623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84.1346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16.6631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1.6542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49.9653</a:t>
                          </a:r>
                        </a:p>
                      </a:txBody>
                      <a:tcPr marL="68580" marR="68580" marT="0" marB="0" anchor="ctr">
                        <a:noFill/>
                      </a:tcPr>
                    </a:tc>
                    <a:extLst>
                      <a:ext uri="{0D108BD9-81ED-4DB2-BD59-A6C34878D82A}">
                        <a16:rowId xmlns:a16="http://schemas.microsoft.com/office/drawing/2014/main" val="2047234824"/>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Agent600.mat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52.5019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104.5536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26.1521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1.9914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50.9272</a:t>
                          </a:r>
                        </a:p>
                      </a:txBody>
                      <a:tcPr marL="68580" marR="68580" marT="0" marB="0" anchor="ctr">
                        <a:noFill/>
                      </a:tcPr>
                    </a:tc>
                    <a:extLst>
                      <a:ext uri="{0D108BD9-81ED-4DB2-BD59-A6C34878D82A}">
                        <a16:rowId xmlns:a16="http://schemas.microsoft.com/office/drawing/2014/main" val="1544789796"/>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Agent500.mat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57.0328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104.2105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22.3312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1.8272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56.4216</a:t>
                          </a:r>
                        </a:p>
                      </a:txBody>
                      <a:tcPr marL="68580" marR="68580" marT="0" marB="0" anchor="ctr">
                        <a:noFill/>
                      </a:tcPr>
                    </a:tc>
                    <a:extLst>
                      <a:ext uri="{0D108BD9-81ED-4DB2-BD59-A6C34878D82A}">
                        <a16:rowId xmlns:a16="http://schemas.microsoft.com/office/drawing/2014/main" val="3610691002"/>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Agent300.mat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61.5651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139.2792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32.2617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2.2623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60.6632</a:t>
                          </a:r>
                        </a:p>
                      </a:txBody>
                      <a:tcPr marL="68580" marR="68580" marT="0" marB="0" anchor="ctr">
                        <a:noFill/>
                      </a:tcPr>
                    </a:tc>
                    <a:extLst>
                      <a:ext uri="{0D108BD9-81ED-4DB2-BD59-A6C34878D82A}">
                        <a16:rowId xmlns:a16="http://schemas.microsoft.com/office/drawing/2014/main" val="2592708556"/>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Agent400.mat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66.3630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137.8620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33.3298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2.0774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65.1121</a:t>
                          </a:r>
                        </a:p>
                      </a:txBody>
                      <a:tcPr marL="68580" marR="68580" marT="0" marB="0" anchor="ctr">
                        <a:noFill/>
                      </a:tcPr>
                    </a:tc>
                    <a:extLst>
                      <a:ext uri="{0D108BD9-81ED-4DB2-BD59-A6C34878D82A}">
                        <a16:rowId xmlns:a16="http://schemas.microsoft.com/office/drawing/2014/main" val="2371250826"/>
                      </a:ext>
                    </a:extLst>
                  </a:tr>
                  <a:tr h="215735">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Agent800.mat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77.1289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137.6104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46.5498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1.7842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74.0597</a:t>
                          </a:r>
                        </a:p>
                      </a:txBody>
                      <a:tcPr marL="68580" marR="68580" marT="0" marB="0" anchor="ctr">
                        <a:noFill/>
                      </a:tcPr>
                    </a:tc>
                    <a:extLst>
                      <a:ext uri="{0D108BD9-81ED-4DB2-BD59-A6C34878D82A}">
                        <a16:rowId xmlns:a16="http://schemas.microsoft.com/office/drawing/2014/main" val="3072749595"/>
                      </a:ext>
                    </a:extLst>
                  </a:tr>
                  <a:tr h="210092">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8</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Agent700.mat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79.1222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150.7403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48.0584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1.9052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75.3528</a:t>
                          </a:r>
                        </a:p>
                      </a:txBody>
                      <a:tcPr marL="68580" marR="68580" marT="0" marB="0" anchor="ctr">
                        <a:noFill/>
                      </a:tcPr>
                    </a:tc>
                    <a:extLst>
                      <a:ext uri="{0D108BD9-81ED-4DB2-BD59-A6C34878D82A}">
                        <a16:rowId xmlns:a16="http://schemas.microsoft.com/office/drawing/2014/main" val="3437179832"/>
                      </a:ext>
                    </a:extLst>
                  </a:tr>
                  <a:tr h="210092">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9</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Agent1000.mat</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84.0683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142.5539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45.6387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1.6957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81.6264</a:t>
                          </a:r>
                        </a:p>
                      </a:txBody>
                      <a:tcPr marL="68580" marR="68580" marT="0" marB="0" anchor="ctr">
                        <a:noFill/>
                      </a:tcPr>
                    </a:tc>
                    <a:extLst>
                      <a:ext uri="{0D108BD9-81ED-4DB2-BD59-A6C34878D82A}">
                        <a16:rowId xmlns:a16="http://schemas.microsoft.com/office/drawing/2014/main" val="3572674504"/>
                      </a:ext>
                    </a:extLst>
                  </a:tr>
                  <a:tr h="317690">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s-ES_tradnl" sz="12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Agent1100.mat</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87.3358</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165.9936</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49.7643</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1.9006</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84.6944</a:t>
                          </a: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704188"/>
                      </a:ext>
                    </a:extLst>
                  </a:tr>
                </a:tbl>
              </a:graphicData>
            </a:graphic>
          </p:graphicFrame>
        </mc:Fallback>
      </mc:AlternateContent>
      <p:sp>
        <p:nvSpPr>
          <p:cNvPr id="2" name="Fußzeilenplatzhalter 2">
            <a:extLst>
              <a:ext uri="{FF2B5EF4-FFF2-40B4-BE49-F238E27FC236}">
                <a16:creationId xmlns:a16="http://schemas.microsoft.com/office/drawing/2014/main" id="{EA7F2E13-50B4-B229-F37F-D3D93A106E99}"/>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587756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4E672-D6BA-3DA7-FAB3-9275D3FB21FA}"/>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D1C9F14-CA81-25C3-806F-4FF30682954F}"/>
              </a:ext>
            </a:extLst>
          </p:cNvPr>
          <p:cNvSpPr>
            <a:spLocks noGrp="1"/>
          </p:cNvSpPr>
          <p:nvPr>
            <p:ph type="body" sz="quarter" idx="12"/>
          </p:nvPr>
        </p:nvSpPr>
        <p:spPr/>
        <p:txBody>
          <a:bodyPr/>
          <a:lstStyle/>
          <a:p>
            <a:r>
              <a:rPr lang="es-ES_tradnl" noProof="1"/>
              <a:t>Respuesta dinámica del sector 1</a:t>
            </a:r>
          </a:p>
        </p:txBody>
      </p:sp>
      <p:graphicFrame>
        <p:nvGraphicFramePr>
          <p:cNvPr id="8" name="Inhaltsplatzhalter 5">
            <a:extLst>
              <a:ext uri="{FF2B5EF4-FFF2-40B4-BE49-F238E27FC236}">
                <a16:creationId xmlns:a16="http://schemas.microsoft.com/office/drawing/2014/main" id="{988160A0-AEDC-903A-DD85-BD75266C85F7}"/>
              </a:ext>
            </a:extLst>
          </p:cNvPr>
          <p:cNvGraphicFramePr>
            <a:graphicFrameLocks noGrp="1"/>
          </p:cNvGraphicFramePr>
          <p:nvPr>
            <p:ph sz="quarter" idx="14"/>
          </p:nvPr>
        </p:nvGraphicFramePr>
        <p:xfrm>
          <a:off x="693738" y="5094288"/>
          <a:ext cx="10532960" cy="11220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O1sp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81.00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100.28</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26.26</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32.42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19.28</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27.17</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350.20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0.45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9.79</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3.63</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7912.13</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1502.81</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81.00</a:t>
                      </a: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63.00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89.04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33.92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53.84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26.04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28.72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468.74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0.37</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0.47</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3.74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8402.64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1683.86</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63.00</a:t>
                      </a: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74.53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37.75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83.89</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29.53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29.91</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530.59</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0.28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0.43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3.75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8451.52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1824.92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27.00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58.38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38.28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141.78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31.38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30.72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563.47</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0.20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3.65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8000.41</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1880.43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27.00</a:t>
                      </a: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46.55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42.43</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471.44</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37.55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36.48</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674.88</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0.10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3.49</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7327.97</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1900.78</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a:t>
                      </a: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pic>
        <p:nvPicPr>
          <p:cNvPr id="9" name="Grafik 8">
            <a:extLst>
              <a:ext uri="{FF2B5EF4-FFF2-40B4-BE49-F238E27FC236}">
                <a16:creationId xmlns:a16="http://schemas.microsoft.com/office/drawing/2014/main" id="{0B043DDC-953C-0CF9-F021-A723B8573C3F}"/>
              </a:ext>
            </a:extLst>
          </p:cNvPr>
          <p:cNvPicPr>
            <a:picLocks noChangeAspect="1"/>
          </p:cNvPicPr>
          <p:nvPr/>
        </p:nvPicPr>
        <p:blipFill>
          <a:blip r:embed="rId2"/>
          <a:stretch>
            <a:fillRect/>
          </a:stretch>
        </p:blipFill>
        <p:spPr>
          <a:xfrm>
            <a:off x="9074496" y="2727074"/>
            <a:ext cx="2152202" cy="1707232"/>
          </a:xfrm>
          <a:prstGeom prst="rect">
            <a:avLst/>
          </a:prstGeom>
        </p:spPr>
      </p:pic>
      <p:sp>
        <p:nvSpPr>
          <p:cNvPr id="11" name="Textfeld 10">
            <a:extLst>
              <a:ext uri="{FF2B5EF4-FFF2-40B4-BE49-F238E27FC236}">
                <a16:creationId xmlns:a16="http://schemas.microsoft.com/office/drawing/2014/main" id="{D4FE6192-C03C-EA4F-61E5-8E3A2D87024B}"/>
              </a:ext>
            </a:extLst>
          </p:cNvPr>
          <p:cNvSpPr txBox="1"/>
          <p:nvPr/>
        </p:nvSpPr>
        <p:spPr>
          <a:xfrm>
            <a:off x="9074498" y="4406187"/>
            <a:ext cx="2903359" cy="215444"/>
          </a:xfrm>
          <a:prstGeom prst="rect">
            <a:avLst/>
          </a:prstGeom>
          <a:noFill/>
        </p:spPr>
        <p:txBody>
          <a:bodyPr wrap="none" rtlCol="0">
            <a:spAutoFit/>
          </a:bodyPr>
          <a:lstStyle/>
          <a:p>
            <a:r>
              <a:rPr lang="es-ES_tradnl" sz="800" noProof="1"/>
              <a:t>Estado baseline: Pitch = 0°, Roll = 0° , o1ini=0° , do1ini=0rad/s </a:t>
            </a:r>
          </a:p>
        </p:txBody>
      </p:sp>
      <p:pic>
        <p:nvPicPr>
          <p:cNvPr id="5" name="Onlinebild-Platzhalter 4">
            <a:extLst>
              <a:ext uri="{FF2B5EF4-FFF2-40B4-BE49-F238E27FC236}">
                <a16:creationId xmlns:a16="http://schemas.microsoft.com/office/drawing/2014/main" id="{72E20079-13F8-8F61-69E0-8E675EB3BD67}"/>
              </a:ext>
            </a:extLst>
          </p:cNvPr>
          <p:cNvPicPr>
            <a:picLocks noGrp="1" noChangeAspect="1"/>
          </p:cNvPicPr>
          <p:nvPr>
            <p:ph type="clipArt" sz="quarter" idx="15"/>
          </p:nvPr>
        </p:nvPicPr>
        <p:blipFill>
          <a:blip r:embed="rId3"/>
          <a:stretch>
            <a:fillRect/>
          </a:stretch>
        </p:blipFill>
        <p:spPr>
          <a:xfrm>
            <a:off x="3530753" y="2162175"/>
            <a:ext cx="4766956" cy="2744788"/>
          </a:xfrm>
          <a:prstGeom prst="rect">
            <a:avLst/>
          </a:prstGeom>
        </p:spPr>
      </p:pic>
      <p:sp>
        <p:nvSpPr>
          <p:cNvPr id="3" name="Fußzeilenplatzhalter 2">
            <a:extLst>
              <a:ext uri="{FF2B5EF4-FFF2-40B4-BE49-F238E27FC236}">
                <a16:creationId xmlns:a16="http://schemas.microsoft.com/office/drawing/2014/main" id="{87BEB9B5-AD00-8BFB-BD05-80E9BEA5B8F1}"/>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617187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2D85A-CB4D-B2EA-3856-9CDF9D89093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38A9169-E094-8A10-F3B4-A54620A68F55}"/>
              </a:ext>
            </a:extLst>
          </p:cNvPr>
          <p:cNvSpPr>
            <a:spLocks noGrp="1"/>
          </p:cNvSpPr>
          <p:nvPr>
            <p:ph type="body" sz="quarter" idx="12"/>
          </p:nvPr>
        </p:nvSpPr>
        <p:spPr/>
        <p:txBody>
          <a:bodyPr/>
          <a:lstStyle/>
          <a:p>
            <a:r>
              <a:rPr lang="es-ES_tradnl" noProof="1"/>
              <a:t>Respuesta dinámica del sector 2</a:t>
            </a:r>
          </a:p>
          <a:p>
            <a:endParaRPr lang="es-ES_tradnl" noProof="1"/>
          </a:p>
        </p:txBody>
      </p:sp>
      <p:graphicFrame>
        <p:nvGraphicFramePr>
          <p:cNvPr id="8" name="Inhaltsplatzhalter 5">
            <a:extLst>
              <a:ext uri="{FF2B5EF4-FFF2-40B4-BE49-F238E27FC236}">
                <a16:creationId xmlns:a16="http://schemas.microsoft.com/office/drawing/2014/main" id="{9925DA7D-6F4C-290D-C160-BA8F4FD19F66}"/>
              </a:ext>
            </a:extLst>
          </p:cNvPr>
          <p:cNvGraphicFramePr>
            <a:graphicFrameLocks noGrp="1"/>
          </p:cNvGraphicFramePr>
          <p:nvPr>
            <p:ph sz="quarter" idx="14"/>
          </p:nvPr>
        </p:nvGraphicFramePr>
        <p:xfrm>
          <a:off x="693738" y="5094288"/>
          <a:ext cx="10532960" cy="11220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O1sp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108.04</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15.15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15.31</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9.04</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27.62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171.15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0.53</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0.51</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7441.38</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1359.65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40.96</a:t>
                      </a: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117.00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112.05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3.12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2.67</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32.78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104.66</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0.62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7503.54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1330.74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41.32</a:t>
                      </a: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135.00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116.19</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-11.29</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-8.36</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18.81</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42.56</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355.33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0.75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9.89</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3.45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7141.05</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1221.30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39.79</a:t>
                      </a: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153.00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119.19</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-26.20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-17.12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33.82</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55.08</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626.61</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9.94</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3.33</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6654.51</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1090.77</a:t>
                      </a:r>
                    </a:p>
                  </a:txBody>
                  <a:tcPr marL="68580" marR="68580" marT="0" marB="0">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36.18</a:t>
                      </a: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171.00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126.73</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-38.10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-22.28</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44.27</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66.25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816.64</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0.55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9.86</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3.17</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6022.88</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937.60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33.67</a:t>
                      </a: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pic>
        <p:nvPicPr>
          <p:cNvPr id="9" name="Grafik 8">
            <a:extLst>
              <a:ext uri="{FF2B5EF4-FFF2-40B4-BE49-F238E27FC236}">
                <a16:creationId xmlns:a16="http://schemas.microsoft.com/office/drawing/2014/main" id="{533415C9-626A-B165-8473-8B50E78789EF}"/>
              </a:ext>
            </a:extLst>
          </p:cNvPr>
          <p:cNvPicPr>
            <a:picLocks noChangeAspect="1"/>
          </p:cNvPicPr>
          <p:nvPr/>
        </p:nvPicPr>
        <p:blipFill>
          <a:blip r:embed="rId2"/>
          <a:stretch>
            <a:fillRect/>
          </a:stretch>
        </p:blipFill>
        <p:spPr>
          <a:xfrm>
            <a:off x="9074496" y="2727074"/>
            <a:ext cx="2152202" cy="1707232"/>
          </a:xfrm>
          <a:prstGeom prst="rect">
            <a:avLst/>
          </a:prstGeom>
        </p:spPr>
      </p:pic>
      <p:sp>
        <p:nvSpPr>
          <p:cNvPr id="11" name="Textfeld 10">
            <a:extLst>
              <a:ext uri="{FF2B5EF4-FFF2-40B4-BE49-F238E27FC236}">
                <a16:creationId xmlns:a16="http://schemas.microsoft.com/office/drawing/2014/main" id="{F07A8325-1618-59D7-D523-25898ED4B06A}"/>
              </a:ext>
            </a:extLst>
          </p:cNvPr>
          <p:cNvSpPr txBox="1"/>
          <p:nvPr/>
        </p:nvSpPr>
        <p:spPr>
          <a:xfrm>
            <a:off x="9074498" y="4406187"/>
            <a:ext cx="2903359" cy="215444"/>
          </a:xfrm>
          <a:prstGeom prst="rect">
            <a:avLst/>
          </a:prstGeom>
          <a:noFill/>
        </p:spPr>
        <p:txBody>
          <a:bodyPr wrap="none" rtlCol="0">
            <a:spAutoFit/>
          </a:bodyPr>
          <a:lstStyle/>
          <a:p>
            <a:r>
              <a:rPr lang="es-ES_tradnl" sz="800" noProof="1"/>
              <a:t>Estado baseline: Pitch = 0°, Roll = 0° , o1ini=0° , do1ini=0rad/s </a:t>
            </a:r>
          </a:p>
        </p:txBody>
      </p:sp>
      <p:sp>
        <p:nvSpPr>
          <p:cNvPr id="4" name="Textfeld 3">
            <a:extLst>
              <a:ext uri="{FF2B5EF4-FFF2-40B4-BE49-F238E27FC236}">
                <a16:creationId xmlns:a16="http://schemas.microsoft.com/office/drawing/2014/main" id="{F5D2F7B4-E741-AE67-F1B3-1EBC8E270E12}"/>
              </a:ext>
            </a:extLst>
          </p:cNvPr>
          <p:cNvSpPr txBox="1"/>
          <p:nvPr/>
        </p:nvSpPr>
        <p:spPr>
          <a:xfrm>
            <a:off x="5862268" y="3534569"/>
            <a:ext cx="2259113" cy="261610"/>
          </a:xfrm>
          <a:prstGeom prst="rect">
            <a:avLst/>
          </a:prstGeom>
          <a:noFill/>
        </p:spPr>
        <p:txBody>
          <a:bodyPr wrap="square">
            <a:spAutoFit/>
          </a:bodyPr>
          <a:lstStyle/>
          <a:p>
            <a:r>
              <a:rPr lang="es-ES_tradnl" sz="1100" noProof="1"/>
              <a:t>trayectoria geodésica de agente</a:t>
            </a:r>
          </a:p>
        </p:txBody>
      </p:sp>
      <p:pic>
        <p:nvPicPr>
          <p:cNvPr id="7" name="Onlinebild-Platzhalter 6">
            <a:extLst>
              <a:ext uri="{FF2B5EF4-FFF2-40B4-BE49-F238E27FC236}">
                <a16:creationId xmlns:a16="http://schemas.microsoft.com/office/drawing/2014/main" id="{621F5806-F900-7ED8-5AB8-6663318E181A}"/>
              </a:ext>
            </a:extLst>
          </p:cNvPr>
          <p:cNvPicPr>
            <a:picLocks noGrp="1" noChangeAspect="1"/>
          </p:cNvPicPr>
          <p:nvPr>
            <p:ph type="clipArt" sz="quarter" idx="15"/>
          </p:nvPr>
        </p:nvPicPr>
        <p:blipFill>
          <a:blip r:embed="rId3"/>
          <a:stretch>
            <a:fillRect/>
          </a:stretch>
        </p:blipFill>
        <p:spPr>
          <a:xfrm>
            <a:off x="3530753" y="2162175"/>
            <a:ext cx="4766956" cy="2744788"/>
          </a:xfrm>
          <a:prstGeom prst="rect">
            <a:avLst/>
          </a:prstGeom>
        </p:spPr>
      </p:pic>
      <p:sp>
        <p:nvSpPr>
          <p:cNvPr id="3" name="Fußzeilenplatzhalter 2">
            <a:extLst>
              <a:ext uri="{FF2B5EF4-FFF2-40B4-BE49-F238E27FC236}">
                <a16:creationId xmlns:a16="http://schemas.microsoft.com/office/drawing/2014/main" id="{E3076B38-E135-49E4-B336-86C268654CE0}"/>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159505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A627-7327-9E46-A233-B423893ABA3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2B100F68-138F-1AFA-4ACF-AF6D811C6A6A}"/>
              </a:ext>
            </a:extLst>
          </p:cNvPr>
          <p:cNvSpPr>
            <a:spLocks noGrp="1"/>
          </p:cNvSpPr>
          <p:nvPr>
            <p:ph type="body" sz="quarter" idx="12"/>
          </p:nvPr>
        </p:nvSpPr>
        <p:spPr/>
        <p:txBody>
          <a:bodyPr/>
          <a:lstStyle/>
          <a:p>
            <a:r>
              <a:rPr lang="es-ES_tradnl" noProof="1"/>
              <a:t>Respuesta dinámica del sector 3</a:t>
            </a:r>
          </a:p>
          <a:p>
            <a:endParaRPr lang="es-ES_tradnl" noProof="1"/>
          </a:p>
        </p:txBody>
      </p:sp>
      <p:graphicFrame>
        <p:nvGraphicFramePr>
          <p:cNvPr id="7" name="Inhaltsplatzhalter 5">
            <a:extLst>
              <a:ext uri="{FF2B5EF4-FFF2-40B4-BE49-F238E27FC236}">
                <a16:creationId xmlns:a16="http://schemas.microsoft.com/office/drawing/2014/main" id="{C6E5236C-D3CD-76FD-C6C7-CBB6A5F2605C}"/>
              </a:ext>
            </a:extLst>
          </p:cNvPr>
          <p:cNvGraphicFramePr>
            <a:graphicFrameLocks noGrp="1"/>
          </p:cNvGraphicFramePr>
          <p:nvPr>
            <p:ph sz="quarter" idx="14"/>
          </p:nvPr>
        </p:nvGraphicFramePr>
        <p:xfrm>
          <a:off x="693738" y="5094288"/>
          <a:ext cx="10532960" cy="11220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O1sp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-99.00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-122.54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99.00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23.51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40.94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432.79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0.41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4.45</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2.59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4033.51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1530.41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20.38</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-171.00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140.51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315.09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184.27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48.49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72.97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900.33</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9.46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2.77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4598.08</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694.69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32.26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-153.00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152.27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306.24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200.16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54.70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78.31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1018.61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8.26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2.15</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2763.53</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727.36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33.52</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nchor="ctr">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-135.00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165.63</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300.63</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222.69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59.40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83.79</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1129.98</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5.44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1.73</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1797.48</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951.42</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34.51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-117.00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192.04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309.04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264.14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51.00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93.47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1168.31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0.50</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5.21</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2.04</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2485.86</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1082.85</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27.97</a:t>
                      </a:r>
                      <a:endParaRPr lang="es-ES_tradnl"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pic>
        <p:nvPicPr>
          <p:cNvPr id="8" name="Grafik 7">
            <a:extLst>
              <a:ext uri="{FF2B5EF4-FFF2-40B4-BE49-F238E27FC236}">
                <a16:creationId xmlns:a16="http://schemas.microsoft.com/office/drawing/2014/main" id="{AD1A23D9-E944-5F44-F488-DE89911EA666}"/>
              </a:ext>
            </a:extLst>
          </p:cNvPr>
          <p:cNvPicPr>
            <a:picLocks noChangeAspect="1"/>
          </p:cNvPicPr>
          <p:nvPr/>
        </p:nvPicPr>
        <p:blipFill>
          <a:blip r:embed="rId2"/>
          <a:stretch>
            <a:fillRect/>
          </a:stretch>
        </p:blipFill>
        <p:spPr>
          <a:xfrm>
            <a:off x="9074496" y="2727074"/>
            <a:ext cx="2152202" cy="1707232"/>
          </a:xfrm>
          <a:prstGeom prst="rect">
            <a:avLst/>
          </a:prstGeom>
        </p:spPr>
      </p:pic>
      <p:sp>
        <p:nvSpPr>
          <p:cNvPr id="10" name="Textfeld 9">
            <a:extLst>
              <a:ext uri="{FF2B5EF4-FFF2-40B4-BE49-F238E27FC236}">
                <a16:creationId xmlns:a16="http://schemas.microsoft.com/office/drawing/2014/main" id="{206E72F0-4C52-9655-125D-00AB409BCBF8}"/>
              </a:ext>
            </a:extLst>
          </p:cNvPr>
          <p:cNvSpPr txBox="1"/>
          <p:nvPr/>
        </p:nvSpPr>
        <p:spPr>
          <a:xfrm>
            <a:off x="9074498" y="4406187"/>
            <a:ext cx="2903359" cy="215444"/>
          </a:xfrm>
          <a:prstGeom prst="rect">
            <a:avLst/>
          </a:prstGeom>
          <a:noFill/>
        </p:spPr>
        <p:txBody>
          <a:bodyPr wrap="none" rtlCol="0">
            <a:spAutoFit/>
          </a:bodyPr>
          <a:lstStyle/>
          <a:p>
            <a:r>
              <a:rPr lang="es-ES_tradnl" sz="800" noProof="1"/>
              <a:t>Estado baseline: Pitch = 0°, Roll = 0° , o1ini=0° , do1ini=0rad/s </a:t>
            </a:r>
          </a:p>
        </p:txBody>
      </p:sp>
      <p:pic>
        <p:nvPicPr>
          <p:cNvPr id="5" name="Onlinebild-Platzhalter 4">
            <a:extLst>
              <a:ext uri="{FF2B5EF4-FFF2-40B4-BE49-F238E27FC236}">
                <a16:creationId xmlns:a16="http://schemas.microsoft.com/office/drawing/2014/main" id="{706B2031-D103-1F51-02C3-7214E6C7B22C}"/>
              </a:ext>
            </a:extLst>
          </p:cNvPr>
          <p:cNvPicPr>
            <a:picLocks noGrp="1" noChangeAspect="1"/>
          </p:cNvPicPr>
          <p:nvPr>
            <p:ph type="clipArt" sz="quarter" idx="15"/>
          </p:nvPr>
        </p:nvPicPr>
        <p:blipFill>
          <a:blip r:embed="rId3"/>
          <a:stretch>
            <a:fillRect/>
          </a:stretch>
        </p:blipFill>
        <p:spPr>
          <a:xfrm>
            <a:off x="3530753" y="2162175"/>
            <a:ext cx="4766956" cy="2744788"/>
          </a:xfrm>
          <a:prstGeom prst="rect">
            <a:avLst/>
          </a:prstGeom>
        </p:spPr>
      </p:pic>
      <p:sp>
        <p:nvSpPr>
          <p:cNvPr id="3" name="Fußzeilenplatzhalter 2">
            <a:extLst>
              <a:ext uri="{FF2B5EF4-FFF2-40B4-BE49-F238E27FC236}">
                <a16:creationId xmlns:a16="http://schemas.microsoft.com/office/drawing/2014/main" id="{E55D7F8A-FC8D-580F-43B0-C6256E2EE8DA}"/>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84941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CCBA8-1C4D-6C98-BA23-C54CA093EFE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28475B4-C5FE-4CFA-3190-69EDD6831A2A}"/>
              </a:ext>
            </a:extLst>
          </p:cNvPr>
          <p:cNvSpPr>
            <a:spLocks noGrp="1"/>
          </p:cNvSpPr>
          <p:nvPr>
            <p:ph type="body" sz="quarter" idx="12"/>
          </p:nvPr>
        </p:nvSpPr>
        <p:spPr/>
        <p:txBody>
          <a:bodyPr/>
          <a:lstStyle/>
          <a:p>
            <a:r>
              <a:rPr lang="es-ES_tradnl" noProof="1"/>
              <a:t>Respuesta dinámica del sector 4</a:t>
            </a:r>
          </a:p>
          <a:p>
            <a:endParaRPr lang="es-ES_tradnl" noProof="1"/>
          </a:p>
        </p:txBody>
      </p:sp>
      <p:graphicFrame>
        <p:nvGraphicFramePr>
          <p:cNvPr id="7" name="Inhaltsplatzhalter 5">
            <a:extLst>
              <a:ext uri="{FF2B5EF4-FFF2-40B4-BE49-F238E27FC236}">
                <a16:creationId xmlns:a16="http://schemas.microsoft.com/office/drawing/2014/main" id="{E6A92557-6FF8-B81E-BA59-C611B69461EB}"/>
              </a:ext>
            </a:extLst>
          </p:cNvPr>
          <p:cNvGraphicFramePr>
            <a:graphicFrameLocks noGrp="1"/>
          </p:cNvGraphicFramePr>
          <p:nvPr>
            <p:ph sz="quarter" idx="14"/>
          </p:nvPr>
        </p:nvGraphicFramePr>
        <p:xfrm>
          <a:off x="693738" y="5094288"/>
          <a:ext cx="10532960" cy="11220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O1sp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12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-81.00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-68.37</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81.00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12.63</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28.94</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248.20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0.25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5.69</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1.55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1438.80</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778.16</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19.71</a:t>
                      </a: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34.49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45.82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509.13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43.49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42.44</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782.27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0.23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9.08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3.21</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6179.72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1844.20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33.97</a:t>
                      </a: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-63.00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-23.41</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63.00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39.59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42.67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720.50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4.99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1.51</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1356.05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855.23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5.44</a:t>
                      </a: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nchor="ctr">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810.00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3.24</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0.78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364.62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465.78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2.47</a:t>
                      </a: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-27.00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21.05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48.16</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178.37</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48.05</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47.14</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864.20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0.13</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2.70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4369.58</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1604.21</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22.89</a:t>
                      </a: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pic>
        <p:nvPicPr>
          <p:cNvPr id="8" name="Grafik 7">
            <a:extLst>
              <a:ext uri="{FF2B5EF4-FFF2-40B4-BE49-F238E27FC236}">
                <a16:creationId xmlns:a16="http://schemas.microsoft.com/office/drawing/2014/main" id="{7E389D85-0DBB-814B-2ADE-14B9E57F9903}"/>
              </a:ext>
            </a:extLst>
          </p:cNvPr>
          <p:cNvPicPr>
            <a:picLocks noChangeAspect="1"/>
          </p:cNvPicPr>
          <p:nvPr/>
        </p:nvPicPr>
        <p:blipFill>
          <a:blip r:embed="rId2"/>
          <a:stretch>
            <a:fillRect/>
          </a:stretch>
        </p:blipFill>
        <p:spPr>
          <a:xfrm>
            <a:off x="9074496" y="2727074"/>
            <a:ext cx="2152202" cy="1707232"/>
          </a:xfrm>
          <a:prstGeom prst="rect">
            <a:avLst/>
          </a:prstGeom>
        </p:spPr>
      </p:pic>
      <p:sp>
        <p:nvSpPr>
          <p:cNvPr id="9" name="Textfeld 8">
            <a:extLst>
              <a:ext uri="{FF2B5EF4-FFF2-40B4-BE49-F238E27FC236}">
                <a16:creationId xmlns:a16="http://schemas.microsoft.com/office/drawing/2014/main" id="{B27A3ED0-DD58-FEE0-5CBC-04A972D55CA7}"/>
              </a:ext>
            </a:extLst>
          </p:cNvPr>
          <p:cNvSpPr txBox="1"/>
          <p:nvPr/>
        </p:nvSpPr>
        <p:spPr>
          <a:xfrm>
            <a:off x="9074498" y="4406187"/>
            <a:ext cx="2903359" cy="215444"/>
          </a:xfrm>
          <a:prstGeom prst="rect">
            <a:avLst/>
          </a:prstGeom>
          <a:noFill/>
        </p:spPr>
        <p:txBody>
          <a:bodyPr wrap="none" rtlCol="0">
            <a:spAutoFit/>
          </a:bodyPr>
          <a:lstStyle/>
          <a:p>
            <a:r>
              <a:rPr lang="es-ES_tradnl" sz="800" noProof="1"/>
              <a:t>Estado baseline: Pitch = 0°, Roll = 0° , o1ini=0° , do1ini=0rad/s </a:t>
            </a:r>
          </a:p>
        </p:txBody>
      </p:sp>
      <p:pic>
        <p:nvPicPr>
          <p:cNvPr id="5" name="Onlinebild-Platzhalter 4">
            <a:extLst>
              <a:ext uri="{FF2B5EF4-FFF2-40B4-BE49-F238E27FC236}">
                <a16:creationId xmlns:a16="http://schemas.microsoft.com/office/drawing/2014/main" id="{B5B4D371-91D6-836D-B83F-032AD68896C0}"/>
              </a:ext>
            </a:extLst>
          </p:cNvPr>
          <p:cNvPicPr>
            <a:picLocks noGrp="1" noChangeAspect="1"/>
          </p:cNvPicPr>
          <p:nvPr>
            <p:ph type="clipArt" sz="quarter" idx="15"/>
          </p:nvPr>
        </p:nvPicPr>
        <p:blipFill>
          <a:blip r:embed="rId3"/>
          <a:stretch>
            <a:fillRect/>
          </a:stretch>
        </p:blipFill>
        <p:spPr>
          <a:xfrm>
            <a:off x="3530753" y="2162175"/>
            <a:ext cx="4766956" cy="2744788"/>
          </a:xfrm>
          <a:prstGeom prst="rect">
            <a:avLst/>
          </a:prstGeom>
        </p:spPr>
      </p:pic>
      <p:sp>
        <p:nvSpPr>
          <p:cNvPr id="3" name="Fußzeilenplatzhalter 2">
            <a:extLst>
              <a:ext uri="{FF2B5EF4-FFF2-40B4-BE49-F238E27FC236}">
                <a16:creationId xmlns:a16="http://schemas.microsoft.com/office/drawing/2014/main" id="{391EB27C-D7E9-D3D7-7AA8-F965511EF298}"/>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72095127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1473</Words>
  <Application>Microsoft Macintosh PowerPoint</Application>
  <PresentationFormat>Breitbild</PresentationFormat>
  <Paragraphs>648</Paragraphs>
  <Slides>10</Slides>
  <Notes>1</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10</vt:i4>
      </vt:variant>
    </vt:vector>
  </HeadingPairs>
  <TitlesOfParts>
    <vt:vector size="17" baseType="lpstr">
      <vt:lpstr>Aptos</vt:lpstr>
      <vt:lpstr>Aptos Display</vt:lpstr>
      <vt:lpstr>Arial</vt:lpstr>
      <vt:lpstr>Cambria Math</vt:lpstr>
      <vt:lpstr>Symbol</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sarabia</dc:creator>
  <cp:lastModifiedBy>ricardo sarabia</cp:lastModifiedBy>
  <cp:revision>2</cp:revision>
  <dcterms:created xsi:type="dcterms:W3CDTF">2026-03-28T18:07:29Z</dcterms:created>
  <dcterms:modified xsi:type="dcterms:W3CDTF">2026-03-28T18:09:43Z</dcterms:modified>
</cp:coreProperties>
</file>